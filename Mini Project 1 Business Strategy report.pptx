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  <p:sldMasterId id="2147483675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6858000" cy="9144000"/>
  <p:embeddedFontLst>
    <p:embeddedFont>
      <p:font typeface="Fira Sans Extra Condensed" panose="020B0503050000020004" pitchFamily="34" charset="0"/>
      <p:regular r:id="rId19"/>
      <p:bold r:id="rId20"/>
      <p:italic r:id="rId21"/>
      <p:boldItalic r:id="rId22"/>
    </p:embeddedFont>
    <p:embeddedFont>
      <p:font typeface="Inter" panose="020B0604020202020204" charset="0"/>
      <p:regular r:id="rId23"/>
      <p:bold r:id="rId24"/>
      <p:italic r:id="rId25"/>
      <p:boldItalic r:id="rId26"/>
    </p:embeddedFont>
    <p:embeddedFont>
      <p:font typeface="Lexend" panose="020B0604020202020204" charset="0"/>
      <p:regular r:id="rId27"/>
      <p:bold r:id="rId28"/>
    </p:embeddedFont>
    <p:embeddedFont>
      <p:font typeface="Oswald" panose="00000500000000000000" pitchFamily="2" charset="0"/>
      <p:regular r:id="rId29"/>
      <p:bold r:id="rId30"/>
    </p:embeddedFont>
    <p:embeddedFont>
      <p:font typeface="Oswald Light" panose="00000400000000000000" pitchFamily="2" charset="0"/>
      <p:regular r:id="rId31"/>
      <p:bold r:id="rId32"/>
    </p:embeddedFont>
    <p:embeddedFont>
      <p:font typeface="Oswald Medium" panose="00000600000000000000" pitchFamily="2" charset="0"/>
      <p:regular r:id="rId33"/>
      <p:bold r:id="rId34"/>
    </p:embeddedFont>
    <p:embeddedFont>
      <p:font typeface="Roboto" panose="02000000000000000000" pitchFamily="2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5018C48-59F7-4E2F-BC6C-F2FD70ED93FA}">
  <a:tblStyle styleId="{85018C48-59F7-4E2F-BC6C-F2FD70ED93F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E5A4C81-9847-49EB-8ECB-FB480C47FDA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206" autoAdjust="0"/>
  </p:normalViewPr>
  <p:slideViewPr>
    <p:cSldViewPr snapToGrid="0">
      <p:cViewPr varScale="1">
        <p:scale>
          <a:sx n="94" d="100"/>
          <a:sy n="94" d="100"/>
        </p:scale>
        <p:origin x="696" y="-1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font" Target="fonts/font20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660b5fa18_1_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660b5fa18_1_3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8660b5fa18_1_18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8660b5fa18_1_18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  <a:highlight>
                  <a:srgbClr val="FFE750"/>
                </a:highlight>
              </a:rPr>
              <a:t>Task 1: Company Introduction</a:t>
            </a:r>
            <a:endParaRPr sz="1300" b="1">
              <a:solidFill>
                <a:schemeClr val="dk1"/>
              </a:solidFill>
              <a:highlight>
                <a:srgbClr val="FFE750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E750"/>
                </a:highlight>
              </a:rPr>
              <a:t>Provide an overview of the selected startup (history, founders, headquarters)</a:t>
            </a:r>
            <a:endParaRPr sz="1200">
              <a:solidFill>
                <a:schemeClr val="dk1"/>
              </a:solidFill>
              <a:highlight>
                <a:srgbClr val="FFE750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E750"/>
                </a:highlight>
              </a:rPr>
              <a:t>Explain which domain it belongs to and why it is growing</a:t>
            </a:r>
            <a:endParaRPr sz="1200">
              <a:solidFill>
                <a:schemeClr val="dk1"/>
              </a:solidFill>
              <a:highlight>
                <a:srgbClr val="FFE750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E750"/>
                </a:highlight>
              </a:rPr>
              <a:t>Describe products/services offered and its target customer segment</a:t>
            </a:r>
            <a:endParaRPr sz="1200">
              <a:solidFill>
                <a:schemeClr val="dk1"/>
              </a:solidFill>
              <a:highlight>
                <a:srgbClr val="FFE750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8660b5fa18_1_9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8660b5fa18_1_9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 Task 2: Business Model Analysis</a:t>
            </a:r>
            <a:endParaRPr sz="13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Explain how the company earns revenue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Identify major cost drivers (operations, marketing, etc.)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Describe how the business delivers value to customers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a6c79e206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a6c79e206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a6d5786fd2_0_8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a6d5786fd2_0_8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a42be0517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a42be0517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highlight>
                  <a:srgbClr val="FFE750"/>
                </a:highlight>
              </a:rPr>
              <a:t> Task 2: Business Model Analysis</a:t>
            </a:r>
            <a:endParaRPr sz="1300" b="1">
              <a:solidFill>
                <a:schemeClr val="dk1"/>
              </a:solidFill>
              <a:highlight>
                <a:srgbClr val="FFE750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E750"/>
                </a:highlight>
              </a:rPr>
              <a:t>Explain how the company earns revenue</a:t>
            </a:r>
            <a:endParaRPr sz="1200">
              <a:solidFill>
                <a:schemeClr val="dk1"/>
              </a:solidFill>
              <a:highlight>
                <a:srgbClr val="FFE750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E750"/>
                </a:highlight>
              </a:rPr>
              <a:t>Identify major cost drivers (operations, marketing, etc.)</a:t>
            </a:r>
            <a:endParaRPr sz="1200">
              <a:solidFill>
                <a:schemeClr val="dk1"/>
              </a:solidFill>
              <a:highlight>
                <a:srgbClr val="FFE750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E750"/>
                </a:highlight>
              </a:rPr>
              <a:t>Describe how the business delivers value to customers – </a:t>
            </a:r>
            <a:r>
              <a:rPr lang="en" sz="1300" b="1">
                <a:solidFill>
                  <a:schemeClr val="dk1"/>
                </a:solidFill>
              </a:rPr>
              <a:t>Top Strengths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highlight>
                <a:srgbClr val="FFE750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1">
              <a:solidFill>
                <a:schemeClr val="dk1"/>
              </a:solidFill>
              <a:highlight>
                <a:srgbClr val="FFE750"/>
              </a:highlight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ae222425fb_0_9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ae222425fb_0_9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  <a:highlight>
                  <a:srgbClr val="FFE750"/>
                </a:highlight>
              </a:rPr>
              <a:t>Task 3: Unique Selling Proposition (USP) Identification</a:t>
            </a:r>
            <a:endParaRPr sz="1300" b="1">
              <a:solidFill>
                <a:schemeClr val="dk1"/>
              </a:solidFill>
              <a:highlight>
                <a:srgbClr val="FFE750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DE0A"/>
                </a:highlight>
              </a:rPr>
              <a:t>Identify key features that differentiate the company from competitors</a:t>
            </a:r>
            <a:endParaRPr sz="1200">
              <a:solidFill>
                <a:schemeClr val="dk1"/>
              </a:solidFill>
              <a:highlight>
                <a:srgbClr val="FFDE0A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E750"/>
                </a:highlight>
              </a:rPr>
              <a:t>Explain what attracts customers to choose this startup</a:t>
            </a:r>
            <a:endParaRPr sz="1200">
              <a:solidFill>
                <a:schemeClr val="dk1"/>
              </a:solidFill>
              <a:highlight>
                <a:srgbClr val="FFE750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DE0A"/>
                </a:highlight>
              </a:rPr>
              <a:t>Mention branding and experience factors that make it unique</a:t>
            </a:r>
            <a:endParaRPr>
              <a:solidFill>
                <a:schemeClr val="dk1"/>
              </a:solidFill>
              <a:highlight>
                <a:srgbClr val="FFDE0A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8660b5fa18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8660b5fa18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highlight>
                  <a:srgbClr val="FFE750"/>
                </a:highlight>
              </a:rPr>
              <a:t>Task 4: Market Gap &amp; Customer Need Analysis</a:t>
            </a:r>
            <a:endParaRPr sz="1300" b="1">
              <a:solidFill>
                <a:schemeClr val="dk1"/>
              </a:solidFill>
              <a:highlight>
                <a:srgbClr val="FFE750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E750"/>
                </a:highlight>
              </a:rPr>
              <a:t>Identify market pain points before the startup existed</a:t>
            </a:r>
            <a:endParaRPr sz="1200">
              <a:solidFill>
                <a:schemeClr val="dk1"/>
              </a:solidFill>
              <a:highlight>
                <a:srgbClr val="FFE750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E750"/>
                </a:highlight>
              </a:rPr>
              <a:t>Describe the problem the startup solves</a:t>
            </a:r>
            <a:endParaRPr sz="1200">
              <a:solidFill>
                <a:schemeClr val="dk1"/>
              </a:solidFill>
              <a:highlight>
                <a:srgbClr val="FFE750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E750"/>
                </a:highlight>
              </a:rPr>
              <a:t>Explain how customers benefit from this solution</a:t>
            </a:r>
            <a:endParaRPr sz="1200">
              <a:solidFill>
                <a:schemeClr val="dk1"/>
              </a:solidFill>
              <a:highlight>
                <a:srgbClr val="FFE750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Rapido solved the problem of </a:t>
            </a:r>
            <a:r>
              <a:rPr lang="en" b="1">
                <a:solidFill>
                  <a:schemeClr val="dk1"/>
                </a:solidFill>
              </a:rPr>
              <a:t>high auto/cab fares</a:t>
            </a:r>
            <a:r>
              <a:rPr lang="en">
                <a:solidFill>
                  <a:schemeClr val="dk1"/>
                </a:solidFill>
              </a:rPr>
              <a:t> for 2–5 km rides.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91a0407a56_0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391a0407a56_0_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  <a:highlight>
                  <a:srgbClr val="FFE750"/>
                </a:highlight>
              </a:rPr>
              <a:t>Task 5: Technology &amp; Innovation Study</a:t>
            </a:r>
            <a:endParaRPr sz="1300" b="1">
              <a:solidFill>
                <a:schemeClr val="dk1"/>
              </a:solidFill>
              <a:highlight>
                <a:srgbClr val="FFE750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E750"/>
                </a:highlight>
              </a:rPr>
              <a:t>List technology elements the company uses (app features, AI, logistics, etc.)</a:t>
            </a:r>
            <a:endParaRPr sz="1200">
              <a:solidFill>
                <a:schemeClr val="dk1"/>
              </a:solidFill>
              <a:highlight>
                <a:srgbClr val="FFE750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E750"/>
                </a:highlight>
              </a:rPr>
              <a:t>Explain how technology improves business performance and customer experience</a:t>
            </a:r>
            <a:endParaRPr sz="1200">
              <a:solidFill>
                <a:schemeClr val="dk1"/>
              </a:solidFill>
              <a:highlight>
                <a:srgbClr val="FFE750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E750"/>
                </a:highlight>
              </a:rPr>
              <a:t>Describe any innovations the company has introduced</a:t>
            </a:r>
            <a:endParaRPr>
              <a:highlight>
                <a:srgbClr val="FFE750"/>
              </a:highlight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3a414f2132c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3a414f2132c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  <a:highlight>
                  <a:srgbClr val="FFE750"/>
                </a:highlight>
              </a:rPr>
              <a:t>Task 6: Customer Review &amp; Sentiment Analysis</a:t>
            </a:r>
            <a:endParaRPr sz="1300" b="1">
              <a:solidFill>
                <a:schemeClr val="dk1"/>
              </a:solidFill>
              <a:highlight>
                <a:srgbClr val="FFE750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E750"/>
                </a:highlight>
              </a:rPr>
              <a:t>Collect real customer reviews from Play Store/App Store/social media</a:t>
            </a:r>
            <a:endParaRPr sz="1200">
              <a:solidFill>
                <a:schemeClr val="dk1"/>
              </a:solidFill>
              <a:highlight>
                <a:srgbClr val="FFE750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E750"/>
                </a:highlight>
              </a:rPr>
              <a:t>Classify reviews as </a:t>
            </a:r>
            <a:r>
              <a:rPr lang="en" sz="1200" b="1">
                <a:solidFill>
                  <a:schemeClr val="dk1"/>
                </a:solidFill>
                <a:highlight>
                  <a:srgbClr val="FFE750"/>
                </a:highlight>
              </a:rPr>
              <a:t>positive, negative, or neutral</a:t>
            </a:r>
            <a:endParaRPr sz="1200" b="1">
              <a:solidFill>
                <a:schemeClr val="dk1"/>
              </a:solidFill>
              <a:highlight>
                <a:srgbClr val="FFE750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E750"/>
                </a:highlight>
              </a:rPr>
              <a:t>Identify common themes across each sentiment category</a:t>
            </a:r>
            <a:br>
              <a:rPr lang="en" sz="1200">
                <a:solidFill>
                  <a:schemeClr val="dk1"/>
                </a:solidFill>
                <a:highlight>
                  <a:srgbClr val="FFE750"/>
                </a:highlight>
              </a:rPr>
            </a:br>
            <a:endParaRPr>
              <a:highlight>
                <a:srgbClr val="FFE750"/>
              </a:highlight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ae222425fb_0_7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3ae222425fb_0_7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highlight>
                  <a:srgbClr val="FFE750"/>
                </a:highlight>
              </a:rPr>
              <a:t>Task 7: Competitor Benchmarking</a:t>
            </a:r>
            <a:endParaRPr sz="1300" b="1">
              <a:solidFill>
                <a:schemeClr val="dk1"/>
              </a:solidFill>
              <a:highlight>
                <a:srgbClr val="FFE750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E750"/>
                </a:highlight>
              </a:rPr>
              <a:t>Select at least </a:t>
            </a:r>
            <a:r>
              <a:rPr lang="en" sz="1200" b="1">
                <a:solidFill>
                  <a:schemeClr val="dk1"/>
                </a:solidFill>
                <a:highlight>
                  <a:srgbClr val="FFE750"/>
                </a:highlight>
              </a:rPr>
              <a:t>3 major competitors</a:t>
            </a:r>
            <a:endParaRPr sz="1200" b="1">
              <a:solidFill>
                <a:schemeClr val="dk1"/>
              </a:solidFill>
              <a:highlight>
                <a:srgbClr val="FFE750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E750"/>
                </a:highlight>
              </a:rPr>
              <a:t>Compare delivery, product variety, pricing, app experience, customer satisfaction</a:t>
            </a:r>
            <a:endParaRPr sz="1200">
              <a:solidFill>
                <a:schemeClr val="dk1"/>
              </a:solidFill>
              <a:highlight>
                <a:srgbClr val="FFE750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E750"/>
                </a:highlight>
              </a:rPr>
              <a:t>Present differences using a table or chart</a:t>
            </a:r>
            <a:br>
              <a:rPr lang="en" sz="1200">
                <a:solidFill>
                  <a:schemeClr val="dk1"/>
                </a:solidFill>
                <a:highlight>
                  <a:srgbClr val="FFE750"/>
                </a:highlight>
              </a:rPr>
            </a:br>
            <a:endParaRPr>
              <a:solidFill>
                <a:schemeClr val="dk1"/>
              </a:solidFill>
              <a:highlight>
                <a:srgbClr val="FFE750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ae222425fb_0_8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3ae222425fb_0_8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  <a:highlight>
                  <a:srgbClr val="FFE750"/>
                </a:highlight>
              </a:rPr>
              <a:t>Task 8: SWOT Analysis</a:t>
            </a:r>
            <a:endParaRPr sz="1300" b="1">
              <a:solidFill>
                <a:schemeClr val="dk1"/>
              </a:solidFill>
              <a:highlight>
                <a:srgbClr val="FFE750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E750"/>
                </a:highlight>
              </a:rPr>
              <a:t>Analyze the company’s internal strengths &amp; weaknesses</a:t>
            </a:r>
            <a:endParaRPr sz="1200">
              <a:solidFill>
                <a:schemeClr val="dk1"/>
              </a:solidFill>
              <a:highlight>
                <a:srgbClr val="FFE750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E750"/>
                </a:highlight>
              </a:rPr>
              <a:t>Identify market opportunities &amp; external threats</a:t>
            </a:r>
            <a:endParaRPr sz="1200">
              <a:solidFill>
                <a:schemeClr val="dk1"/>
              </a:solidFill>
              <a:highlight>
                <a:srgbClr val="FFE750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E750"/>
                </a:highlight>
              </a:rPr>
              <a:t>Present findings in a simple SWOT matrix</a:t>
            </a:r>
            <a:br>
              <a:rPr lang="en" sz="1200">
                <a:solidFill>
                  <a:schemeClr val="dk1"/>
                </a:solidFill>
                <a:highlight>
                  <a:srgbClr val="FFE750"/>
                </a:highlight>
              </a:rPr>
            </a:br>
            <a:endParaRPr>
              <a:solidFill>
                <a:schemeClr val="dk1"/>
              </a:solidFill>
              <a:highlight>
                <a:srgbClr val="FFE750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highlight>
                <a:srgbClr val="FFE750"/>
              </a:highlight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3ae222425fb_0_9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3ae222425fb_0_9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Task 9: Key Insights &amp; Findings</a:t>
            </a:r>
            <a:endParaRPr sz="13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</a:rPr>
              <a:t>Highlight </a:t>
            </a:r>
            <a:r>
              <a:rPr lang="en" sz="1200" b="1">
                <a:solidFill>
                  <a:schemeClr val="dk1"/>
                </a:solidFill>
              </a:rPr>
              <a:t>top strengths</a:t>
            </a:r>
            <a:r>
              <a:rPr lang="en" sz="1200">
                <a:solidFill>
                  <a:schemeClr val="dk1"/>
                </a:solidFill>
              </a:rPr>
              <a:t> (what is working well)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</a:rPr>
              <a:t>Highlight </a:t>
            </a:r>
            <a:r>
              <a:rPr lang="en" sz="1200" b="1">
                <a:solidFill>
                  <a:schemeClr val="dk1"/>
                </a:solidFill>
              </a:rPr>
              <a:t>key problem areas</a:t>
            </a:r>
            <a:r>
              <a:rPr lang="en" sz="1200">
                <a:solidFill>
                  <a:schemeClr val="dk1"/>
                </a:solidFill>
              </a:rPr>
              <a:t> (where improvements are needed)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Use data or review patterns to support insights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3ae37558159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3ae37558159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  <a:highlight>
                  <a:srgbClr val="FFE750"/>
                </a:highlight>
              </a:rPr>
              <a:t>Task 10: Strategic Business Recommendations</a:t>
            </a:r>
            <a:endParaRPr sz="1300" b="1">
              <a:solidFill>
                <a:schemeClr val="dk1"/>
              </a:solidFill>
              <a:highlight>
                <a:srgbClr val="FFE750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E750"/>
                </a:highlight>
              </a:rPr>
              <a:t>Provide </a:t>
            </a:r>
            <a:r>
              <a:rPr lang="en" sz="1200" b="1">
                <a:solidFill>
                  <a:schemeClr val="dk1"/>
                </a:solidFill>
                <a:highlight>
                  <a:srgbClr val="FFE750"/>
                </a:highlight>
              </a:rPr>
              <a:t>practical &amp; actionable</a:t>
            </a:r>
            <a:r>
              <a:rPr lang="en" sz="1200">
                <a:solidFill>
                  <a:schemeClr val="dk1"/>
                </a:solidFill>
                <a:highlight>
                  <a:srgbClr val="FFE750"/>
                </a:highlight>
              </a:rPr>
              <a:t> strategies to improve business performance</a:t>
            </a:r>
            <a:endParaRPr sz="1200">
              <a:solidFill>
                <a:schemeClr val="dk1"/>
              </a:solidFill>
              <a:highlight>
                <a:srgbClr val="FFE750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E750"/>
                </a:highlight>
              </a:rPr>
              <a:t>Focus on customer satisfaction, operational efficiency, and competitive advantage</a:t>
            </a:r>
            <a:endParaRPr sz="1200">
              <a:solidFill>
                <a:schemeClr val="dk1"/>
              </a:solidFill>
              <a:highlight>
                <a:srgbClr val="FFE750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Include short-term &amp; long-term recommendations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Reason for long term recommendation - </a:t>
            </a:r>
            <a:r>
              <a:rPr lang="en" sz="1300" b="1">
                <a:solidFill>
                  <a:schemeClr val="dk1"/>
                </a:solidFill>
              </a:rPr>
              <a:t>Why this is a strong long-term recommendation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Government policies across India are pushing for </a:t>
            </a:r>
            <a:r>
              <a:rPr lang="en" b="1">
                <a:solidFill>
                  <a:schemeClr val="dk1"/>
                </a:solidFill>
              </a:rPr>
              <a:t>electric mobility adoption</a:t>
            </a:r>
            <a:r>
              <a:rPr lang="en">
                <a:solidFill>
                  <a:schemeClr val="dk1"/>
                </a:solidFill>
              </a:rPr>
              <a:t>, especially for commercial vehicles.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EV bikes </a:t>
            </a:r>
            <a:r>
              <a:rPr lang="en" b="1">
                <a:solidFill>
                  <a:schemeClr val="dk1"/>
                </a:solidFill>
              </a:rPr>
              <a:t>reduce per-km operating cost by 60–70%</a:t>
            </a:r>
            <a:r>
              <a:rPr lang="en">
                <a:solidFill>
                  <a:schemeClr val="dk1"/>
                </a:solidFill>
              </a:rPr>
              <a:t>, increasing captain earnings and reducing cancellations.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Rapido can partner with EV manufacturers, battery-swapping companies, and leasing providers to build a </a:t>
            </a:r>
            <a:r>
              <a:rPr lang="en" b="1">
                <a:solidFill>
                  <a:schemeClr val="dk1"/>
                </a:solidFill>
              </a:rPr>
              <a:t>sustainable and low-cost fleet ecosystem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Strong alignment with ESG goals and regulatory support nationwide.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87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3ae3d7893d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3ae3d7893d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Baseline Forecast:</a:t>
            </a:r>
            <a:br>
              <a:rPr lang="en" b="1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Projected using Rapido’s past 3-year growth rate (35–45% YoY) and industry bike-taxi growth (~20–25%).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Shows “business-as-usual” trajectory without extra improvements.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✔ Strategy Forecast:</a:t>
            </a:r>
            <a:br>
              <a:rPr lang="en" b="1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Assumes uplift from fixing top customer pain points—privacy, cancellations, safety—supported by industry data (15–30% higher retention &amp; repeat usage).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✔ Why Growth Increases:</a:t>
            </a:r>
            <a:br>
              <a:rPr lang="en" b="1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Because implementing these strategies aligns Rapido with Ola/Uber’s best practices and closes major trust gaps, driving higher adoption—especially among female riders.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BLANK_4">
    <p:bg>
      <p:bgPr>
        <a:solidFill>
          <a:schemeClr val="accent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5283375" y="285900"/>
            <a:ext cx="3573485" cy="3573485"/>
          </a:xfrm>
          <a:custGeom>
            <a:avLst/>
            <a:gdLst/>
            <a:ahLst/>
            <a:cxnLst/>
            <a:rect l="l" t="t" r="r" b="b"/>
            <a:pathLst>
              <a:path w="32645" h="32645" extrusionOk="0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title" idx="2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title" idx="3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title" idx="4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2">
  <p:cSld name="BLANK_1_1_1_1_2">
    <p:bg>
      <p:bgPr>
        <a:solidFill>
          <a:schemeClr val="accent1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title" idx="2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title" idx="3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body" idx="1"/>
          </p:nvPr>
        </p:nvSpPr>
        <p:spPr>
          <a:xfrm>
            <a:off x="457200" y="853819"/>
            <a:ext cx="8229600" cy="37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>
            <a:spLocks noGrp="1"/>
          </p:cNvSpPr>
          <p:nvPr>
            <p:ph type="ctrTitle"/>
          </p:nvPr>
        </p:nvSpPr>
        <p:spPr>
          <a:xfrm>
            <a:off x="457200" y="411475"/>
            <a:ext cx="5839500" cy="10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subTitle" idx="1"/>
          </p:nvPr>
        </p:nvSpPr>
        <p:spPr>
          <a:xfrm>
            <a:off x="457200" y="1454275"/>
            <a:ext cx="4114800" cy="39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86" name="Google Shape;86;p20"/>
          <p:cNvSpPr txBox="1">
            <a:spLocks noGrp="1"/>
          </p:cNvSpPr>
          <p:nvPr>
            <p:ph type="body" idx="1"/>
          </p:nvPr>
        </p:nvSpPr>
        <p:spPr>
          <a:xfrm>
            <a:off x="457200" y="1247950"/>
            <a:ext cx="8229600" cy="30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5" name="Google Shape;95;p2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01" name="Google Shape;101;p25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02" name="Google Shape;102;p2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7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7" name="Google Shape;107;p27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5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9"/>
          <p:cNvSpPr txBox="1"/>
          <p:nvPr/>
        </p:nvSpPr>
        <p:spPr>
          <a:xfrm>
            <a:off x="12198" y="755675"/>
            <a:ext cx="9107400" cy="1328700"/>
          </a:xfrm>
          <a:prstGeom prst="rect">
            <a:avLst/>
          </a:prstGeom>
          <a:solidFill>
            <a:srgbClr val="FFE75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14" name="Google Shape;114;p29"/>
          <p:cNvSpPr txBox="1">
            <a:spLocks noGrp="1"/>
          </p:cNvSpPr>
          <p:nvPr>
            <p:ph type="ctrTitle"/>
          </p:nvPr>
        </p:nvSpPr>
        <p:spPr>
          <a:xfrm>
            <a:off x="0" y="706000"/>
            <a:ext cx="5839500" cy="70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060">
                <a:solidFill>
                  <a:srgbClr val="3F3F3F"/>
                </a:solidFill>
                <a:latin typeface="Oswald"/>
                <a:ea typeface="Oswald"/>
                <a:cs typeface="Oswald"/>
                <a:sym typeface="Oswald"/>
              </a:rPr>
              <a:t>   Business Strategy Report</a:t>
            </a:r>
            <a:endParaRPr sz="5700"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15" name="Google Shape;115;p29"/>
          <p:cNvGrpSpPr/>
          <p:nvPr/>
        </p:nvGrpSpPr>
        <p:grpSpPr>
          <a:xfrm>
            <a:off x="4005025" y="2384009"/>
            <a:ext cx="6009115" cy="2348070"/>
            <a:chOff x="1474600" y="238125"/>
            <a:chExt cx="4680725" cy="1829000"/>
          </a:xfrm>
        </p:grpSpPr>
        <p:sp>
          <p:nvSpPr>
            <p:cNvPr id="116" name="Google Shape;116;p29"/>
            <p:cNvSpPr/>
            <p:nvPr/>
          </p:nvSpPr>
          <p:spPr>
            <a:xfrm>
              <a:off x="3698775" y="238125"/>
              <a:ext cx="548125" cy="198600"/>
            </a:xfrm>
            <a:custGeom>
              <a:avLst/>
              <a:gdLst/>
              <a:ahLst/>
              <a:cxnLst/>
              <a:rect l="l" t="t" r="r" b="b"/>
              <a:pathLst>
                <a:path w="21925" h="7944" extrusionOk="0">
                  <a:moveTo>
                    <a:pt x="19303" y="0"/>
                  </a:moveTo>
                  <a:lnTo>
                    <a:pt x="3019" y="715"/>
                  </a:lnTo>
                  <a:lnTo>
                    <a:pt x="1" y="7546"/>
                  </a:lnTo>
                  <a:lnTo>
                    <a:pt x="21925" y="7944"/>
                  </a:lnTo>
                  <a:lnTo>
                    <a:pt x="193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9"/>
            <p:cNvSpPr/>
            <p:nvPr/>
          </p:nvSpPr>
          <p:spPr>
            <a:xfrm>
              <a:off x="1756600" y="1252900"/>
              <a:ext cx="3812900" cy="399175"/>
            </a:xfrm>
            <a:custGeom>
              <a:avLst/>
              <a:gdLst/>
              <a:ahLst/>
              <a:cxnLst/>
              <a:rect l="l" t="t" r="r" b="b"/>
              <a:pathLst>
                <a:path w="152516" h="15967" extrusionOk="0">
                  <a:moveTo>
                    <a:pt x="73557" y="0"/>
                  </a:moveTo>
                  <a:lnTo>
                    <a:pt x="0" y="1351"/>
                  </a:lnTo>
                  <a:lnTo>
                    <a:pt x="874" y="12472"/>
                  </a:lnTo>
                  <a:lnTo>
                    <a:pt x="7864" y="12472"/>
                  </a:lnTo>
                  <a:lnTo>
                    <a:pt x="27485" y="13345"/>
                  </a:lnTo>
                  <a:lnTo>
                    <a:pt x="28279" y="13743"/>
                  </a:lnTo>
                  <a:lnTo>
                    <a:pt x="29153" y="14140"/>
                  </a:lnTo>
                  <a:lnTo>
                    <a:pt x="30186" y="14616"/>
                  </a:lnTo>
                  <a:lnTo>
                    <a:pt x="31456" y="15093"/>
                  </a:lnTo>
                  <a:lnTo>
                    <a:pt x="32886" y="15490"/>
                  </a:lnTo>
                  <a:lnTo>
                    <a:pt x="34316" y="15808"/>
                  </a:lnTo>
                  <a:lnTo>
                    <a:pt x="35031" y="15887"/>
                  </a:lnTo>
                  <a:lnTo>
                    <a:pt x="35746" y="15967"/>
                  </a:lnTo>
                  <a:lnTo>
                    <a:pt x="116929" y="15967"/>
                  </a:lnTo>
                  <a:lnTo>
                    <a:pt x="117564" y="15887"/>
                  </a:lnTo>
                  <a:lnTo>
                    <a:pt x="117961" y="15808"/>
                  </a:lnTo>
                  <a:lnTo>
                    <a:pt x="118358" y="15570"/>
                  </a:lnTo>
                  <a:lnTo>
                    <a:pt x="118835" y="15252"/>
                  </a:lnTo>
                  <a:lnTo>
                    <a:pt x="119312" y="14855"/>
                  </a:lnTo>
                  <a:lnTo>
                    <a:pt x="119868" y="14299"/>
                  </a:lnTo>
                  <a:lnTo>
                    <a:pt x="120662" y="13822"/>
                  </a:lnTo>
                  <a:lnTo>
                    <a:pt x="121536" y="13425"/>
                  </a:lnTo>
                  <a:lnTo>
                    <a:pt x="122489" y="13028"/>
                  </a:lnTo>
                  <a:lnTo>
                    <a:pt x="123998" y="12551"/>
                  </a:lnTo>
                  <a:lnTo>
                    <a:pt x="124713" y="12313"/>
                  </a:lnTo>
                  <a:lnTo>
                    <a:pt x="145684" y="14696"/>
                  </a:lnTo>
                  <a:lnTo>
                    <a:pt x="152515" y="14696"/>
                  </a:lnTo>
                  <a:lnTo>
                    <a:pt x="152515" y="318"/>
                  </a:lnTo>
                  <a:lnTo>
                    <a:pt x="735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9"/>
            <p:cNvSpPr/>
            <p:nvPr/>
          </p:nvSpPr>
          <p:spPr>
            <a:xfrm>
              <a:off x="3591550" y="1608375"/>
              <a:ext cx="232375" cy="83425"/>
            </a:xfrm>
            <a:custGeom>
              <a:avLst/>
              <a:gdLst/>
              <a:ahLst/>
              <a:cxnLst/>
              <a:rect l="l" t="t" r="r" b="b"/>
              <a:pathLst>
                <a:path w="9295" h="3337" extrusionOk="0">
                  <a:moveTo>
                    <a:pt x="3019" y="0"/>
                  </a:moveTo>
                  <a:lnTo>
                    <a:pt x="1668" y="80"/>
                  </a:lnTo>
                  <a:lnTo>
                    <a:pt x="1112" y="80"/>
                  </a:lnTo>
                  <a:lnTo>
                    <a:pt x="636" y="239"/>
                  </a:lnTo>
                  <a:lnTo>
                    <a:pt x="318" y="397"/>
                  </a:lnTo>
                  <a:lnTo>
                    <a:pt x="80" y="636"/>
                  </a:lnTo>
                  <a:lnTo>
                    <a:pt x="0" y="1033"/>
                  </a:lnTo>
                  <a:lnTo>
                    <a:pt x="80" y="1510"/>
                  </a:lnTo>
                  <a:lnTo>
                    <a:pt x="238" y="2145"/>
                  </a:lnTo>
                  <a:lnTo>
                    <a:pt x="477" y="2781"/>
                  </a:lnTo>
                  <a:lnTo>
                    <a:pt x="636" y="2939"/>
                  </a:lnTo>
                  <a:lnTo>
                    <a:pt x="874" y="3178"/>
                  </a:lnTo>
                  <a:lnTo>
                    <a:pt x="1192" y="3257"/>
                  </a:lnTo>
                  <a:lnTo>
                    <a:pt x="1509" y="3337"/>
                  </a:lnTo>
                  <a:lnTo>
                    <a:pt x="4131" y="3257"/>
                  </a:lnTo>
                  <a:lnTo>
                    <a:pt x="6752" y="3337"/>
                  </a:lnTo>
                  <a:lnTo>
                    <a:pt x="7705" y="3257"/>
                  </a:lnTo>
                  <a:lnTo>
                    <a:pt x="8261" y="3178"/>
                  </a:lnTo>
                  <a:lnTo>
                    <a:pt x="8500" y="3019"/>
                  </a:lnTo>
                  <a:lnTo>
                    <a:pt x="8659" y="2860"/>
                  </a:lnTo>
                  <a:lnTo>
                    <a:pt x="8897" y="2463"/>
                  </a:lnTo>
                  <a:lnTo>
                    <a:pt x="9056" y="1907"/>
                  </a:lnTo>
                  <a:lnTo>
                    <a:pt x="9215" y="1510"/>
                  </a:lnTo>
                  <a:lnTo>
                    <a:pt x="9294" y="1192"/>
                  </a:lnTo>
                  <a:lnTo>
                    <a:pt x="9215" y="953"/>
                  </a:lnTo>
                  <a:lnTo>
                    <a:pt x="9135" y="795"/>
                  </a:lnTo>
                  <a:lnTo>
                    <a:pt x="8976" y="556"/>
                  </a:lnTo>
                  <a:lnTo>
                    <a:pt x="8738" y="397"/>
                  </a:lnTo>
                  <a:lnTo>
                    <a:pt x="8420" y="318"/>
                  </a:lnTo>
                  <a:lnTo>
                    <a:pt x="7705" y="159"/>
                  </a:lnTo>
                  <a:lnTo>
                    <a:pt x="675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9"/>
            <p:cNvSpPr/>
            <p:nvPr/>
          </p:nvSpPr>
          <p:spPr>
            <a:xfrm>
              <a:off x="6040125" y="1217150"/>
              <a:ext cx="67550" cy="63575"/>
            </a:xfrm>
            <a:custGeom>
              <a:avLst/>
              <a:gdLst/>
              <a:ahLst/>
              <a:cxnLst/>
              <a:rect l="l" t="t" r="r" b="b"/>
              <a:pathLst>
                <a:path w="2702" h="2543" extrusionOk="0">
                  <a:moveTo>
                    <a:pt x="1271" y="1"/>
                  </a:moveTo>
                  <a:lnTo>
                    <a:pt x="1033" y="80"/>
                  </a:lnTo>
                  <a:lnTo>
                    <a:pt x="715" y="159"/>
                  </a:lnTo>
                  <a:lnTo>
                    <a:pt x="477" y="318"/>
                  </a:lnTo>
                  <a:lnTo>
                    <a:pt x="318" y="477"/>
                  </a:lnTo>
                  <a:lnTo>
                    <a:pt x="159" y="715"/>
                  </a:lnTo>
                  <a:lnTo>
                    <a:pt x="80" y="954"/>
                  </a:lnTo>
                  <a:lnTo>
                    <a:pt x="1" y="1192"/>
                  </a:lnTo>
                  <a:lnTo>
                    <a:pt x="1" y="1430"/>
                  </a:lnTo>
                  <a:lnTo>
                    <a:pt x="1" y="1748"/>
                  </a:lnTo>
                  <a:lnTo>
                    <a:pt x="80" y="1986"/>
                  </a:lnTo>
                  <a:lnTo>
                    <a:pt x="239" y="2145"/>
                  </a:lnTo>
                  <a:lnTo>
                    <a:pt x="477" y="2304"/>
                  </a:lnTo>
                  <a:lnTo>
                    <a:pt x="715" y="2463"/>
                  </a:lnTo>
                  <a:lnTo>
                    <a:pt x="1033" y="2542"/>
                  </a:lnTo>
                  <a:lnTo>
                    <a:pt x="1589" y="2542"/>
                  </a:lnTo>
                  <a:lnTo>
                    <a:pt x="1828" y="2463"/>
                  </a:lnTo>
                  <a:lnTo>
                    <a:pt x="2145" y="2384"/>
                  </a:lnTo>
                  <a:lnTo>
                    <a:pt x="2384" y="2225"/>
                  </a:lnTo>
                  <a:lnTo>
                    <a:pt x="2542" y="2066"/>
                  </a:lnTo>
                  <a:lnTo>
                    <a:pt x="2622" y="1828"/>
                  </a:lnTo>
                  <a:lnTo>
                    <a:pt x="2701" y="1669"/>
                  </a:lnTo>
                  <a:lnTo>
                    <a:pt x="2701" y="1192"/>
                  </a:lnTo>
                  <a:lnTo>
                    <a:pt x="2542" y="715"/>
                  </a:lnTo>
                  <a:lnTo>
                    <a:pt x="2463" y="477"/>
                  </a:lnTo>
                  <a:lnTo>
                    <a:pt x="2225" y="318"/>
                  </a:lnTo>
                  <a:lnTo>
                    <a:pt x="2066" y="159"/>
                  </a:lnTo>
                  <a:lnTo>
                    <a:pt x="1828" y="80"/>
                  </a:lnTo>
                  <a:lnTo>
                    <a:pt x="1510" y="1"/>
                  </a:lnTo>
                  <a:close/>
                </a:path>
              </a:pathLst>
            </a:custGeom>
            <a:solidFill>
              <a:srgbClr val="D83535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9"/>
            <p:cNvSpPr/>
            <p:nvPr/>
          </p:nvSpPr>
          <p:spPr>
            <a:xfrm>
              <a:off x="1830075" y="1368075"/>
              <a:ext cx="699050" cy="699050"/>
            </a:xfrm>
            <a:custGeom>
              <a:avLst/>
              <a:gdLst/>
              <a:ahLst/>
              <a:cxnLst/>
              <a:rect l="l" t="t" r="r" b="b"/>
              <a:pathLst>
                <a:path w="27962" h="27962" extrusionOk="0">
                  <a:moveTo>
                    <a:pt x="12789" y="1"/>
                  </a:moveTo>
                  <a:lnTo>
                    <a:pt x="11359" y="80"/>
                  </a:lnTo>
                  <a:lnTo>
                    <a:pt x="10009" y="239"/>
                  </a:lnTo>
                  <a:lnTo>
                    <a:pt x="8738" y="636"/>
                  </a:lnTo>
                  <a:lnTo>
                    <a:pt x="7467" y="1113"/>
                  </a:lnTo>
                  <a:lnTo>
                    <a:pt x="6355" y="1669"/>
                  </a:lnTo>
                  <a:lnTo>
                    <a:pt x="5322" y="2384"/>
                  </a:lnTo>
                  <a:lnTo>
                    <a:pt x="4369" y="3178"/>
                  </a:lnTo>
                  <a:lnTo>
                    <a:pt x="3495" y="4052"/>
                  </a:lnTo>
                  <a:lnTo>
                    <a:pt x="2701" y="5084"/>
                  </a:lnTo>
                  <a:lnTo>
                    <a:pt x="1986" y="6117"/>
                  </a:lnTo>
                  <a:lnTo>
                    <a:pt x="1430" y="7309"/>
                  </a:lnTo>
                  <a:lnTo>
                    <a:pt x="874" y="8500"/>
                  </a:lnTo>
                  <a:lnTo>
                    <a:pt x="556" y="9851"/>
                  </a:lnTo>
                  <a:lnTo>
                    <a:pt x="239" y="11122"/>
                  </a:lnTo>
                  <a:lnTo>
                    <a:pt x="80" y="12551"/>
                  </a:lnTo>
                  <a:lnTo>
                    <a:pt x="0" y="13981"/>
                  </a:lnTo>
                  <a:lnTo>
                    <a:pt x="80" y="15411"/>
                  </a:lnTo>
                  <a:lnTo>
                    <a:pt x="318" y="16761"/>
                  </a:lnTo>
                  <a:lnTo>
                    <a:pt x="636" y="18112"/>
                  </a:lnTo>
                  <a:lnTo>
                    <a:pt x="1112" y="19383"/>
                  </a:lnTo>
                  <a:lnTo>
                    <a:pt x="1668" y="20654"/>
                  </a:lnTo>
                  <a:lnTo>
                    <a:pt x="2383" y="21766"/>
                  </a:lnTo>
                  <a:lnTo>
                    <a:pt x="3178" y="22878"/>
                  </a:lnTo>
                  <a:lnTo>
                    <a:pt x="4131" y="23831"/>
                  </a:lnTo>
                  <a:lnTo>
                    <a:pt x="5084" y="24784"/>
                  </a:lnTo>
                  <a:lnTo>
                    <a:pt x="6196" y="25579"/>
                  </a:lnTo>
                  <a:lnTo>
                    <a:pt x="7308" y="26294"/>
                  </a:lnTo>
                  <a:lnTo>
                    <a:pt x="8579" y="26850"/>
                  </a:lnTo>
                  <a:lnTo>
                    <a:pt x="9850" y="27326"/>
                  </a:lnTo>
                  <a:lnTo>
                    <a:pt x="11201" y="27644"/>
                  </a:lnTo>
                  <a:lnTo>
                    <a:pt x="12551" y="27882"/>
                  </a:lnTo>
                  <a:lnTo>
                    <a:pt x="13981" y="27962"/>
                  </a:lnTo>
                  <a:lnTo>
                    <a:pt x="15411" y="27882"/>
                  </a:lnTo>
                  <a:lnTo>
                    <a:pt x="16841" y="27644"/>
                  </a:lnTo>
                  <a:lnTo>
                    <a:pt x="18191" y="27326"/>
                  </a:lnTo>
                  <a:lnTo>
                    <a:pt x="19462" y="26850"/>
                  </a:lnTo>
                  <a:lnTo>
                    <a:pt x="20653" y="26294"/>
                  </a:lnTo>
                  <a:lnTo>
                    <a:pt x="21845" y="25579"/>
                  </a:lnTo>
                  <a:lnTo>
                    <a:pt x="22878" y="24784"/>
                  </a:lnTo>
                  <a:lnTo>
                    <a:pt x="23910" y="23831"/>
                  </a:lnTo>
                  <a:lnTo>
                    <a:pt x="24784" y="22878"/>
                  </a:lnTo>
                  <a:lnTo>
                    <a:pt x="25578" y="21766"/>
                  </a:lnTo>
                  <a:lnTo>
                    <a:pt x="26293" y="20654"/>
                  </a:lnTo>
                  <a:lnTo>
                    <a:pt x="26929" y="19383"/>
                  </a:lnTo>
                  <a:lnTo>
                    <a:pt x="27326" y="18112"/>
                  </a:lnTo>
                  <a:lnTo>
                    <a:pt x="27723" y="16761"/>
                  </a:lnTo>
                  <a:lnTo>
                    <a:pt x="27882" y="15411"/>
                  </a:lnTo>
                  <a:lnTo>
                    <a:pt x="27961" y="13981"/>
                  </a:lnTo>
                  <a:lnTo>
                    <a:pt x="27882" y="12551"/>
                  </a:lnTo>
                  <a:lnTo>
                    <a:pt x="27644" y="11122"/>
                  </a:lnTo>
                  <a:lnTo>
                    <a:pt x="27247" y="9851"/>
                  </a:lnTo>
                  <a:lnTo>
                    <a:pt x="26690" y="8500"/>
                  </a:lnTo>
                  <a:lnTo>
                    <a:pt x="25976" y="7309"/>
                  </a:lnTo>
                  <a:lnTo>
                    <a:pt x="25181" y="6117"/>
                  </a:lnTo>
                  <a:lnTo>
                    <a:pt x="24307" y="5084"/>
                  </a:lnTo>
                  <a:lnTo>
                    <a:pt x="23275" y="4052"/>
                  </a:lnTo>
                  <a:lnTo>
                    <a:pt x="22163" y="3178"/>
                  </a:lnTo>
                  <a:lnTo>
                    <a:pt x="20971" y="2384"/>
                  </a:lnTo>
                  <a:lnTo>
                    <a:pt x="19700" y="1669"/>
                  </a:lnTo>
                  <a:lnTo>
                    <a:pt x="18429" y="1113"/>
                  </a:lnTo>
                  <a:lnTo>
                    <a:pt x="16999" y="636"/>
                  </a:lnTo>
                  <a:lnTo>
                    <a:pt x="15649" y="239"/>
                  </a:lnTo>
                  <a:lnTo>
                    <a:pt x="14219" y="80"/>
                  </a:lnTo>
                  <a:lnTo>
                    <a:pt x="127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9"/>
            <p:cNvSpPr/>
            <p:nvPr/>
          </p:nvSpPr>
          <p:spPr>
            <a:xfrm>
              <a:off x="1994900" y="1532900"/>
              <a:ext cx="369400" cy="369400"/>
            </a:xfrm>
            <a:custGeom>
              <a:avLst/>
              <a:gdLst/>
              <a:ahLst/>
              <a:cxnLst/>
              <a:rect l="l" t="t" r="r" b="b"/>
              <a:pathLst>
                <a:path w="14776" h="14776" extrusionOk="0">
                  <a:moveTo>
                    <a:pt x="6991" y="1"/>
                  </a:moveTo>
                  <a:lnTo>
                    <a:pt x="6276" y="160"/>
                  </a:lnTo>
                  <a:lnTo>
                    <a:pt x="5561" y="318"/>
                  </a:lnTo>
                  <a:lnTo>
                    <a:pt x="4846" y="557"/>
                  </a:lnTo>
                  <a:lnTo>
                    <a:pt x="4210" y="875"/>
                  </a:lnTo>
                  <a:lnTo>
                    <a:pt x="3575" y="1272"/>
                  </a:lnTo>
                  <a:lnTo>
                    <a:pt x="3019" y="1748"/>
                  </a:lnTo>
                  <a:lnTo>
                    <a:pt x="2463" y="2225"/>
                  </a:lnTo>
                  <a:lnTo>
                    <a:pt x="1907" y="2781"/>
                  </a:lnTo>
                  <a:lnTo>
                    <a:pt x="1510" y="3416"/>
                  </a:lnTo>
                  <a:lnTo>
                    <a:pt x="1112" y="4052"/>
                  </a:lnTo>
                  <a:lnTo>
                    <a:pt x="715" y="4767"/>
                  </a:lnTo>
                  <a:lnTo>
                    <a:pt x="477" y="5402"/>
                  </a:lnTo>
                  <a:lnTo>
                    <a:pt x="239" y="6197"/>
                  </a:lnTo>
                  <a:lnTo>
                    <a:pt x="80" y="6912"/>
                  </a:lnTo>
                  <a:lnTo>
                    <a:pt x="0" y="7706"/>
                  </a:lnTo>
                  <a:lnTo>
                    <a:pt x="0" y="8421"/>
                  </a:lnTo>
                  <a:lnTo>
                    <a:pt x="80" y="9136"/>
                  </a:lnTo>
                  <a:lnTo>
                    <a:pt x="239" y="9851"/>
                  </a:lnTo>
                  <a:lnTo>
                    <a:pt x="477" y="10486"/>
                  </a:lnTo>
                  <a:lnTo>
                    <a:pt x="715" y="11042"/>
                  </a:lnTo>
                  <a:lnTo>
                    <a:pt x="1112" y="11678"/>
                  </a:lnTo>
                  <a:lnTo>
                    <a:pt x="1510" y="12154"/>
                  </a:lnTo>
                  <a:lnTo>
                    <a:pt x="1907" y="12631"/>
                  </a:lnTo>
                  <a:lnTo>
                    <a:pt x="2463" y="13108"/>
                  </a:lnTo>
                  <a:lnTo>
                    <a:pt x="2939" y="13505"/>
                  </a:lnTo>
                  <a:lnTo>
                    <a:pt x="3575" y="13822"/>
                  </a:lnTo>
                  <a:lnTo>
                    <a:pt x="4210" y="14140"/>
                  </a:lnTo>
                  <a:lnTo>
                    <a:pt x="4846" y="14379"/>
                  </a:lnTo>
                  <a:lnTo>
                    <a:pt x="5561" y="14537"/>
                  </a:lnTo>
                  <a:lnTo>
                    <a:pt x="6276" y="14696"/>
                  </a:lnTo>
                  <a:lnTo>
                    <a:pt x="7070" y="14776"/>
                  </a:lnTo>
                  <a:lnTo>
                    <a:pt x="7785" y="14776"/>
                  </a:lnTo>
                  <a:lnTo>
                    <a:pt x="8500" y="14696"/>
                  </a:lnTo>
                  <a:lnTo>
                    <a:pt x="9215" y="14537"/>
                  </a:lnTo>
                  <a:lnTo>
                    <a:pt x="9930" y="14299"/>
                  </a:lnTo>
                  <a:lnTo>
                    <a:pt x="10565" y="14061"/>
                  </a:lnTo>
                  <a:lnTo>
                    <a:pt x="11201" y="13664"/>
                  </a:lnTo>
                  <a:lnTo>
                    <a:pt x="11836" y="13266"/>
                  </a:lnTo>
                  <a:lnTo>
                    <a:pt x="12313" y="12869"/>
                  </a:lnTo>
                  <a:lnTo>
                    <a:pt x="12869" y="12313"/>
                  </a:lnTo>
                  <a:lnTo>
                    <a:pt x="13266" y="11837"/>
                  </a:lnTo>
                  <a:lnTo>
                    <a:pt x="13663" y="11201"/>
                  </a:lnTo>
                  <a:lnTo>
                    <a:pt x="14060" y="10566"/>
                  </a:lnTo>
                  <a:lnTo>
                    <a:pt x="14299" y="9930"/>
                  </a:lnTo>
                  <a:lnTo>
                    <a:pt x="14537" y="9215"/>
                  </a:lnTo>
                  <a:lnTo>
                    <a:pt x="14696" y="8500"/>
                  </a:lnTo>
                  <a:lnTo>
                    <a:pt x="14775" y="7785"/>
                  </a:lnTo>
                  <a:lnTo>
                    <a:pt x="14775" y="6991"/>
                  </a:lnTo>
                  <a:lnTo>
                    <a:pt x="14696" y="6276"/>
                  </a:lnTo>
                  <a:lnTo>
                    <a:pt x="14537" y="5561"/>
                  </a:lnTo>
                  <a:lnTo>
                    <a:pt x="14299" y="4846"/>
                  </a:lnTo>
                  <a:lnTo>
                    <a:pt x="14060" y="4211"/>
                  </a:lnTo>
                  <a:lnTo>
                    <a:pt x="13743" y="3575"/>
                  </a:lnTo>
                  <a:lnTo>
                    <a:pt x="13345" y="3019"/>
                  </a:lnTo>
                  <a:lnTo>
                    <a:pt x="12869" y="2463"/>
                  </a:lnTo>
                  <a:lnTo>
                    <a:pt x="12392" y="1907"/>
                  </a:lnTo>
                  <a:lnTo>
                    <a:pt x="11836" y="1510"/>
                  </a:lnTo>
                  <a:lnTo>
                    <a:pt x="11201" y="1113"/>
                  </a:lnTo>
                  <a:lnTo>
                    <a:pt x="10645" y="716"/>
                  </a:lnTo>
                  <a:lnTo>
                    <a:pt x="9930" y="477"/>
                  </a:lnTo>
                  <a:lnTo>
                    <a:pt x="9215" y="239"/>
                  </a:lnTo>
                  <a:lnTo>
                    <a:pt x="8500" y="80"/>
                  </a:lnTo>
                  <a:lnTo>
                    <a:pt x="77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9"/>
            <p:cNvSpPr/>
            <p:nvPr/>
          </p:nvSpPr>
          <p:spPr>
            <a:xfrm>
              <a:off x="2090225" y="1624250"/>
              <a:ext cx="178750" cy="182725"/>
            </a:xfrm>
            <a:custGeom>
              <a:avLst/>
              <a:gdLst/>
              <a:ahLst/>
              <a:cxnLst/>
              <a:rect l="l" t="t" r="r" b="b"/>
              <a:pathLst>
                <a:path w="7150" h="7309" extrusionOk="0">
                  <a:moveTo>
                    <a:pt x="2939" y="1"/>
                  </a:moveTo>
                  <a:lnTo>
                    <a:pt x="2304" y="239"/>
                  </a:lnTo>
                  <a:lnTo>
                    <a:pt x="1748" y="557"/>
                  </a:lnTo>
                  <a:lnTo>
                    <a:pt x="1192" y="954"/>
                  </a:lnTo>
                  <a:lnTo>
                    <a:pt x="715" y="1510"/>
                  </a:lnTo>
                  <a:lnTo>
                    <a:pt x="318" y="2066"/>
                  </a:lnTo>
                  <a:lnTo>
                    <a:pt x="80" y="2781"/>
                  </a:lnTo>
                  <a:lnTo>
                    <a:pt x="0" y="3496"/>
                  </a:lnTo>
                  <a:lnTo>
                    <a:pt x="0" y="4211"/>
                  </a:lnTo>
                  <a:lnTo>
                    <a:pt x="159" y="4846"/>
                  </a:lnTo>
                  <a:lnTo>
                    <a:pt x="397" y="5482"/>
                  </a:lnTo>
                  <a:lnTo>
                    <a:pt x="795" y="6038"/>
                  </a:lnTo>
                  <a:lnTo>
                    <a:pt x="1351" y="6594"/>
                  </a:lnTo>
                  <a:lnTo>
                    <a:pt x="1986" y="6991"/>
                  </a:lnTo>
                  <a:lnTo>
                    <a:pt x="2622" y="7229"/>
                  </a:lnTo>
                  <a:lnTo>
                    <a:pt x="3337" y="7309"/>
                  </a:lnTo>
                  <a:lnTo>
                    <a:pt x="4051" y="7309"/>
                  </a:lnTo>
                  <a:lnTo>
                    <a:pt x="4766" y="7150"/>
                  </a:lnTo>
                  <a:lnTo>
                    <a:pt x="5402" y="6912"/>
                  </a:lnTo>
                  <a:lnTo>
                    <a:pt x="5958" y="6514"/>
                  </a:lnTo>
                  <a:lnTo>
                    <a:pt x="6435" y="5958"/>
                  </a:lnTo>
                  <a:lnTo>
                    <a:pt x="6832" y="5323"/>
                  </a:lnTo>
                  <a:lnTo>
                    <a:pt x="7070" y="4687"/>
                  </a:lnTo>
                  <a:lnTo>
                    <a:pt x="7149" y="3973"/>
                  </a:lnTo>
                  <a:lnTo>
                    <a:pt x="7070" y="3178"/>
                  </a:lnTo>
                  <a:lnTo>
                    <a:pt x="6911" y="2543"/>
                  </a:lnTo>
                  <a:lnTo>
                    <a:pt x="6593" y="1828"/>
                  </a:lnTo>
                  <a:lnTo>
                    <a:pt x="6117" y="1272"/>
                  </a:lnTo>
                  <a:lnTo>
                    <a:pt x="5561" y="716"/>
                  </a:lnTo>
                  <a:lnTo>
                    <a:pt x="4925" y="318"/>
                  </a:lnTo>
                  <a:lnTo>
                    <a:pt x="4290" y="80"/>
                  </a:lnTo>
                  <a:lnTo>
                    <a:pt x="3575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9"/>
            <p:cNvSpPr/>
            <p:nvPr/>
          </p:nvSpPr>
          <p:spPr>
            <a:xfrm>
              <a:off x="2125975" y="1662000"/>
              <a:ext cx="111225" cy="109225"/>
            </a:xfrm>
            <a:custGeom>
              <a:avLst/>
              <a:gdLst/>
              <a:ahLst/>
              <a:cxnLst/>
              <a:rect l="l" t="t" r="r" b="b"/>
              <a:pathLst>
                <a:path w="4449" h="4369" extrusionOk="0">
                  <a:moveTo>
                    <a:pt x="2304" y="0"/>
                  </a:moveTo>
                  <a:lnTo>
                    <a:pt x="1827" y="79"/>
                  </a:lnTo>
                  <a:lnTo>
                    <a:pt x="1430" y="159"/>
                  </a:lnTo>
                  <a:lnTo>
                    <a:pt x="1033" y="318"/>
                  </a:lnTo>
                  <a:lnTo>
                    <a:pt x="715" y="556"/>
                  </a:lnTo>
                  <a:lnTo>
                    <a:pt x="397" y="874"/>
                  </a:lnTo>
                  <a:lnTo>
                    <a:pt x="159" y="1271"/>
                  </a:lnTo>
                  <a:lnTo>
                    <a:pt x="0" y="1668"/>
                  </a:lnTo>
                  <a:lnTo>
                    <a:pt x="0" y="2145"/>
                  </a:lnTo>
                  <a:lnTo>
                    <a:pt x="0" y="2542"/>
                  </a:lnTo>
                  <a:lnTo>
                    <a:pt x="80" y="2939"/>
                  </a:lnTo>
                  <a:lnTo>
                    <a:pt x="238" y="3336"/>
                  </a:lnTo>
                  <a:lnTo>
                    <a:pt x="477" y="3654"/>
                  </a:lnTo>
                  <a:lnTo>
                    <a:pt x="794" y="3972"/>
                  </a:lnTo>
                  <a:lnTo>
                    <a:pt x="1192" y="4210"/>
                  </a:lnTo>
                  <a:lnTo>
                    <a:pt x="1668" y="4369"/>
                  </a:lnTo>
                  <a:lnTo>
                    <a:pt x="2542" y="4369"/>
                  </a:lnTo>
                  <a:lnTo>
                    <a:pt x="2939" y="4210"/>
                  </a:lnTo>
                  <a:lnTo>
                    <a:pt x="3336" y="3972"/>
                  </a:lnTo>
                  <a:lnTo>
                    <a:pt x="3654" y="3733"/>
                  </a:lnTo>
                  <a:lnTo>
                    <a:pt x="3972" y="3336"/>
                  </a:lnTo>
                  <a:lnTo>
                    <a:pt x="4210" y="3019"/>
                  </a:lnTo>
                  <a:lnTo>
                    <a:pt x="4369" y="2542"/>
                  </a:lnTo>
                  <a:lnTo>
                    <a:pt x="4448" y="2145"/>
                  </a:lnTo>
                  <a:lnTo>
                    <a:pt x="4369" y="1748"/>
                  </a:lnTo>
                  <a:lnTo>
                    <a:pt x="4290" y="1430"/>
                  </a:lnTo>
                  <a:lnTo>
                    <a:pt x="4051" y="1033"/>
                  </a:lnTo>
                  <a:lnTo>
                    <a:pt x="3813" y="715"/>
                  </a:lnTo>
                  <a:lnTo>
                    <a:pt x="3495" y="477"/>
                  </a:lnTo>
                  <a:lnTo>
                    <a:pt x="3098" y="238"/>
                  </a:lnTo>
                  <a:lnTo>
                    <a:pt x="2701" y="79"/>
                  </a:lnTo>
                  <a:lnTo>
                    <a:pt x="23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9"/>
            <p:cNvSpPr/>
            <p:nvPr/>
          </p:nvSpPr>
          <p:spPr>
            <a:xfrm>
              <a:off x="2123975" y="1654050"/>
              <a:ext cx="15925" cy="15900"/>
            </a:xfrm>
            <a:custGeom>
              <a:avLst/>
              <a:gdLst/>
              <a:ahLst/>
              <a:cxnLst/>
              <a:rect l="l" t="t" r="r" b="b"/>
              <a:pathLst>
                <a:path w="637" h="636" extrusionOk="0">
                  <a:moveTo>
                    <a:pt x="239" y="0"/>
                  </a:moveTo>
                  <a:lnTo>
                    <a:pt x="80" y="80"/>
                  </a:lnTo>
                  <a:lnTo>
                    <a:pt x="1" y="159"/>
                  </a:lnTo>
                  <a:lnTo>
                    <a:pt x="1" y="318"/>
                  </a:lnTo>
                  <a:lnTo>
                    <a:pt x="1" y="397"/>
                  </a:lnTo>
                  <a:lnTo>
                    <a:pt x="80" y="556"/>
                  </a:lnTo>
                  <a:lnTo>
                    <a:pt x="160" y="636"/>
                  </a:lnTo>
                  <a:lnTo>
                    <a:pt x="477" y="636"/>
                  </a:lnTo>
                  <a:lnTo>
                    <a:pt x="636" y="397"/>
                  </a:lnTo>
                  <a:lnTo>
                    <a:pt x="636" y="239"/>
                  </a:lnTo>
                  <a:lnTo>
                    <a:pt x="557" y="159"/>
                  </a:lnTo>
                  <a:lnTo>
                    <a:pt x="477" y="80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rgbClr val="B1B3B4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9"/>
            <p:cNvSpPr/>
            <p:nvPr/>
          </p:nvSpPr>
          <p:spPr>
            <a:xfrm>
              <a:off x="2173625" y="1640150"/>
              <a:ext cx="15925" cy="15900"/>
            </a:xfrm>
            <a:custGeom>
              <a:avLst/>
              <a:gdLst/>
              <a:ahLst/>
              <a:cxnLst/>
              <a:rect l="l" t="t" r="r" b="b"/>
              <a:pathLst>
                <a:path w="637" h="636" extrusionOk="0">
                  <a:moveTo>
                    <a:pt x="159" y="0"/>
                  </a:moveTo>
                  <a:lnTo>
                    <a:pt x="80" y="80"/>
                  </a:lnTo>
                  <a:lnTo>
                    <a:pt x="1" y="239"/>
                  </a:lnTo>
                  <a:lnTo>
                    <a:pt x="1" y="397"/>
                  </a:lnTo>
                  <a:lnTo>
                    <a:pt x="80" y="477"/>
                  </a:lnTo>
                  <a:lnTo>
                    <a:pt x="159" y="556"/>
                  </a:lnTo>
                  <a:lnTo>
                    <a:pt x="318" y="636"/>
                  </a:lnTo>
                  <a:lnTo>
                    <a:pt x="398" y="556"/>
                  </a:lnTo>
                  <a:lnTo>
                    <a:pt x="557" y="556"/>
                  </a:lnTo>
                  <a:lnTo>
                    <a:pt x="636" y="318"/>
                  </a:lnTo>
                  <a:lnTo>
                    <a:pt x="636" y="159"/>
                  </a:lnTo>
                  <a:lnTo>
                    <a:pt x="557" y="80"/>
                  </a:lnTo>
                  <a:lnTo>
                    <a:pt x="477" y="0"/>
                  </a:lnTo>
                  <a:close/>
                </a:path>
              </a:pathLst>
            </a:custGeom>
            <a:solidFill>
              <a:srgbClr val="B1B3B4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9"/>
            <p:cNvSpPr/>
            <p:nvPr/>
          </p:nvSpPr>
          <p:spPr>
            <a:xfrm>
              <a:off x="2102125" y="1703700"/>
              <a:ext cx="15925" cy="15900"/>
            </a:xfrm>
            <a:custGeom>
              <a:avLst/>
              <a:gdLst/>
              <a:ahLst/>
              <a:cxnLst/>
              <a:rect l="l" t="t" r="r" b="b"/>
              <a:pathLst>
                <a:path w="637" h="636" extrusionOk="0">
                  <a:moveTo>
                    <a:pt x="239" y="0"/>
                  </a:moveTo>
                  <a:lnTo>
                    <a:pt x="80" y="80"/>
                  </a:lnTo>
                  <a:lnTo>
                    <a:pt x="1" y="159"/>
                  </a:lnTo>
                  <a:lnTo>
                    <a:pt x="1" y="238"/>
                  </a:lnTo>
                  <a:lnTo>
                    <a:pt x="1" y="397"/>
                  </a:lnTo>
                  <a:lnTo>
                    <a:pt x="80" y="477"/>
                  </a:lnTo>
                  <a:lnTo>
                    <a:pt x="160" y="556"/>
                  </a:lnTo>
                  <a:lnTo>
                    <a:pt x="319" y="636"/>
                  </a:lnTo>
                  <a:lnTo>
                    <a:pt x="398" y="636"/>
                  </a:lnTo>
                  <a:lnTo>
                    <a:pt x="477" y="556"/>
                  </a:lnTo>
                  <a:lnTo>
                    <a:pt x="636" y="318"/>
                  </a:lnTo>
                  <a:lnTo>
                    <a:pt x="636" y="238"/>
                  </a:lnTo>
                  <a:lnTo>
                    <a:pt x="557" y="80"/>
                  </a:lnTo>
                  <a:lnTo>
                    <a:pt x="477" y="0"/>
                  </a:lnTo>
                  <a:close/>
                </a:path>
              </a:pathLst>
            </a:custGeom>
            <a:solidFill>
              <a:srgbClr val="B1B3B4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9"/>
            <p:cNvSpPr/>
            <p:nvPr/>
          </p:nvSpPr>
          <p:spPr>
            <a:xfrm>
              <a:off x="2114050" y="1749375"/>
              <a:ext cx="15900" cy="15900"/>
            </a:xfrm>
            <a:custGeom>
              <a:avLst/>
              <a:gdLst/>
              <a:ahLst/>
              <a:cxnLst/>
              <a:rect l="l" t="t" r="r" b="b"/>
              <a:pathLst>
                <a:path w="636" h="636" extrusionOk="0">
                  <a:moveTo>
                    <a:pt x="239" y="0"/>
                  </a:moveTo>
                  <a:lnTo>
                    <a:pt x="159" y="80"/>
                  </a:lnTo>
                  <a:lnTo>
                    <a:pt x="80" y="159"/>
                  </a:lnTo>
                  <a:lnTo>
                    <a:pt x="0" y="318"/>
                  </a:lnTo>
                  <a:lnTo>
                    <a:pt x="0" y="397"/>
                  </a:lnTo>
                  <a:lnTo>
                    <a:pt x="80" y="556"/>
                  </a:lnTo>
                  <a:lnTo>
                    <a:pt x="159" y="636"/>
                  </a:lnTo>
                  <a:lnTo>
                    <a:pt x="557" y="636"/>
                  </a:lnTo>
                  <a:lnTo>
                    <a:pt x="636" y="397"/>
                  </a:lnTo>
                  <a:lnTo>
                    <a:pt x="636" y="238"/>
                  </a:lnTo>
                  <a:lnTo>
                    <a:pt x="557" y="159"/>
                  </a:lnTo>
                  <a:lnTo>
                    <a:pt x="477" y="80"/>
                  </a:lnTo>
                  <a:lnTo>
                    <a:pt x="398" y="0"/>
                  </a:lnTo>
                  <a:close/>
                </a:path>
              </a:pathLst>
            </a:custGeom>
            <a:solidFill>
              <a:srgbClr val="B1B3B4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9"/>
            <p:cNvSpPr/>
            <p:nvPr/>
          </p:nvSpPr>
          <p:spPr>
            <a:xfrm>
              <a:off x="2151775" y="1779150"/>
              <a:ext cx="15925" cy="15925"/>
            </a:xfrm>
            <a:custGeom>
              <a:avLst/>
              <a:gdLst/>
              <a:ahLst/>
              <a:cxnLst/>
              <a:rect l="l" t="t" r="r" b="b"/>
              <a:pathLst>
                <a:path w="637" h="637" extrusionOk="0">
                  <a:moveTo>
                    <a:pt x="239" y="1"/>
                  </a:moveTo>
                  <a:lnTo>
                    <a:pt x="160" y="80"/>
                  </a:lnTo>
                  <a:lnTo>
                    <a:pt x="80" y="160"/>
                  </a:lnTo>
                  <a:lnTo>
                    <a:pt x="1" y="239"/>
                  </a:lnTo>
                  <a:lnTo>
                    <a:pt x="1" y="398"/>
                  </a:lnTo>
                  <a:lnTo>
                    <a:pt x="80" y="477"/>
                  </a:lnTo>
                  <a:lnTo>
                    <a:pt x="160" y="557"/>
                  </a:lnTo>
                  <a:lnTo>
                    <a:pt x="319" y="636"/>
                  </a:lnTo>
                  <a:lnTo>
                    <a:pt x="398" y="636"/>
                  </a:lnTo>
                  <a:lnTo>
                    <a:pt x="557" y="557"/>
                  </a:lnTo>
                  <a:lnTo>
                    <a:pt x="636" y="318"/>
                  </a:lnTo>
                  <a:lnTo>
                    <a:pt x="636" y="239"/>
                  </a:lnTo>
                  <a:lnTo>
                    <a:pt x="557" y="80"/>
                  </a:lnTo>
                  <a:lnTo>
                    <a:pt x="477" y="1"/>
                  </a:lnTo>
                  <a:close/>
                </a:path>
              </a:pathLst>
            </a:custGeom>
            <a:solidFill>
              <a:srgbClr val="B1B3B4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9"/>
            <p:cNvSpPr/>
            <p:nvPr/>
          </p:nvSpPr>
          <p:spPr>
            <a:xfrm>
              <a:off x="2195475" y="1777175"/>
              <a:ext cx="15900" cy="15900"/>
            </a:xfrm>
            <a:custGeom>
              <a:avLst/>
              <a:gdLst/>
              <a:ahLst/>
              <a:cxnLst/>
              <a:rect l="l" t="t" r="r" b="b"/>
              <a:pathLst>
                <a:path w="636" h="636" extrusionOk="0">
                  <a:moveTo>
                    <a:pt x="398" y="0"/>
                  </a:moveTo>
                  <a:lnTo>
                    <a:pt x="239" y="80"/>
                  </a:lnTo>
                  <a:lnTo>
                    <a:pt x="159" y="80"/>
                  </a:lnTo>
                  <a:lnTo>
                    <a:pt x="80" y="159"/>
                  </a:lnTo>
                  <a:lnTo>
                    <a:pt x="0" y="318"/>
                  </a:lnTo>
                  <a:lnTo>
                    <a:pt x="0" y="477"/>
                  </a:lnTo>
                  <a:lnTo>
                    <a:pt x="80" y="556"/>
                  </a:lnTo>
                  <a:lnTo>
                    <a:pt x="159" y="636"/>
                  </a:lnTo>
                  <a:lnTo>
                    <a:pt x="556" y="636"/>
                  </a:lnTo>
                  <a:lnTo>
                    <a:pt x="636" y="397"/>
                  </a:lnTo>
                  <a:lnTo>
                    <a:pt x="636" y="239"/>
                  </a:lnTo>
                  <a:lnTo>
                    <a:pt x="556" y="159"/>
                  </a:lnTo>
                  <a:lnTo>
                    <a:pt x="477" y="80"/>
                  </a:lnTo>
                  <a:lnTo>
                    <a:pt x="398" y="0"/>
                  </a:lnTo>
                  <a:close/>
                </a:path>
              </a:pathLst>
            </a:custGeom>
            <a:solidFill>
              <a:srgbClr val="B1B3B4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9"/>
            <p:cNvSpPr/>
            <p:nvPr/>
          </p:nvSpPr>
          <p:spPr>
            <a:xfrm>
              <a:off x="2235200" y="1751350"/>
              <a:ext cx="15900" cy="15925"/>
            </a:xfrm>
            <a:custGeom>
              <a:avLst/>
              <a:gdLst/>
              <a:ahLst/>
              <a:cxnLst/>
              <a:rect l="l" t="t" r="r" b="b"/>
              <a:pathLst>
                <a:path w="636" h="637" extrusionOk="0">
                  <a:moveTo>
                    <a:pt x="238" y="1"/>
                  </a:moveTo>
                  <a:lnTo>
                    <a:pt x="79" y="80"/>
                  </a:lnTo>
                  <a:lnTo>
                    <a:pt x="0" y="159"/>
                  </a:lnTo>
                  <a:lnTo>
                    <a:pt x="0" y="318"/>
                  </a:lnTo>
                  <a:lnTo>
                    <a:pt x="0" y="398"/>
                  </a:lnTo>
                  <a:lnTo>
                    <a:pt x="79" y="557"/>
                  </a:lnTo>
                  <a:lnTo>
                    <a:pt x="159" y="636"/>
                  </a:lnTo>
                  <a:lnTo>
                    <a:pt x="397" y="636"/>
                  </a:lnTo>
                  <a:lnTo>
                    <a:pt x="477" y="557"/>
                  </a:lnTo>
                  <a:lnTo>
                    <a:pt x="636" y="398"/>
                  </a:lnTo>
                  <a:lnTo>
                    <a:pt x="636" y="239"/>
                  </a:lnTo>
                  <a:lnTo>
                    <a:pt x="556" y="159"/>
                  </a:lnTo>
                  <a:lnTo>
                    <a:pt x="477" y="80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B1B3B4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9"/>
            <p:cNvSpPr/>
            <p:nvPr/>
          </p:nvSpPr>
          <p:spPr>
            <a:xfrm>
              <a:off x="2243125" y="1699725"/>
              <a:ext cx="15925" cy="15900"/>
            </a:xfrm>
            <a:custGeom>
              <a:avLst/>
              <a:gdLst/>
              <a:ahLst/>
              <a:cxnLst/>
              <a:rect l="l" t="t" r="r" b="b"/>
              <a:pathLst>
                <a:path w="637" h="636" extrusionOk="0">
                  <a:moveTo>
                    <a:pt x="239" y="0"/>
                  </a:moveTo>
                  <a:lnTo>
                    <a:pt x="160" y="80"/>
                  </a:lnTo>
                  <a:lnTo>
                    <a:pt x="80" y="159"/>
                  </a:lnTo>
                  <a:lnTo>
                    <a:pt x="1" y="239"/>
                  </a:lnTo>
                  <a:lnTo>
                    <a:pt x="80" y="397"/>
                  </a:lnTo>
                  <a:lnTo>
                    <a:pt x="80" y="477"/>
                  </a:lnTo>
                  <a:lnTo>
                    <a:pt x="239" y="556"/>
                  </a:lnTo>
                  <a:lnTo>
                    <a:pt x="319" y="636"/>
                  </a:lnTo>
                  <a:lnTo>
                    <a:pt x="477" y="636"/>
                  </a:lnTo>
                  <a:lnTo>
                    <a:pt x="557" y="556"/>
                  </a:lnTo>
                  <a:lnTo>
                    <a:pt x="636" y="318"/>
                  </a:lnTo>
                  <a:lnTo>
                    <a:pt x="636" y="239"/>
                  </a:lnTo>
                  <a:lnTo>
                    <a:pt x="636" y="80"/>
                  </a:lnTo>
                  <a:lnTo>
                    <a:pt x="477" y="0"/>
                  </a:lnTo>
                  <a:close/>
                </a:path>
              </a:pathLst>
            </a:custGeom>
            <a:solidFill>
              <a:srgbClr val="B1B3B4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9"/>
            <p:cNvSpPr/>
            <p:nvPr/>
          </p:nvSpPr>
          <p:spPr>
            <a:xfrm>
              <a:off x="2217325" y="1658025"/>
              <a:ext cx="15900" cy="15900"/>
            </a:xfrm>
            <a:custGeom>
              <a:avLst/>
              <a:gdLst/>
              <a:ahLst/>
              <a:cxnLst/>
              <a:rect l="l" t="t" r="r" b="b"/>
              <a:pathLst>
                <a:path w="636" h="636" extrusionOk="0">
                  <a:moveTo>
                    <a:pt x="238" y="0"/>
                  </a:moveTo>
                  <a:lnTo>
                    <a:pt x="159" y="80"/>
                  </a:lnTo>
                  <a:lnTo>
                    <a:pt x="80" y="159"/>
                  </a:lnTo>
                  <a:lnTo>
                    <a:pt x="0" y="238"/>
                  </a:lnTo>
                  <a:lnTo>
                    <a:pt x="0" y="397"/>
                  </a:lnTo>
                  <a:lnTo>
                    <a:pt x="80" y="477"/>
                  </a:lnTo>
                  <a:lnTo>
                    <a:pt x="159" y="556"/>
                  </a:lnTo>
                  <a:lnTo>
                    <a:pt x="318" y="636"/>
                  </a:lnTo>
                  <a:lnTo>
                    <a:pt x="397" y="636"/>
                  </a:lnTo>
                  <a:lnTo>
                    <a:pt x="556" y="556"/>
                  </a:lnTo>
                  <a:lnTo>
                    <a:pt x="636" y="318"/>
                  </a:lnTo>
                  <a:lnTo>
                    <a:pt x="636" y="238"/>
                  </a:lnTo>
                  <a:lnTo>
                    <a:pt x="556" y="80"/>
                  </a:lnTo>
                  <a:lnTo>
                    <a:pt x="477" y="0"/>
                  </a:lnTo>
                  <a:close/>
                </a:path>
              </a:pathLst>
            </a:custGeom>
            <a:solidFill>
              <a:srgbClr val="B1B3B4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9"/>
            <p:cNvSpPr/>
            <p:nvPr/>
          </p:nvSpPr>
          <p:spPr>
            <a:xfrm>
              <a:off x="2304700" y="1638150"/>
              <a:ext cx="172800" cy="343600"/>
            </a:xfrm>
            <a:custGeom>
              <a:avLst/>
              <a:gdLst/>
              <a:ahLst/>
              <a:cxnLst/>
              <a:rect l="l" t="t" r="r" b="b"/>
              <a:pathLst>
                <a:path w="6912" h="13744" extrusionOk="0">
                  <a:moveTo>
                    <a:pt x="5640" y="1"/>
                  </a:moveTo>
                  <a:lnTo>
                    <a:pt x="5243" y="160"/>
                  </a:lnTo>
                  <a:lnTo>
                    <a:pt x="4925" y="319"/>
                  </a:lnTo>
                  <a:lnTo>
                    <a:pt x="4607" y="557"/>
                  </a:lnTo>
                  <a:lnTo>
                    <a:pt x="4449" y="795"/>
                  </a:lnTo>
                  <a:lnTo>
                    <a:pt x="4290" y="1192"/>
                  </a:lnTo>
                  <a:lnTo>
                    <a:pt x="4131" y="1590"/>
                  </a:lnTo>
                  <a:lnTo>
                    <a:pt x="3972" y="2543"/>
                  </a:lnTo>
                  <a:lnTo>
                    <a:pt x="3734" y="4846"/>
                  </a:lnTo>
                  <a:lnTo>
                    <a:pt x="3495" y="6117"/>
                  </a:lnTo>
                  <a:lnTo>
                    <a:pt x="3257" y="6753"/>
                  </a:lnTo>
                  <a:lnTo>
                    <a:pt x="3019" y="7388"/>
                  </a:lnTo>
                  <a:lnTo>
                    <a:pt x="2780" y="8024"/>
                  </a:lnTo>
                  <a:lnTo>
                    <a:pt x="2463" y="8580"/>
                  </a:lnTo>
                  <a:lnTo>
                    <a:pt x="1827" y="9533"/>
                  </a:lnTo>
                  <a:lnTo>
                    <a:pt x="636" y="11042"/>
                  </a:lnTo>
                  <a:lnTo>
                    <a:pt x="239" y="11678"/>
                  </a:lnTo>
                  <a:lnTo>
                    <a:pt x="80" y="11916"/>
                  </a:lnTo>
                  <a:lnTo>
                    <a:pt x="0" y="12234"/>
                  </a:lnTo>
                  <a:lnTo>
                    <a:pt x="0" y="12472"/>
                  </a:lnTo>
                  <a:lnTo>
                    <a:pt x="0" y="12790"/>
                  </a:lnTo>
                  <a:lnTo>
                    <a:pt x="159" y="13028"/>
                  </a:lnTo>
                  <a:lnTo>
                    <a:pt x="397" y="13346"/>
                  </a:lnTo>
                  <a:lnTo>
                    <a:pt x="636" y="13584"/>
                  </a:lnTo>
                  <a:lnTo>
                    <a:pt x="874" y="13743"/>
                  </a:lnTo>
                  <a:lnTo>
                    <a:pt x="1192" y="13743"/>
                  </a:lnTo>
                  <a:lnTo>
                    <a:pt x="1510" y="13664"/>
                  </a:lnTo>
                  <a:lnTo>
                    <a:pt x="1827" y="13584"/>
                  </a:lnTo>
                  <a:lnTo>
                    <a:pt x="2224" y="13346"/>
                  </a:lnTo>
                  <a:lnTo>
                    <a:pt x="2939" y="12790"/>
                  </a:lnTo>
                  <a:lnTo>
                    <a:pt x="3654" y="11916"/>
                  </a:lnTo>
                  <a:lnTo>
                    <a:pt x="4369" y="10883"/>
                  </a:lnTo>
                  <a:lnTo>
                    <a:pt x="5084" y="9771"/>
                  </a:lnTo>
                  <a:lnTo>
                    <a:pt x="5640" y="8500"/>
                  </a:lnTo>
                  <a:lnTo>
                    <a:pt x="6117" y="7071"/>
                  </a:lnTo>
                  <a:lnTo>
                    <a:pt x="6514" y="5641"/>
                  </a:lnTo>
                  <a:lnTo>
                    <a:pt x="6832" y="4211"/>
                  </a:lnTo>
                  <a:lnTo>
                    <a:pt x="6911" y="2860"/>
                  </a:lnTo>
                  <a:lnTo>
                    <a:pt x="6911" y="1669"/>
                  </a:lnTo>
                  <a:lnTo>
                    <a:pt x="6832" y="1192"/>
                  </a:lnTo>
                  <a:lnTo>
                    <a:pt x="6673" y="716"/>
                  </a:lnTo>
                  <a:lnTo>
                    <a:pt x="6514" y="398"/>
                  </a:lnTo>
                  <a:lnTo>
                    <a:pt x="6276" y="160"/>
                  </a:lnTo>
                  <a:lnTo>
                    <a:pt x="5958" y="80"/>
                  </a:lnTo>
                  <a:lnTo>
                    <a:pt x="56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9"/>
            <p:cNvSpPr/>
            <p:nvPr/>
          </p:nvSpPr>
          <p:spPr>
            <a:xfrm>
              <a:off x="1480550" y="978850"/>
              <a:ext cx="123150" cy="194625"/>
            </a:xfrm>
            <a:custGeom>
              <a:avLst/>
              <a:gdLst/>
              <a:ahLst/>
              <a:cxnLst/>
              <a:rect l="l" t="t" r="r" b="b"/>
              <a:pathLst>
                <a:path w="4926" h="7785" extrusionOk="0">
                  <a:moveTo>
                    <a:pt x="3178" y="0"/>
                  </a:moveTo>
                  <a:lnTo>
                    <a:pt x="2702" y="80"/>
                  </a:lnTo>
                  <a:lnTo>
                    <a:pt x="2225" y="318"/>
                  </a:lnTo>
                  <a:lnTo>
                    <a:pt x="1669" y="636"/>
                  </a:lnTo>
                  <a:lnTo>
                    <a:pt x="1113" y="1112"/>
                  </a:lnTo>
                  <a:lnTo>
                    <a:pt x="716" y="1668"/>
                  </a:lnTo>
                  <a:lnTo>
                    <a:pt x="318" y="2304"/>
                  </a:lnTo>
                  <a:lnTo>
                    <a:pt x="80" y="3019"/>
                  </a:lnTo>
                  <a:lnTo>
                    <a:pt x="1" y="3813"/>
                  </a:lnTo>
                  <a:lnTo>
                    <a:pt x="80" y="4528"/>
                  </a:lnTo>
                  <a:lnTo>
                    <a:pt x="239" y="5322"/>
                  </a:lnTo>
                  <a:lnTo>
                    <a:pt x="557" y="5958"/>
                  </a:lnTo>
                  <a:lnTo>
                    <a:pt x="954" y="6593"/>
                  </a:lnTo>
                  <a:lnTo>
                    <a:pt x="1351" y="7070"/>
                  </a:lnTo>
                  <a:lnTo>
                    <a:pt x="1828" y="7467"/>
                  </a:lnTo>
                  <a:lnTo>
                    <a:pt x="2304" y="7706"/>
                  </a:lnTo>
                  <a:lnTo>
                    <a:pt x="2781" y="7785"/>
                  </a:lnTo>
                  <a:lnTo>
                    <a:pt x="3178" y="7706"/>
                  </a:lnTo>
                  <a:lnTo>
                    <a:pt x="3655" y="7467"/>
                  </a:lnTo>
                  <a:lnTo>
                    <a:pt x="3972" y="7149"/>
                  </a:lnTo>
                  <a:lnTo>
                    <a:pt x="4290" y="6673"/>
                  </a:lnTo>
                  <a:lnTo>
                    <a:pt x="4608" y="6117"/>
                  </a:lnTo>
                  <a:lnTo>
                    <a:pt x="4767" y="5481"/>
                  </a:lnTo>
                  <a:lnTo>
                    <a:pt x="4926" y="4766"/>
                  </a:lnTo>
                  <a:lnTo>
                    <a:pt x="4926" y="3972"/>
                  </a:lnTo>
                  <a:lnTo>
                    <a:pt x="4926" y="3178"/>
                  </a:lnTo>
                  <a:lnTo>
                    <a:pt x="4846" y="2463"/>
                  </a:lnTo>
                  <a:lnTo>
                    <a:pt x="4687" y="1827"/>
                  </a:lnTo>
                  <a:lnTo>
                    <a:pt x="4529" y="1192"/>
                  </a:lnTo>
                  <a:lnTo>
                    <a:pt x="4290" y="715"/>
                  </a:lnTo>
                  <a:lnTo>
                    <a:pt x="3972" y="318"/>
                  </a:lnTo>
                  <a:lnTo>
                    <a:pt x="3575" y="80"/>
                  </a:lnTo>
                  <a:lnTo>
                    <a:pt x="31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9"/>
            <p:cNvSpPr/>
            <p:nvPr/>
          </p:nvSpPr>
          <p:spPr>
            <a:xfrm>
              <a:off x="6020275" y="1042400"/>
              <a:ext cx="105275" cy="150950"/>
            </a:xfrm>
            <a:custGeom>
              <a:avLst/>
              <a:gdLst/>
              <a:ahLst/>
              <a:cxnLst/>
              <a:rect l="l" t="t" r="r" b="b"/>
              <a:pathLst>
                <a:path w="4211" h="6038" extrusionOk="0">
                  <a:moveTo>
                    <a:pt x="1907" y="0"/>
                  </a:moveTo>
                  <a:lnTo>
                    <a:pt x="1509" y="80"/>
                  </a:lnTo>
                  <a:lnTo>
                    <a:pt x="1112" y="239"/>
                  </a:lnTo>
                  <a:lnTo>
                    <a:pt x="795" y="477"/>
                  </a:lnTo>
                  <a:lnTo>
                    <a:pt x="556" y="874"/>
                  </a:lnTo>
                  <a:lnTo>
                    <a:pt x="318" y="1351"/>
                  </a:lnTo>
                  <a:lnTo>
                    <a:pt x="159" y="1827"/>
                  </a:lnTo>
                  <a:lnTo>
                    <a:pt x="80" y="2383"/>
                  </a:lnTo>
                  <a:lnTo>
                    <a:pt x="0" y="3019"/>
                  </a:lnTo>
                  <a:lnTo>
                    <a:pt x="80" y="3654"/>
                  </a:lnTo>
                  <a:lnTo>
                    <a:pt x="159" y="4210"/>
                  </a:lnTo>
                  <a:lnTo>
                    <a:pt x="318" y="4687"/>
                  </a:lnTo>
                  <a:lnTo>
                    <a:pt x="556" y="5164"/>
                  </a:lnTo>
                  <a:lnTo>
                    <a:pt x="795" y="5561"/>
                  </a:lnTo>
                  <a:lnTo>
                    <a:pt x="1112" y="5799"/>
                  </a:lnTo>
                  <a:lnTo>
                    <a:pt x="1509" y="6037"/>
                  </a:lnTo>
                  <a:lnTo>
                    <a:pt x="1907" y="6037"/>
                  </a:lnTo>
                  <a:lnTo>
                    <a:pt x="2304" y="5958"/>
                  </a:lnTo>
                  <a:lnTo>
                    <a:pt x="2701" y="5799"/>
                  </a:lnTo>
                  <a:lnTo>
                    <a:pt x="3098" y="5481"/>
                  </a:lnTo>
                  <a:lnTo>
                    <a:pt x="3416" y="5005"/>
                  </a:lnTo>
                  <a:lnTo>
                    <a:pt x="3734" y="4528"/>
                  </a:lnTo>
                  <a:lnTo>
                    <a:pt x="3972" y="3972"/>
                  </a:lnTo>
                  <a:lnTo>
                    <a:pt x="4210" y="3337"/>
                  </a:lnTo>
                  <a:lnTo>
                    <a:pt x="4210" y="2780"/>
                  </a:lnTo>
                  <a:lnTo>
                    <a:pt x="4210" y="2145"/>
                  </a:lnTo>
                  <a:lnTo>
                    <a:pt x="3972" y="1589"/>
                  </a:lnTo>
                  <a:lnTo>
                    <a:pt x="3734" y="1112"/>
                  </a:lnTo>
                  <a:lnTo>
                    <a:pt x="3416" y="715"/>
                  </a:lnTo>
                  <a:lnTo>
                    <a:pt x="3098" y="397"/>
                  </a:lnTo>
                  <a:lnTo>
                    <a:pt x="2701" y="159"/>
                  </a:lnTo>
                  <a:lnTo>
                    <a:pt x="23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9"/>
            <p:cNvSpPr/>
            <p:nvPr/>
          </p:nvSpPr>
          <p:spPr>
            <a:xfrm>
              <a:off x="4747325" y="1368075"/>
              <a:ext cx="699050" cy="699050"/>
            </a:xfrm>
            <a:custGeom>
              <a:avLst/>
              <a:gdLst/>
              <a:ahLst/>
              <a:cxnLst/>
              <a:rect l="l" t="t" r="r" b="b"/>
              <a:pathLst>
                <a:path w="27962" h="27962" extrusionOk="0">
                  <a:moveTo>
                    <a:pt x="12710" y="1"/>
                  </a:moveTo>
                  <a:lnTo>
                    <a:pt x="11280" y="80"/>
                  </a:lnTo>
                  <a:lnTo>
                    <a:pt x="9930" y="239"/>
                  </a:lnTo>
                  <a:lnTo>
                    <a:pt x="8659" y="636"/>
                  </a:lnTo>
                  <a:lnTo>
                    <a:pt x="7467" y="1113"/>
                  </a:lnTo>
                  <a:lnTo>
                    <a:pt x="6355" y="1669"/>
                  </a:lnTo>
                  <a:lnTo>
                    <a:pt x="5322" y="2384"/>
                  </a:lnTo>
                  <a:lnTo>
                    <a:pt x="4369" y="3178"/>
                  </a:lnTo>
                  <a:lnTo>
                    <a:pt x="3495" y="4052"/>
                  </a:lnTo>
                  <a:lnTo>
                    <a:pt x="2701" y="5084"/>
                  </a:lnTo>
                  <a:lnTo>
                    <a:pt x="1986" y="6117"/>
                  </a:lnTo>
                  <a:lnTo>
                    <a:pt x="1351" y="7309"/>
                  </a:lnTo>
                  <a:lnTo>
                    <a:pt x="874" y="8500"/>
                  </a:lnTo>
                  <a:lnTo>
                    <a:pt x="477" y="9851"/>
                  </a:lnTo>
                  <a:lnTo>
                    <a:pt x="239" y="11122"/>
                  </a:lnTo>
                  <a:lnTo>
                    <a:pt x="80" y="12551"/>
                  </a:lnTo>
                  <a:lnTo>
                    <a:pt x="0" y="13981"/>
                  </a:lnTo>
                  <a:lnTo>
                    <a:pt x="80" y="15411"/>
                  </a:lnTo>
                  <a:lnTo>
                    <a:pt x="239" y="16761"/>
                  </a:lnTo>
                  <a:lnTo>
                    <a:pt x="636" y="18112"/>
                  </a:lnTo>
                  <a:lnTo>
                    <a:pt x="1112" y="19383"/>
                  </a:lnTo>
                  <a:lnTo>
                    <a:pt x="1668" y="20654"/>
                  </a:lnTo>
                  <a:lnTo>
                    <a:pt x="2383" y="21766"/>
                  </a:lnTo>
                  <a:lnTo>
                    <a:pt x="3178" y="22878"/>
                  </a:lnTo>
                  <a:lnTo>
                    <a:pt x="4052" y="23831"/>
                  </a:lnTo>
                  <a:lnTo>
                    <a:pt x="5084" y="24784"/>
                  </a:lnTo>
                  <a:lnTo>
                    <a:pt x="6117" y="25579"/>
                  </a:lnTo>
                  <a:lnTo>
                    <a:pt x="7308" y="26294"/>
                  </a:lnTo>
                  <a:lnTo>
                    <a:pt x="8500" y="26850"/>
                  </a:lnTo>
                  <a:lnTo>
                    <a:pt x="9850" y="27326"/>
                  </a:lnTo>
                  <a:lnTo>
                    <a:pt x="11121" y="27644"/>
                  </a:lnTo>
                  <a:lnTo>
                    <a:pt x="12551" y="27882"/>
                  </a:lnTo>
                  <a:lnTo>
                    <a:pt x="13981" y="27962"/>
                  </a:lnTo>
                  <a:lnTo>
                    <a:pt x="15411" y="27882"/>
                  </a:lnTo>
                  <a:lnTo>
                    <a:pt x="16761" y="27644"/>
                  </a:lnTo>
                  <a:lnTo>
                    <a:pt x="18112" y="27326"/>
                  </a:lnTo>
                  <a:lnTo>
                    <a:pt x="19382" y="26850"/>
                  </a:lnTo>
                  <a:lnTo>
                    <a:pt x="20653" y="26294"/>
                  </a:lnTo>
                  <a:lnTo>
                    <a:pt x="21766" y="25579"/>
                  </a:lnTo>
                  <a:lnTo>
                    <a:pt x="22878" y="24784"/>
                  </a:lnTo>
                  <a:lnTo>
                    <a:pt x="23831" y="23831"/>
                  </a:lnTo>
                  <a:lnTo>
                    <a:pt x="24784" y="22878"/>
                  </a:lnTo>
                  <a:lnTo>
                    <a:pt x="25578" y="21766"/>
                  </a:lnTo>
                  <a:lnTo>
                    <a:pt x="26293" y="20654"/>
                  </a:lnTo>
                  <a:lnTo>
                    <a:pt x="26849" y="19383"/>
                  </a:lnTo>
                  <a:lnTo>
                    <a:pt x="27326" y="18112"/>
                  </a:lnTo>
                  <a:lnTo>
                    <a:pt x="27644" y="16761"/>
                  </a:lnTo>
                  <a:lnTo>
                    <a:pt x="27882" y="15411"/>
                  </a:lnTo>
                  <a:lnTo>
                    <a:pt x="27961" y="13981"/>
                  </a:lnTo>
                  <a:lnTo>
                    <a:pt x="27882" y="12551"/>
                  </a:lnTo>
                  <a:lnTo>
                    <a:pt x="27644" y="11122"/>
                  </a:lnTo>
                  <a:lnTo>
                    <a:pt x="27247" y="9851"/>
                  </a:lnTo>
                  <a:lnTo>
                    <a:pt x="26691" y="8500"/>
                  </a:lnTo>
                  <a:lnTo>
                    <a:pt x="25976" y="7309"/>
                  </a:lnTo>
                  <a:lnTo>
                    <a:pt x="25181" y="6117"/>
                  </a:lnTo>
                  <a:lnTo>
                    <a:pt x="24228" y="5084"/>
                  </a:lnTo>
                  <a:lnTo>
                    <a:pt x="23275" y="4052"/>
                  </a:lnTo>
                  <a:lnTo>
                    <a:pt x="22163" y="3178"/>
                  </a:lnTo>
                  <a:lnTo>
                    <a:pt x="20971" y="2384"/>
                  </a:lnTo>
                  <a:lnTo>
                    <a:pt x="19700" y="1669"/>
                  </a:lnTo>
                  <a:lnTo>
                    <a:pt x="18350" y="1113"/>
                  </a:lnTo>
                  <a:lnTo>
                    <a:pt x="16999" y="636"/>
                  </a:lnTo>
                  <a:lnTo>
                    <a:pt x="15570" y="239"/>
                  </a:lnTo>
                  <a:lnTo>
                    <a:pt x="14140" y="80"/>
                  </a:lnTo>
                  <a:lnTo>
                    <a:pt x="127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9"/>
            <p:cNvSpPr/>
            <p:nvPr/>
          </p:nvSpPr>
          <p:spPr>
            <a:xfrm>
              <a:off x="4912150" y="1532900"/>
              <a:ext cx="369400" cy="369400"/>
            </a:xfrm>
            <a:custGeom>
              <a:avLst/>
              <a:gdLst/>
              <a:ahLst/>
              <a:cxnLst/>
              <a:rect l="l" t="t" r="r" b="b"/>
              <a:pathLst>
                <a:path w="14776" h="14776" extrusionOk="0">
                  <a:moveTo>
                    <a:pt x="6991" y="1"/>
                  </a:moveTo>
                  <a:lnTo>
                    <a:pt x="6276" y="160"/>
                  </a:lnTo>
                  <a:lnTo>
                    <a:pt x="5561" y="318"/>
                  </a:lnTo>
                  <a:lnTo>
                    <a:pt x="4846" y="557"/>
                  </a:lnTo>
                  <a:lnTo>
                    <a:pt x="4211" y="875"/>
                  </a:lnTo>
                  <a:lnTo>
                    <a:pt x="3575" y="1272"/>
                  </a:lnTo>
                  <a:lnTo>
                    <a:pt x="2940" y="1748"/>
                  </a:lnTo>
                  <a:lnTo>
                    <a:pt x="2383" y="2225"/>
                  </a:lnTo>
                  <a:lnTo>
                    <a:pt x="1907" y="2781"/>
                  </a:lnTo>
                  <a:lnTo>
                    <a:pt x="1430" y="3416"/>
                  </a:lnTo>
                  <a:lnTo>
                    <a:pt x="1033" y="4052"/>
                  </a:lnTo>
                  <a:lnTo>
                    <a:pt x="715" y="4767"/>
                  </a:lnTo>
                  <a:lnTo>
                    <a:pt x="398" y="5402"/>
                  </a:lnTo>
                  <a:lnTo>
                    <a:pt x="239" y="6197"/>
                  </a:lnTo>
                  <a:lnTo>
                    <a:pt x="80" y="6912"/>
                  </a:lnTo>
                  <a:lnTo>
                    <a:pt x="0" y="7706"/>
                  </a:lnTo>
                  <a:lnTo>
                    <a:pt x="0" y="8421"/>
                  </a:lnTo>
                  <a:lnTo>
                    <a:pt x="80" y="9136"/>
                  </a:lnTo>
                  <a:lnTo>
                    <a:pt x="239" y="9851"/>
                  </a:lnTo>
                  <a:lnTo>
                    <a:pt x="398" y="10486"/>
                  </a:lnTo>
                  <a:lnTo>
                    <a:pt x="715" y="11042"/>
                  </a:lnTo>
                  <a:lnTo>
                    <a:pt x="1033" y="11678"/>
                  </a:lnTo>
                  <a:lnTo>
                    <a:pt x="1430" y="12154"/>
                  </a:lnTo>
                  <a:lnTo>
                    <a:pt x="1907" y="12631"/>
                  </a:lnTo>
                  <a:lnTo>
                    <a:pt x="2383" y="13108"/>
                  </a:lnTo>
                  <a:lnTo>
                    <a:pt x="2940" y="13505"/>
                  </a:lnTo>
                  <a:lnTo>
                    <a:pt x="3575" y="13822"/>
                  </a:lnTo>
                  <a:lnTo>
                    <a:pt x="4211" y="14140"/>
                  </a:lnTo>
                  <a:lnTo>
                    <a:pt x="4846" y="14379"/>
                  </a:lnTo>
                  <a:lnTo>
                    <a:pt x="5561" y="14537"/>
                  </a:lnTo>
                  <a:lnTo>
                    <a:pt x="6276" y="14696"/>
                  </a:lnTo>
                  <a:lnTo>
                    <a:pt x="6991" y="14776"/>
                  </a:lnTo>
                  <a:lnTo>
                    <a:pt x="7785" y="14776"/>
                  </a:lnTo>
                  <a:lnTo>
                    <a:pt x="8500" y="14696"/>
                  </a:lnTo>
                  <a:lnTo>
                    <a:pt x="9215" y="14537"/>
                  </a:lnTo>
                  <a:lnTo>
                    <a:pt x="9930" y="14299"/>
                  </a:lnTo>
                  <a:lnTo>
                    <a:pt x="10565" y="14061"/>
                  </a:lnTo>
                  <a:lnTo>
                    <a:pt x="11201" y="13664"/>
                  </a:lnTo>
                  <a:lnTo>
                    <a:pt x="11757" y="13266"/>
                  </a:lnTo>
                  <a:lnTo>
                    <a:pt x="12313" y="12869"/>
                  </a:lnTo>
                  <a:lnTo>
                    <a:pt x="12789" y="12313"/>
                  </a:lnTo>
                  <a:lnTo>
                    <a:pt x="13266" y="11837"/>
                  </a:lnTo>
                  <a:lnTo>
                    <a:pt x="13663" y="11201"/>
                  </a:lnTo>
                  <a:lnTo>
                    <a:pt x="13981" y="10566"/>
                  </a:lnTo>
                  <a:lnTo>
                    <a:pt x="14299" y="9930"/>
                  </a:lnTo>
                  <a:lnTo>
                    <a:pt x="14537" y="9215"/>
                  </a:lnTo>
                  <a:lnTo>
                    <a:pt x="14696" y="8500"/>
                  </a:lnTo>
                  <a:lnTo>
                    <a:pt x="14775" y="7785"/>
                  </a:lnTo>
                  <a:lnTo>
                    <a:pt x="14775" y="6991"/>
                  </a:lnTo>
                  <a:lnTo>
                    <a:pt x="14696" y="6276"/>
                  </a:lnTo>
                  <a:lnTo>
                    <a:pt x="14537" y="5561"/>
                  </a:lnTo>
                  <a:lnTo>
                    <a:pt x="14299" y="4846"/>
                  </a:lnTo>
                  <a:lnTo>
                    <a:pt x="14060" y="4211"/>
                  </a:lnTo>
                  <a:lnTo>
                    <a:pt x="13663" y="3575"/>
                  </a:lnTo>
                  <a:lnTo>
                    <a:pt x="13266" y="3019"/>
                  </a:lnTo>
                  <a:lnTo>
                    <a:pt x="12869" y="2463"/>
                  </a:lnTo>
                  <a:lnTo>
                    <a:pt x="12313" y="1907"/>
                  </a:lnTo>
                  <a:lnTo>
                    <a:pt x="11836" y="1510"/>
                  </a:lnTo>
                  <a:lnTo>
                    <a:pt x="11201" y="1113"/>
                  </a:lnTo>
                  <a:lnTo>
                    <a:pt x="10565" y="716"/>
                  </a:lnTo>
                  <a:lnTo>
                    <a:pt x="9930" y="477"/>
                  </a:lnTo>
                  <a:lnTo>
                    <a:pt x="9215" y="239"/>
                  </a:lnTo>
                  <a:lnTo>
                    <a:pt x="8500" y="80"/>
                  </a:lnTo>
                  <a:lnTo>
                    <a:pt x="77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9"/>
            <p:cNvSpPr/>
            <p:nvPr/>
          </p:nvSpPr>
          <p:spPr>
            <a:xfrm>
              <a:off x="5005475" y="1624250"/>
              <a:ext cx="180750" cy="182725"/>
            </a:xfrm>
            <a:custGeom>
              <a:avLst/>
              <a:gdLst/>
              <a:ahLst/>
              <a:cxnLst/>
              <a:rect l="l" t="t" r="r" b="b"/>
              <a:pathLst>
                <a:path w="7230" h="7309" extrusionOk="0">
                  <a:moveTo>
                    <a:pt x="3019" y="1"/>
                  </a:moveTo>
                  <a:lnTo>
                    <a:pt x="2384" y="239"/>
                  </a:lnTo>
                  <a:lnTo>
                    <a:pt x="1748" y="557"/>
                  </a:lnTo>
                  <a:lnTo>
                    <a:pt x="1272" y="954"/>
                  </a:lnTo>
                  <a:lnTo>
                    <a:pt x="795" y="1510"/>
                  </a:lnTo>
                  <a:lnTo>
                    <a:pt x="398" y="2066"/>
                  </a:lnTo>
                  <a:lnTo>
                    <a:pt x="160" y="2781"/>
                  </a:lnTo>
                  <a:lnTo>
                    <a:pt x="1" y="3496"/>
                  </a:lnTo>
                  <a:lnTo>
                    <a:pt x="80" y="4211"/>
                  </a:lnTo>
                  <a:lnTo>
                    <a:pt x="239" y="4846"/>
                  </a:lnTo>
                  <a:lnTo>
                    <a:pt x="478" y="5482"/>
                  </a:lnTo>
                  <a:lnTo>
                    <a:pt x="875" y="6038"/>
                  </a:lnTo>
                  <a:lnTo>
                    <a:pt x="1431" y="6594"/>
                  </a:lnTo>
                  <a:lnTo>
                    <a:pt x="1987" y="6991"/>
                  </a:lnTo>
                  <a:lnTo>
                    <a:pt x="2702" y="7229"/>
                  </a:lnTo>
                  <a:lnTo>
                    <a:pt x="3417" y="7309"/>
                  </a:lnTo>
                  <a:lnTo>
                    <a:pt x="4132" y="7309"/>
                  </a:lnTo>
                  <a:lnTo>
                    <a:pt x="4767" y="7150"/>
                  </a:lnTo>
                  <a:lnTo>
                    <a:pt x="5402" y="6912"/>
                  </a:lnTo>
                  <a:lnTo>
                    <a:pt x="6038" y="6514"/>
                  </a:lnTo>
                  <a:lnTo>
                    <a:pt x="6515" y="5958"/>
                  </a:lnTo>
                  <a:lnTo>
                    <a:pt x="6912" y="5323"/>
                  </a:lnTo>
                  <a:lnTo>
                    <a:pt x="7150" y="4687"/>
                  </a:lnTo>
                  <a:lnTo>
                    <a:pt x="7229" y="3973"/>
                  </a:lnTo>
                  <a:lnTo>
                    <a:pt x="7150" y="3178"/>
                  </a:lnTo>
                  <a:lnTo>
                    <a:pt x="6912" y="2543"/>
                  </a:lnTo>
                  <a:lnTo>
                    <a:pt x="6594" y="1828"/>
                  </a:lnTo>
                  <a:lnTo>
                    <a:pt x="6197" y="1272"/>
                  </a:lnTo>
                  <a:lnTo>
                    <a:pt x="5641" y="716"/>
                  </a:lnTo>
                  <a:lnTo>
                    <a:pt x="5005" y="318"/>
                  </a:lnTo>
                  <a:lnTo>
                    <a:pt x="4290" y="80"/>
                  </a:lnTo>
                  <a:lnTo>
                    <a:pt x="3655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9"/>
            <p:cNvSpPr/>
            <p:nvPr/>
          </p:nvSpPr>
          <p:spPr>
            <a:xfrm>
              <a:off x="5041225" y="1662000"/>
              <a:ext cx="111250" cy="109225"/>
            </a:xfrm>
            <a:custGeom>
              <a:avLst/>
              <a:gdLst/>
              <a:ahLst/>
              <a:cxnLst/>
              <a:rect l="l" t="t" r="r" b="b"/>
              <a:pathLst>
                <a:path w="4450" h="4369" extrusionOk="0">
                  <a:moveTo>
                    <a:pt x="2304" y="0"/>
                  </a:moveTo>
                  <a:lnTo>
                    <a:pt x="1907" y="79"/>
                  </a:lnTo>
                  <a:lnTo>
                    <a:pt x="1510" y="159"/>
                  </a:lnTo>
                  <a:lnTo>
                    <a:pt x="1113" y="318"/>
                  </a:lnTo>
                  <a:lnTo>
                    <a:pt x="795" y="556"/>
                  </a:lnTo>
                  <a:lnTo>
                    <a:pt x="477" y="874"/>
                  </a:lnTo>
                  <a:lnTo>
                    <a:pt x="239" y="1271"/>
                  </a:lnTo>
                  <a:lnTo>
                    <a:pt x="80" y="1668"/>
                  </a:lnTo>
                  <a:lnTo>
                    <a:pt x="1" y="2145"/>
                  </a:lnTo>
                  <a:lnTo>
                    <a:pt x="80" y="2542"/>
                  </a:lnTo>
                  <a:lnTo>
                    <a:pt x="160" y="2939"/>
                  </a:lnTo>
                  <a:lnTo>
                    <a:pt x="318" y="3336"/>
                  </a:lnTo>
                  <a:lnTo>
                    <a:pt x="557" y="3654"/>
                  </a:lnTo>
                  <a:lnTo>
                    <a:pt x="875" y="3972"/>
                  </a:lnTo>
                  <a:lnTo>
                    <a:pt x="1272" y="4210"/>
                  </a:lnTo>
                  <a:lnTo>
                    <a:pt x="1669" y="4369"/>
                  </a:lnTo>
                  <a:lnTo>
                    <a:pt x="2543" y="4369"/>
                  </a:lnTo>
                  <a:lnTo>
                    <a:pt x="3019" y="4210"/>
                  </a:lnTo>
                  <a:lnTo>
                    <a:pt x="3416" y="3972"/>
                  </a:lnTo>
                  <a:lnTo>
                    <a:pt x="3734" y="3733"/>
                  </a:lnTo>
                  <a:lnTo>
                    <a:pt x="4052" y="3336"/>
                  </a:lnTo>
                  <a:lnTo>
                    <a:pt x="4290" y="3019"/>
                  </a:lnTo>
                  <a:lnTo>
                    <a:pt x="4449" y="2542"/>
                  </a:lnTo>
                  <a:lnTo>
                    <a:pt x="4449" y="2145"/>
                  </a:lnTo>
                  <a:lnTo>
                    <a:pt x="4449" y="1748"/>
                  </a:lnTo>
                  <a:lnTo>
                    <a:pt x="4370" y="1430"/>
                  </a:lnTo>
                  <a:lnTo>
                    <a:pt x="4131" y="1033"/>
                  </a:lnTo>
                  <a:lnTo>
                    <a:pt x="3893" y="715"/>
                  </a:lnTo>
                  <a:lnTo>
                    <a:pt x="3575" y="477"/>
                  </a:lnTo>
                  <a:lnTo>
                    <a:pt x="3178" y="238"/>
                  </a:lnTo>
                  <a:lnTo>
                    <a:pt x="2781" y="79"/>
                  </a:lnTo>
                  <a:lnTo>
                    <a:pt x="23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9"/>
            <p:cNvSpPr/>
            <p:nvPr/>
          </p:nvSpPr>
          <p:spPr>
            <a:xfrm>
              <a:off x="5041225" y="1654050"/>
              <a:ext cx="15925" cy="15900"/>
            </a:xfrm>
            <a:custGeom>
              <a:avLst/>
              <a:gdLst/>
              <a:ahLst/>
              <a:cxnLst/>
              <a:rect l="l" t="t" r="r" b="b"/>
              <a:pathLst>
                <a:path w="637" h="636" extrusionOk="0">
                  <a:moveTo>
                    <a:pt x="239" y="0"/>
                  </a:moveTo>
                  <a:lnTo>
                    <a:pt x="80" y="80"/>
                  </a:lnTo>
                  <a:lnTo>
                    <a:pt x="1" y="159"/>
                  </a:lnTo>
                  <a:lnTo>
                    <a:pt x="1" y="318"/>
                  </a:lnTo>
                  <a:lnTo>
                    <a:pt x="1" y="397"/>
                  </a:lnTo>
                  <a:lnTo>
                    <a:pt x="1" y="556"/>
                  </a:lnTo>
                  <a:lnTo>
                    <a:pt x="160" y="636"/>
                  </a:lnTo>
                  <a:lnTo>
                    <a:pt x="477" y="636"/>
                  </a:lnTo>
                  <a:lnTo>
                    <a:pt x="636" y="397"/>
                  </a:lnTo>
                  <a:lnTo>
                    <a:pt x="557" y="239"/>
                  </a:lnTo>
                  <a:lnTo>
                    <a:pt x="557" y="159"/>
                  </a:lnTo>
                  <a:lnTo>
                    <a:pt x="477" y="80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rgbClr val="B1B3B4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9"/>
            <p:cNvSpPr/>
            <p:nvPr/>
          </p:nvSpPr>
          <p:spPr>
            <a:xfrm>
              <a:off x="5090875" y="1640150"/>
              <a:ext cx="15925" cy="15900"/>
            </a:xfrm>
            <a:custGeom>
              <a:avLst/>
              <a:gdLst/>
              <a:ahLst/>
              <a:cxnLst/>
              <a:rect l="l" t="t" r="r" b="b"/>
              <a:pathLst>
                <a:path w="637" h="636" extrusionOk="0">
                  <a:moveTo>
                    <a:pt x="80" y="0"/>
                  </a:moveTo>
                  <a:lnTo>
                    <a:pt x="1" y="80"/>
                  </a:lnTo>
                  <a:lnTo>
                    <a:pt x="1" y="239"/>
                  </a:lnTo>
                  <a:lnTo>
                    <a:pt x="1" y="397"/>
                  </a:lnTo>
                  <a:lnTo>
                    <a:pt x="80" y="477"/>
                  </a:lnTo>
                  <a:lnTo>
                    <a:pt x="159" y="556"/>
                  </a:lnTo>
                  <a:lnTo>
                    <a:pt x="239" y="636"/>
                  </a:lnTo>
                  <a:lnTo>
                    <a:pt x="398" y="556"/>
                  </a:lnTo>
                  <a:lnTo>
                    <a:pt x="477" y="556"/>
                  </a:lnTo>
                  <a:lnTo>
                    <a:pt x="636" y="318"/>
                  </a:lnTo>
                  <a:lnTo>
                    <a:pt x="636" y="159"/>
                  </a:lnTo>
                  <a:lnTo>
                    <a:pt x="557" y="80"/>
                  </a:lnTo>
                  <a:lnTo>
                    <a:pt x="477" y="0"/>
                  </a:lnTo>
                  <a:close/>
                </a:path>
              </a:pathLst>
            </a:custGeom>
            <a:solidFill>
              <a:srgbClr val="B1B3B4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9"/>
            <p:cNvSpPr/>
            <p:nvPr/>
          </p:nvSpPr>
          <p:spPr>
            <a:xfrm>
              <a:off x="5019375" y="1703700"/>
              <a:ext cx="15925" cy="15900"/>
            </a:xfrm>
            <a:custGeom>
              <a:avLst/>
              <a:gdLst/>
              <a:ahLst/>
              <a:cxnLst/>
              <a:rect l="l" t="t" r="r" b="b"/>
              <a:pathLst>
                <a:path w="637" h="636" extrusionOk="0">
                  <a:moveTo>
                    <a:pt x="239" y="0"/>
                  </a:moveTo>
                  <a:lnTo>
                    <a:pt x="80" y="80"/>
                  </a:lnTo>
                  <a:lnTo>
                    <a:pt x="1" y="159"/>
                  </a:lnTo>
                  <a:lnTo>
                    <a:pt x="1" y="238"/>
                  </a:lnTo>
                  <a:lnTo>
                    <a:pt x="1" y="397"/>
                  </a:lnTo>
                  <a:lnTo>
                    <a:pt x="1" y="477"/>
                  </a:lnTo>
                  <a:lnTo>
                    <a:pt x="160" y="556"/>
                  </a:lnTo>
                  <a:lnTo>
                    <a:pt x="239" y="636"/>
                  </a:lnTo>
                  <a:lnTo>
                    <a:pt x="398" y="636"/>
                  </a:lnTo>
                  <a:lnTo>
                    <a:pt x="478" y="556"/>
                  </a:lnTo>
                  <a:lnTo>
                    <a:pt x="636" y="318"/>
                  </a:lnTo>
                  <a:lnTo>
                    <a:pt x="557" y="238"/>
                  </a:lnTo>
                  <a:lnTo>
                    <a:pt x="557" y="80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rgbClr val="B1B3B4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9"/>
            <p:cNvSpPr/>
            <p:nvPr/>
          </p:nvSpPr>
          <p:spPr>
            <a:xfrm>
              <a:off x="5031300" y="1749375"/>
              <a:ext cx="15925" cy="15900"/>
            </a:xfrm>
            <a:custGeom>
              <a:avLst/>
              <a:gdLst/>
              <a:ahLst/>
              <a:cxnLst/>
              <a:rect l="l" t="t" r="r" b="b"/>
              <a:pathLst>
                <a:path w="637" h="636" extrusionOk="0">
                  <a:moveTo>
                    <a:pt x="239" y="0"/>
                  </a:moveTo>
                  <a:lnTo>
                    <a:pt x="80" y="80"/>
                  </a:lnTo>
                  <a:lnTo>
                    <a:pt x="1" y="159"/>
                  </a:lnTo>
                  <a:lnTo>
                    <a:pt x="1" y="318"/>
                  </a:lnTo>
                  <a:lnTo>
                    <a:pt x="1" y="397"/>
                  </a:lnTo>
                  <a:lnTo>
                    <a:pt x="80" y="556"/>
                  </a:lnTo>
                  <a:lnTo>
                    <a:pt x="159" y="636"/>
                  </a:lnTo>
                  <a:lnTo>
                    <a:pt x="477" y="636"/>
                  </a:lnTo>
                  <a:lnTo>
                    <a:pt x="636" y="397"/>
                  </a:lnTo>
                  <a:lnTo>
                    <a:pt x="636" y="238"/>
                  </a:lnTo>
                  <a:lnTo>
                    <a:pt x="557" y="159"/>
                  </a:lnTo>
                  <a:lnTo>
                    <a:pt x="477" y="80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rgbClr val="B1B3B4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9"/>
            <p:cNvSpPr/>
            <p:nvPr/>
          </p:nvSpPr>
          <p:spPr>
            <a:xfrm>
              <a:off x="5069025" y="1779150"/>
              <a:ext cx="15925" cy="15925"/>
            </a:xfrm>
            <a:custGeom>
              <a:avLst/>
              <a:gdLst/>
              <a:ahLst/>
              <a:cxnLst/>
              <a:rect l="l" t="t" r="r" b="b"/>
              <a:pathLst>
                <a:path w="637" h="637" extrusionOk="0">
                  <a:moveTo>
                    <a:pt x="239" y="1"/>
                  </a:moveTo>
                  <a:lnTo>
                    <a:pt x="80" y="80"/>
                  </a:lnTo>
                  <a:lnTo>
                    <a:pt x="1" y="160"/>
                  </a:lnTo>
                  <a:lnTo>
                    <a:pt x="1" y="239"/>
                  </a:lnTo>
                  <a:lnTo>
                    <a:pt x="1" y="398"/>
                  </a:lnTo>
                  <a:lnTo>
                    <a:pt x="80" y="477"/>
                  </a:lnTo>
                  <a:lnTo>
                    <a:pt x="160" y="557"/>
                  </a:lnTo>
                  <a:lnTo>
                    <a:pt x="239" y="636"/>
                  </a:lnTo>
                  <a:lnTo>
                    <a:pt x="398" y="636"/>
                  </a:lnTo>
                  <a:lnTo>
                    <a:pt x="477" y="557"/>
                  </a:lnTo>
                  <a:lnTo>
                    <a:pt x="636" y="318"/>
                  </a:lnTo>
                  <a:lnTo>
                    <a:pt x="636" y="239"/>
                  </a:lnTo>
                  <a:lnTo>
                    <a:pt x="557" y="80"/>
                  </a:lnTo>
                  <a:lnTo>
                    <a:pt x="477" y="1"/>
                  </a:lnTo>
                  <a:close/>
                </a:path>
              </a:pathLst>
            </a:custGeom>
            <a:solidFill>
              <a:srgbClr val="B1B3B4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9"/>
            <p:cNvSpPr/>
            <p:nvPr/>
          </p:nvSpPr>
          <p:spPr>
            <a:xfrm>
              <a:off x="5112725" y="1777175"/>
              <a:ext cx="15900" cy="15900"/>
            </a:xfrm>
            <a:custGeom>
              <a:avLst/>
              <a:gdLst/>
              <a:ahLst/>
              <a:cxnLst/>
              <a:rect l="l" t="t" r="r" b="b"/>
              <a:pathLst>
                <a:path w="636" h="636" extrusionOk="0">
                  <a:moveTo>
                    <a:pt x="318" y="0"/>
                  </a:moveTo>
                  <a:lnTo>
                    <a:pt x="239" y="80"/>
                  </a:lnTo>
                  <a:lnTo>
                    <a:pt x="80" y="80"/>
                  </a:lnTo>
                  <a:lnTo>
                    <a:pt x="0" y="159"/>
                  </a:lnTo>
                  <a:lnTo>
                    <a:pt x="0" y="318"/>
                  </a:lnTo>
                  <a:lnTo>
                    <a:pt x="0" y="477"/>
                  </a:lnTo>
                  <a:lnTo>
                    <a:pt x="80" y="556"/>
                  </a:lnTo>
                  <a:lnTo>
                    <a:pt x="159" y="636"/>
                  </a:lnTo>
                  <a:lnTo>
                    <a:pt x="477" y="636"/>
                  </a:lnTo>
                  <a:lnTo>
                    <a:pt x="636" y="397"/>
                  </a:lnTo>
                  <a:lnTo>
                    <a:pt x="636" y="239"/>
                  </a:lnTo>
                  <a:lnTo>
                    <a:pt x="556" y="159"/>
                  </a:lnTo>
                  <a:lnTo>
                    <a:pt x="477" y="80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rgbClr val="B1B3B4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9"/>
            <p:cNvSpPr/>
            <p:nvPr/>
          </p:nvSpPr>
          <p:spPr>
            <a:xfrm>
              <a:off x="5150450" y="1751350"/>
              <a:ext cx="15925" cy="15925"/>
            </a:xfrm>
            <a:custGeom>
              <a:avLst/>
              <a:gdLst/>
              <a:ahLst/>
              <a:cxnLst/>
              <a:rect l="l" t="t" r="r" b="b"/>
              <a:pathLst>
                <a:path w="637" h="637" extrusionOk="0">
                  <a:moveTo>
                    <a:pt x="239" y="1"/>
                  </a:moveTo>
                  <a:lnTo>
                    <a:pt x="160" y="80"/>
                  </a:lnTo>
                  <a:lnTo>
                    <a:pt x="80" y="159"/>
                  </a:lnTo>
                  <a:lnTo>
                    <a:pt x="1" y="318"/>
                  </a:lnTo>
                  <a:lnTo>
                    <a:pt x="1" y="398"/>
                  </a:lnTo>
                  <a:lnTo>
                    <a:pt x="80" y="557"/>
                  </a:lnTo>
                  <a:lnTo>
                    <a:pt x="239" y="636"/>
                  </a:lnTo>
                  <a:lnTo>
                    <a:pt x="477" y="636"/>
                  </a:lnTo>
                  <a:lnTo>
                    <a:pt x="557" y="557"/>
                  </a:lnTo>
                  <a:lnTo>
                    <a:pt x="636" y="398"/>
                  </a:lnTo>
                  <a:lnTo>
                    <a:pt x="636" y="239"/>
                  </a:lnTo>
                  <a:lnTo>
                    <a:pt x="636" y="159"/>
                  </a:lnTo>
                  <a:lnTo>
                    <a:pt x="477" y="80"/>
                  </a:lnTo>
                  <a:lnTo>
                    <a:pt x="398" y="1"/>
                  </a:lnTo>
                  <a:close/>
                </a:path>
              </a:pathLst>
            </a:custGeom>
            <a:solidFill>
              <a:srgbClr val="B1B3B4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9"/>
            <p:cNvSpPr/>
            <p:nvPr/>
          </p:nvSpPr>
          <p:spPr>
            <a:xfrm>
              <a:off x="5160375" y="1699725"/>
              <a:ext cx="15925" cy="15900"/>
            </a:xfrm>
            <a:custGeom>
              <a:avLst/>
              <a:gdLst/>
              <a:ahLst/>
              <a:cxnLst/>
              <a:rect l="l" t="t" r="r" b="b"/>
              <a:pathLst>
                <a:path w="637" h="636" extrusionOk="0">
                  <a:moveTo>
                    <a:pt x="239" y="0"/>
                  </a:moveTo>
                  <a:lnTo>
                    <a:pt x="160" y="80"/>
                  </a:lnTo>
                  <a:lnTo>
                    <a:pt x="80" y="159"/>
                  </a:lnTo>
                  <a:lnTo>
                    <a:pt x="1" y="239"/>
                  </a:lnTo>
                  <a:lnTo>
                    <a:pt x="1" y="397"/>
                  </a:lnTo>
                  <a:lnTo>
                    <a:pt x="80" y="477"/>
                  </a:lnTo>
                  <a:lnTo>
                    <a:pt x="160" y="556"/>
                  </a:lnTo>
                  <a:lnTo>
                    <a:pt x="319" y="636"/>
                  </a:lnTo>
                  <a:lnTo>
                    <a:pt x="398" y="636"/>
                  </a:lnTo>
                  <a:lnTo>
                    <a:pt x="557" y="556"/>
                  </a:lnTo>
                  <a:lnTo>
                    <a:pt x="636" y="318"/>
                  </a:lnTo>
                  <a:lnTo>
                    <a:pt x="636" y="239"/>
                  </a:lnTo>
                  <a:lnTo>
                    <a:pt x="557" y="80"/>
                  </a:lnTo>
                  <a:lnTo>
                    <a:pt x="477" y="0"/>
                  </a:lnTo>
                  <a:close/>
                </a:path>
              </a:pathLst>
            </a:custGeom>
            <a:solidFill>
              <a:srgbClr val="B1B3B4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9"/>
            <p:cNvSpPr/>
            <p:nvPr/>
          </p:nvSpPr>
          <p:spPr>
            <a:xfrm>
              <a:off x="5134575" y="1658025"/>
              <a:ext cx="15900" cy="15900"/>
            </a:xfrm>
            <a:custGeom>
              <a:avLst/>
              <a:gdLst/>
              <a:ahLst/>
              <a:cxnLst/>
              <a:rect l="l" t="t" r="r" b="b"/>
              <a:pathLst>
                <a:path w="636" h="636" extrusionOk="0">
                  <a:moveTo>
                    <a:pt x="238" y="0"/>
                  </a:moveTo>
                  <a:lnTo>
                    <a:pt x="80" y="80"/>
                  </a:lnTo>
                  <a:lnTo>
                    <a:pt x="0" y="159"/>
                  </a:lnTo>
                  <a:lnTo>
                    <a:pt x="0" y="238"/>
                  </a:lnTo>
                  <a:lnTo>
                    <a:pt x="0" y="397"/>
                  </a:lnTo>
                  <a:lnTo>
                    <a:pt x="80" y="477"/>
                  </a:lnTo>
                  <a:lnTo>
                    <a:pt x="159" y="556"/>
                  </a:lnTo>
                  <a:lnTo>
                    <a:pt x="238" y="636"/>
                  </a:lnTo>
                  <a:lnTo>
                    <a:pt x="397" y="636"/>
                  </a:lnTo>
                  <a:lnTo>
                    <a:pt x="477" y="556"/>
                  </a:lnTo>
                  <a:lnTo>
                    <a:pt x="636" y="318"/>
                  </a:lnTo>
                  <a:lnTo>
                    <a:pt x="636" y="238"/>
                  </a:lnTo>
                  <a:lnTo>
                    <a:pt x="556" y="80"/>
                  </a:lnTo>
                  <a:lnTo>
                    <a:pt x="477" y="0"/>
                  </a:lnTo>
                  <a:close/>
                </a:path>
              </a:pathLst>
            </a:custGeom>
            <a:solidFill>
              <a:srgbClr val="B1B3B4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9"/>
            <p:cNvSpPr/>
            <p:nvPr/>
          </p:nvSpPr>
          <p:spPr>
            <a:xfrm>
              <a:off x="5219950" y="1638150"/>
              <a:ext cx="174800" cy="343600"/>
            </a:xfrm>
            <a:custGeom>
              <a:avLst/>
              <a:gdLst/>
              <a:ahLst/>
              <a:cxnLst/>
              <a:rect l="l" t="t" r="r" b="b"/>
              <a:pathLst>
                <a:path w="6992" h="13744" extrusionOk="0">
                  <a:moveTo>
                    <a:pt x="5641" y="1"/>
                  </a:moveTo>
                  <a:lnTo>
                    <a:pt x="5244" y="160"/>
                  </a:lnTo>
                  <a:lnTo>
                    <a:pt x="4926" y="319"/>
                  </a:lnTo>
                  <a:lnTo>
                    <a:pt x="4688" y="557"/>
                  </a:lnTo>
                  <a:lnTo>
                    <a:pt x="4449" y="795"/>
                  </a:lnTo>
                  <a:lnTo>
                    <a:pt x="4290" y="1192"/>
                  </a:lnTo>
                  <a:lnTo>
                    <a:pt x="4211" y="1590"/>
                  </a:lnTo>
                  <a:lnTo>
                    <a:pt x="4052" y="2543"/>
                  </a:lnTo>
                  <a:lnTo>
                    <a:pt x="3814" y="4846"/>
                  </a:lnTo>
                  <a:lnTo>
                    <a:pt x="3496" y="6117"/>
                  </a:lnTo>
                  <a:lnTo>
                    <a:pt x="3337" y="6753"/>
                  </a:lnTo>
                  <a:lnTo>
                    <a:pt x="3099" y="7388"/>
                  </a:lnTo>
                  <a:lnTo>
                    <a:pt x="2781" y="8024"/>
                  </a:lnTo>
                  <a:lnTo>
                    <a:pt x="2543" y="8580"/>
                  </a:lnTo>
                  <a:lnTo>
                    <a:pt x="1828" y="9533"/>
                  </a:lnTo>
                  <a:lnTo>
                    <a:pt x="716" y="11042"/>
                  </a:lnTo>
                  <a:lnTo>
                    <a:pt x="239" y="11678"/>
                  </a:lnTo>
                  <a:lnTo>
                    <a:pt x="160" y="11916"/>
                  </a:lnTo>
                  <a:lnTo>
                    <a:pt x="80" y="12234"/>
                  </a:lnTo>
                  <a:lnTo>
                    <a:pt x="1" y="12472"/>
                  </a:lnTo>
                  <a:lnTo>
                    <a:pt x="80" y="12790"/>
                  </a:lnTo>
                  <a:lnTo>
                    <a:pt x="239" y="13028"/>
                  </a:lnTo>
                  <a:lnTo>
                    <a:pt x="477" y="13346"/>
                  </a:lnTo>
                  <a:lnTo>
                    <a:pt x="716" y="13584"/>
                  </a:lnTo>
                  <a:lnTo>
                    <a:pt x="954" y="13743"/>
                  </a:lnTo>
                  <a:lnTo>
                    <a:pt x="1272" y="13743"/>
                  </a:lnTo>
                  <a:lnTo>
                    <a:pt x="1590" y="13664"/>
                  </a:lnTo>
                  <a:lnTo>
                    <a:pt x="1907" y="13584"/>
                  </a:lnTo>
                  <a:lnTo>
                    <a:pt x="2225" y="13346"/>
                  </a:lnTo>
                  <a:lnTo>
                    <a:pt x="2940" y="12790"/>
                  </a:lnTo>
                  <a:lnTo>
                    <a:pt x="3734" y="11916"/>
                  </a:lnTo>
                  <a:lnTo>
                    <a:pt x="4449" y="10883"/>
                  </a:lnTo>
                  <a:lnTo>
                    <a:pt x="5085" y="9771"/>
                  </a:lnTo>
                  <a:lnTo>
                    <a:pt x="5720" y="8500"/>
                  </a:lnTo>
                  <a:lnTo>
                    <a:pt x="6197" y="7071"/>
                  </a:lnTo>
                  <a:lnTo>
                    <a:pt x="6594" y="5641"/>
                  </a:lnTo>
                  <a:lnTo>
                    <a:pt x="6832" y="4211"/>
                  </a:lnTo>
                  <a:lnTo>
                    <a:pt x="6991" y="2860"/>
                  </a:lnTo>
                  <a:lnTo>
                    <a:pt x="6912" y="1669"/>
                  </a:lnTo>
                  <a:lnTo>
                    <a:pt x="6832" y="1192"/>
                  </a:lnTo>
                  <a:lnTo>
                    <a:pt x="6753" y="716"/>
                  </a:lnTo>
                  <a:lnTo>
                    <a:pt x="6515" y="398"/>
                  </a:lnTo>
                  <a:lnTo>
                    <a:pt x="6276" y="160"/>
                  </a:lnTo>
                  <a:lnTo>
                    <a:pt x="6038" y="80"/>
                  </a:lnTo>
                  <a:lnTo>
                    <a:pt x="5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9"/>
            <p:cNvSpPr/>
            <p:nvPr/>
          </p:nvSpPr>
          <p:spPr>
            <a:xfrm>
              <a:off x="1528225" y="418825"/>
              <a:ext cx="4559575" cy="1215375"/>
            </a:xfrm>
            <a:custGeom>
              <a:avLst/>
              <a:gdLst/>
              <a:ahLst/>
              <a:cxnLst/>
              <a:rect l="l" t="t" r="r" b="b"/>
              <a:pathLst>
                <a:path w="182383" h="48615" extrusionOk="0">
                  <a:moveTo>
                    <a:pt x="82215" y="3734"/>
                  </a:moveTo>
                  <a:lnTo>
                    <a:pt x="83407" y="3813"/>
                  </a:lnTo>
                  <a:lnTo>
                    <a:pt x="84440" y="3893"/>
                  </a:lnTo>
                  <a:lnTo>
                    <a:pt x="85234" y="4052"/>
                  </a:lnTo>
                  <a:lnTo>
                    <a:pt x="85869" y="4290"/>
                  </a:lnTo>
                  <a:lnTo>
                    <a:pt x="86346" y="4608"/>
                  </a:lnTo>
                  <a:lnTo>
                    <a:pt x="86664" y="5005"/>
                  </a:lnTo>
                  <a:lnTo>
                    <a:pt x="86902" y="5482"/>
                  </a:lnTo>
                  <a:lnTo>
                    <a:pt x="87061" y="6038"/>
                  </a:lnTo>
                  <a:lnTo>
                    <a:pt x="87140" y="6753"/>
                  </a:lnTo>
                  <a:lnTo>
                    <a:pt x="87140" y="7626"/>
                  </a:lnTo>
                  <a:lnTo>
                    <a:pt x="87061" y="9692"/>
                  </a:lnTo>
                  <a:lnTo>
                    <a:pt x="86982" y="12472"/>
                  </a:lnTo>
                  <a:lnTo>
                    <a:pt x="86982" y="15252"/>
                  </a:lnTo>
                  <a:lnTo>
                    <a:pt x="86902" y="16364"/>
                  </a:lnTo>
                  <a:lnTo>
                    <a:pt x="86823" y="17317"/>
                  </a:lnTo>
                  <a:lnTo>
                    <a:pt x="86664" y="18112"/>
                  </a:lnTo>
                  <a:lnTo>
                    <a:pt x="86425" y="18668"/>
                  </a:lnTo>
                  <a:lnTo>
                    <a:pt x="86108" y="19224"/>
                  </a:lnTo>
                  <a:lnTo>
                    <a:pt x="85790" y="19542"/>
                  </a:lnTo>
                  <a:lnTo>
                    <a:pt x="85313" y="19859"/>
                  </a:lnTo>
                  <a:lnTo>
                    <a:pt x="84678" y="20018"/>
                  </a:lnTo>
                  <a:lnTo>
                    <a:pt x="83963" y="20177"/>
                  </a:lnTo>
                  <a:lnTo>
                    <a:pt x="83089" y="20177"/>
                  </a:lnTo>
                  <a:lnTo>
                    <a:pt x="80944" y="20257"/>
                  </a:lnTo>
                  <a:lnTo>
                    <a:pt x="78085" y="20177"/>
                  </a:lnTo>
                  <a:lnTo>
                    <a:pt x="73080" y="20257"/>
                  </a:lnTo>
                  <a:lnTo>
                    <a:pt x="68950" y="20336"/>
                  </a:lnTo>
                  <a:lnTo>
                    <a:pt x="63230" y="20495"/>
                  </a:lnTo>
                  <a:lnTo>
                    <a:pt x="61324" y="20415"/>
                  </a:lnTo>
                  <a:lnTo>
                    <a:pt x="60609" y="20415"/>
                  </a:lnTo>
                  <a:lnTo>
                    <a:pt x="59894" y="20336"/>
                  </a:lnTo>
                  <a:lnTo>
                    <a:pt x="59338" y="20177"/>
                  </a:lnTo>
                  <a:lnTo>
                    <a:pt x="58862" y="20018"/>
                  </a:lnTo>
                  <a:lnTo>
                    <a:pt x="58464" y="19780"/>
                  </a:lnTo>
                  <a:lnTo>
                    <a:pt x="58147" y="19462"/>
                  </a:lnTo>
                  <a:lnTo>
                    <a:pt x="57908" y="19144"/>
                  </a:lnTo>
                  <a:lnTo>
                    <a:pt x="57749" y="18747"/>
                  </a:lnTo>
                  <a:lnTo>
                    <a:pt x="57749" y="18350"/>
                  </a:lnTo>
                  <a:lnTo>
                    <a:pt x="57829" y="17794"/>
                  </a:lnTo>
                  <a:lnTo>
                    <a:pt x="58067" y="17317"/>
                  </a:lnTo>
                  <a:lnTo>
                    <a:pt x="58305" y="16761"/>
                  </a:lnTo>
                  <a:lnTo>
                    <a:pt x="58941" y="15570"/>
                  </a:lnTo>
                  <a:lnTo>
                    <a:pt x="59735" y="14458"/>
                  </a:lnTo>
                  <a:lnTo>
                    <a:pt x="60609" y="13346"/>
                  </a:lnTo>
                  <a:lnTo>
                    <a:pt x="61880" y="11598"/>
                  </a:lnTo>
                  <a:lnTo>
                    <a:pt x="63072" y="9851"/>
                  </a:lnTo>
                  <a:lnTo>
                    <a:pt x="64422" y="8024"/>
                  </a:lnTo>
                  <a:lnTo>
                    <a:pt x="65216" y="7150"/>
                  </a:lnTo>
                  <a:lnTo>
                    <a:pt x="65931" y="6355"/>
                  </a:lnTo>
                  <a:lnTo>
                    <a:pt x="66805" y="5640"/>
                  </a:lnTo>
                  <a:lnTo>
                    <a:pt x="67599" y="5084"/>
                  </a:lnTo>
                  <a:lnTo>
                    <a:pt x="68553" y="4608"/>
                  </a:lnTo>
                  <a:lnTo>
                    <a:pt x="69665" y="4290"/>
                  </a:lnTo>
                  <a:lnTo>
                    <a:pt x="70936" y="4052"/>
                  </a:lnTo>
                  <a:lnTo>
                    <a:pt x="72286" y="3893"/>
                  </a:lnTo>
                  <a:lnTo>
                    <a:pt x="73795" y="3813"/>
                  </a:lnTo>
                  <a:lnTo>
                    <a:pt x="75384" y="3734"/>
                  </a:lnTo>
                  <a:close/>
                  <a:moveTo>
                    <a:pt x="114148" y="4131"/>
                  </a:moveTo>
                  <a:lnTo>
                    <a:pt x="115260" y="4211"/>
                  </a:lnTo>
                  <a:lnTo>
                    <a:pt x="116134" y="4370"/>
                  </a:lnTo>
                  <a:lnTo>
                    <a:pt x="116929" y="4608"/>
                  </a:lnTo>
                  <a:lnTo>
                    <a:pt x="117485" y="4846"/>
                  </a:lnTo>
                  <a:lnTo>
                    <a:pt x="118041" y="5164"/>
                  </a:lnTo>
                  <a:lnTo>
                    <a:pt x="118358" y="5640"/>
                  </a:lnTo>
                  <a:lnTo>
                    <a:pt x="118676" y="6197"/>
                  </a:lnTo>
                  <a:lnTo>
                    <a:pt x="118835" y="6911"/>
                  </a:lnTo>
                  <a:lnTo>
                    <a:pt x="118994" y="7706"/>
                  </a:lnTo>
                  <a:lnTo>
                    <a:pt x="119073" y="8659"/>
                  </a:lnTo>
                  <a:lnTo>
                    <a:pt x="119073" y="9771"/>
                  </a:lnTo>
                  <a:lnTo>
                    <a:pt x="119073" y="12472"/>
                  </a:lnTo>
                  <a:lnTo>
                    <a:pt x="119073" y="15252"/>
                  </a:lnTo>
                  <a:lnTo>
                    <a:pt x="119073" y="17397"/>
                  </a:lnTo>
                  <a:lnTo>
                    <a:pt x="119073" y="18191"/>
                  </a:lnTo>
                  <a:lnTo>
                    <a:pt x="118914" y="18827"/>
                  </a:lnTo>
                  <a:lnTo>
                    <a:pt x="118756" y="19383"/>
                  </a:lnTo>
                  <a:lnTo>
                    <a:pt x="118517" y="19780"/>
                  </a:lnTo>
                  <a:lnTo>
                    <a:pt x="118120" y="20098"/>
                  </a:lnTo>
                  <a:lnTo>
                    <a:pt x="117643" y="20257"/>
                  </a:lnTo>
                  <a:lnTo>
                    <a:pt x="117008" y="20415"/>
                  </a:lnTo>
                  <a:lnTo>
                    <a:pt x="116293" y="20495"/>
                  </a:lnTo>
                  <a:lnTo>
                    <a:pt x="114228" y="20574"/>
                  </a:lnTo>
                  <a:lnTo>
                    <a:pt x="111448" y="20574"/>
                  </a:lnTo>
                  <a:lnTo>
                    <a:pt x="106364" y="20654"/>
                  </a:lnTo>
                  <a:lnTo>
                    <a:pt x="102074" y="20654"/>
                  </a:lnTo>
                  <a:lnTo>
                    <a:pt x="95719" y="20813"/>
                  </a:lnTo>
                  <a:lnTo>
                    <a:pt x="93495" y="20733"/>
                  </a:lnTo>
                  <a:lnTo>
                    <a:pt x="91827" y="20654"/>
                  </a:lnTo>
                  <a:lnTo>
                    <a:pt x="91112" y="20574"/>
                  </a:lnTo>
                  <a:lnTo>
                    <a:pt x="90556" y="20415"/>
                  </a:lnTo>
                  <a:lnTo>
                    <a:pt x="90000" y="20177"/>
                  </a:lnTo>
                  <a:lnTo>
                    <a:pt x="89603" y="19939"/>
                  </a:lnTo>
                  <a:lnTo>
                    <a:pt x="89444" y="19780"/>
                  </a:lnTo>
                  <a:lnTo>
                    <a:pt x="89365" y="19542"/>
                  </a:lnTo>
                  <a:lnTo>
                    <a:pt x="89206" y="18668"/>
                  </a:lnTo>
                  <a:lnTo>
                    <a:pt x="89047" y="17476"/>
                  </a:lnTo>
                  <a:lnTo>
                    <a:pt x="88967" y="16126"/>
                  </a:lnTo>
                  <a:lnTo>
                    <a:pt x="88967" y="13266"/>
                  </a:lnTo>
                  <a:lnTo>
                    <a:pt x="88967" y="11122"/>
                  </a:lnTo>
                  <a:lnTo>
                    <a:pt x="88967" y="9612"/>
                  </a:lnTo>
                  <a:lnTo>
                    <a:pt x="88967" y="8262"/>
                  </a:lnTo>
                  <a:lnTo>
                    <a:pt x="88967" y="7150"/>
                  </a:lnTo>
                  <a:lnTo>
                    <a:pt x="89126" y="6197"/>
                  </a:lnTo>
                  <a:lnTo>
                    <a:pt x="89285" y="5720"/>
                  </a:lnTo>
                  <a:lnTo>
                    <a:pt x="89444" y="5402"/>
                  </a:lnTo>
                  <a:lnTo>
                    <a:pt x="89682" y="5005"/>
                  </a:lnTo>
                  <a:lnTo>
                    <a:pt x="90000" y="4767"/>
                  </a:lnTo>
                  <a:lnTo>
                    <a:pt x="90397" y="4528"/>
                  </a:lnTo>
                  <a:lnTo>
                    <a:pt x="90874" y="4370"/>
                  </a:lnTo>
                  <a:lnTo>
                    <a:pt x="91430" y="4290"/>
                  </a:lnTo>
                  <a:lnTo>
                    <a:pt x="92065" y="4211"/>
                  </a:lnTo>
                  <a:lnTo>
                    <a:pt x="99929" y="4131"/>
                  </a:lnTo>
                  <a:close/>
                  <a:moveTo>
                    <a:pt x="124554" y="5561"/>
                  </a:moveTo>
                  <a:lnTo>
                    <a:pt x="125269" y="5799"/>
                  </a:lnTo>
                  <a:lnTo>
                    <a:pt x="126064" y="6038"/>
                  </a:lnTo>
                  <a:lnTo>
                    <a:pt x="126858" y="6355"/>
                  </a:lnTo>
                  <a:lnTo>
                    <a:pt x="127573" y="6673"/>
                  </a:lnTo>
                  <a:lnTo>
                    <a:pt x="129082" y="7547"/>
                  </a:lnTo>
                  <a:lnTo>
                    <a:pt x="130432" y="8421"/>
                  </a:lnTo>
                  <a:lnTo>
                    <a:pt x="131703" y="9453"/>
                  </a:lnTo>
                  <a:lnTo>
                    <a:pt x="132895" y="10486"/>
                  </a:lnTo>
                  <a:lnTo>
                    <a:pt x="133928" y="11519"/>
                  </a:lnTo>
                  <a:lnTo>
                    <a:pt x="134801" y="12472"/>
                  </a:lnTo>
                  <a:lnTo>
                    <a:pt x="135437" y="13266"/>
                  </a:lnTo>
                  <a:lnTo>
                    <a:pt x="135834" y="13822"/>
                  </a:lnTo>
                  <a:lnTo>
                    <a:pt x="136231" y="14617"/>
                  </a:lnTo>
                  <a:lnTo>
                    <a:pt x="136708" y="15570"/>
                  </a:lnTo>
                  <a:lnTo>
                    <a:pt x="137105" y="16603"/>
                  </a:lnTo>
                  <a:lnTo>
                    <a:pt x="137423" y="17635"/>
                  </a:lnTo>
                  <a:lnTo>
                    <a:pt x="137661" y="18588"/>
                  </a:lnTo>
                  <a:lnTo>
                    <a:pt x="137661" y="18986"/>
                  </a:lnTo>
                  <a:lnTo>
                    <a:pt x="137661" y="19383"/>
                  </a:lnTo>
                  <a:lnTo>
                    <a:pt x="137582" y="19701"/>
                  </a:lnTo>
                  <a:lnTo>
                    <a:pt x="137423" y="20018"/>
                  </a:lnTo>
                  <a:lnTo>
                    <a:pt x="137264" y="20257"/>
                  </a:lnTo>
                  <a:lnTo>
                    <a:pt x="137026" y="20415"/>
                  </a:lnTo>
                  <a:lnTo>
                    <a:pt x="136787" y="20574"/>
                  </a:lnTo>
                  <a:lnTo>
                    <a:pt x="136470" y="20733"/>
                  </a:lnTo>
                  <a:lnTo>
                    <a:pt x="135755" y="20813"/>
                  </a:lnTo>
                  <a:lnTo>
                    <a:pt x="134722" y="20892"/>
                  </a:lnTo>
                  <a:lnTo>
                    <a:pt x="131624" y="20733"/>
                  </a:lnTo>
                  <a:lnTo>
                    <a:pt x="129479" y="20654"/>
                  </a:lnTo>
                  <a:lnTo>
                    <a:pt x="124078" y="20654"/>
                  </a:lnTo>
                  <a:lnTo>
                    <a:pt x="123601" y="20574"/>
                  </a:lnTo>
                  <a:lnTo>
                    <a:pt x="123204" y="20495"/>
                  </a:lnTo>
                  <a:lnTo>
                    <a:pt x="122886" y="20336"/>
                  </a:lnTo>
                  <a:lnTo>
                    <a:pt x="122648" y="20098"/>
                  </a:lnTo>
                  <a:lnTo>
                    <a:pt x="122410" y="19780"/>
                  </a:lnTo>
                  <a:lnTo>
                    <a:pt x="122251" y="19303"/>
                  </a:lnTo>
                  <a:lnTo>
                    <a:pt x="122171" y="18827"/>
                  </a:lnTo>
                  <a:lnTo>
                    <a:pt x="122092" y="18112"/>
                  </a:lnTo>
                  <a:lnTo>
                    <a:pt x="122012" y="16364"/>
                  </a:lnTo>
                  <a:lnTo>
                    <a:pt x="122012" y="13981"/>
                  </a:lnTo>
                  <a:lnTo>
                    <a:pt x="121933" y="9533"/>
                  </a:lnTo>
                  <a:lnTo>
                    <a:pt x="122012" y="7944"/>
                  </a:lnTo>
                  <a:lnTo>
                    <a:pt x="122092" y="7229"/>
                  </a:lnTo>
                  <a:lnTo>
                    <a:pt x="122251" y="6753"/>
                  </a:lnTo>
                  <a:lnTo>
                    <a:pt x="122410" y="6276"/>
                  </a:lnTo>
                  <a:lnTo>
                    <a:pt x="122648" y="5958"/>
                  </a:lnTo>
                  <a:lnTo>
                    <a:pt x="122966" y="5720"/>
                  </a:lnTo>
                  <a:lnTo>
                    <a:pt x="123363" y="5561"/>
                  </a:lnTo>
                  <a:close/>
                  <a:moveTo>
                    <a:pt x="80865" y="1"/>
                  </a:moveTo>
                  <a:lnTo>
                    <a:pt x="77846" y="159"/>
                  </a:lnTo>
                  <a:lnTo>
                    <a:pt x="75066" y="318"/>
                  </a:lnTo>
                  <a:lnTo>
                    <a:pt x="72604" y="636"/>
                  </a:lnTo>
                  <a:lnTo>
                    <a:pt x="70380" y="1113"/>
                  </a:lnTo>
                  <a:lnTo>
                    <a:pt x="69347" y="1351"/>
                  </a:lnTo>
                  <a:lnTo>
                    <a:pt x="68394" y="1669"/>
                  </a:lnTo>
                  <a:lnTo>
                    <a:pt x="67520" y="1986"/>
                  </a:lnTo>
                  <a:lnTo>
                    <a:pt x="66726" y="2384"/>
                  </a:lnTo>
                  <a:lnTo>
                    <a:pt x="66011" y="2860"/>
                  </a:lnTo>
                  <a:lnTo>
                    <a:pt x="65375" y="3337"/>
                  </a:lnTo>
                  <a:lnTo>
                    <a:pt x="64819" y="3813"/>
                  </a:lnTo>
                  <a:lnTo>
                    <a:pt x="64343" y="4370"/>
                  </a:lnTo>
                  <a:lnTo>
                    <a:pt x="60609" y="9136"/>
                  </a:lnTo>
                  <a:lnTo>
                    <a:pt x="56717" y="13822"/>
                  </a:lnTo>
                  <a:lnTo>
                    <a:pt x="52507" y="18906"/>
                  </a:lnTo>
                  <a:lnTo>
                    <a:pt x="44960" y="19224"/>
                  </a:lnTo>
                  <a:lnTo>
                    <a:pt x="28120" y="20018"/>
                  </a:lnTo>
                  <a:lnTo>
                    <a:pt x="18985" y="20495"/>
                  </a:lnTo>
                  <a:lnTo>
                    <a:pt x="10883" y="20971"/>
                  </a:lnTo>
                  <a:lnTo>
                    <a:pt x="4846" y="21369"/>
                  </a:lnTo>
                  <a:lnTo>
                    <a:pt x="2939" y="21528"/>
                  </a:lnTo>
                  <a:lnTo>
                    <a:pt x="2065" y="21686"/>
                  </a:lnTo>
                  <a:lnTo>
                    <a:pt x="1668" y="21925"/>
                  </a:lnTo>
                  <a:lnTo>
                    <a:pt x="1271" y="22242"/>
                  </a:lnTo>
                  <a:lnTo>
                    <a:pt x="1033" y="22719"/>
                  </a:lnTo>
                  <a:lnTo>
                    <a:pt x="715" y="23275"/>
                  </a:lnTo>
                  <a:lnTo>
                    <a:pt x="556" y="23831"/>
                  </a:lnTo>
                  <a:lnTo>
                    <a:pt x="397" y="24546"/>
                  </a:lnTo>
                  <a:lnTo>
                    <a:pt x="159" y="25976"/>
                  </a:lnTo>
                  <a:lnTo>
                    <a:pt x="80" y="27406"/>
                  </a:lnTo>
                  <a:lnTo>
                    <a:pt x="0" y="28756"/>
                  </a:lnTo>
                  <a:lnTo>
                    <a:pt x="80" y="29789"/>
                  </a:lnTo>
                  <a:lnTo>
                    <a:pt x="159" y="30424"/>
                  </a:lnTo>
                  <a:lnTo>
                    <a:pt x="238" y="30583"/>
                  </a:lnTo>
                  <a:lnTo>
                    <a:pt x="318" y="30663"/>
                  </a:lnTo>
                  <a:lnTo>
                    <a:pt x="953" y="30663"/>
                  </a:lnTo>
                  <a:lnTo>
                    <a:pt x="1112" y="30742"/>
                  </a:lnTo>
                  <a:lnTo>
                    <a:pt x="1271" y="30901"/>
                  </a:lnTo>
                  <a:lnTo>
                    <a:pt x="1430" y="31139"/>
                  </a:lnTo>
                  <a:lnTo>
                    <a:pt x="1589" y="31457"/>
                  </a:lnTo>
                  <a:lnTo>
                    <a:pt x="1668" y="31934"/>
                  </a:lnTo>
                  <a:lnTo>
                    <a:pt x="1748" y="32490"/>
                  </a:lnTo>
                  <a:lnTo>
                    <a:pt x="1827" y="33284"/>
                  </a:lnTo>
                  <a:lnTo>
                    <a:pt x="1827" y="34317"/>
                  </a:lnTo>
                  <a:lnTo>
                    <a:pt x="1668" y="37017"/>
                  </a:lnTo>
                  <a:lnTo>
                    <a:pt x="1589" y="37732"/>
                  </a:lnTo>
                  <a:lnTo>
                    <a:pt x="1589" y="39400"/>
                  </a:lnTo>
                  <a:lnTo>
                    <a:pt x="1668" y="40274"/>
                  </a:lnTo>
                  <a:lnTo>
                    <a:pt x="1827" y="41069"/>
                  </a:lnTo>
                  <a:lnTo>
                    <a:pt x="1986" y="41466"/>
                  </a:lnTo>
                  <a:lnTo>
                    <a:pt x="2145" y="41704"/>
                  </a:lnTo>
                  <a:lnTo>
                    <a:pt x="2304" y="41863"/>
                  </a:lnTo>
                  <a:lnTo>
                    <a:pt x="2542" y="41942"/>
                  </a:lnTo>
                  <a:lnTo>
                    <a:pt x="4528" y="42101"/>
                  </a:lnTo>
                  <a:lnTo>
                    <a:pt x="6990" y="42260"/>
                  </a:lnTo>
                  <a:lnTo>
                    <a:pt x="10883" y="42260"/>
                  </a:lnTo>
                  <a:lnTo>
                    <a:pt x="11995" y="42181"/>
                  </a:lnTo>
                  <a:lnTo>
                    <a:pt x="12551" y="42101"/>
                  </a:lnTo>
                  <a:lnTo>
                    <a:pt x="13028" y="41863"/>
                  </a:lnTo>
                  <a:lnTo>
                    <a:pt x="13425" y="41625"/>
                  </a:lnTo>
                  <a:lnTo>
                    <a:pt x="13901" y="41307"/>
                  </a:lnTo>
                  <a:lnTo>
                    <a:pt x="14934" y="40433"/>
                  </a:lnTo>
                  <a:lnTo>
                    <a:pt x="16046" y="39559"/>
                  </a:lnTo>
                  <a:lnTo>
                    <a:pt x="16761" y="39083"/>
                  </a:lnTo>
                  <a:lnTo>
                    <a:pt x="17555" y="38686"/>
                  </a:lnTo>
                  <a:lnTo>
                    <a:pt x="18429" y="38288"/>
                  </a:lnTo>
                  <a:lnTo>
                    <a:pt x="19462" y="37971"/>
                  </a:lnTo>
                  <a:lnTo>
                    <a:pt x="20653" y="37653"/>
                  </a:lnTo>
                  <a:lnTo>
                    <a:pt x="21924" y="37494"/>
                  </a:lnTo>
                  <a:lnTo>
                    <a:pt x="23354" y="37415"/>
                  </a:lnTo>
                  <a:lnTo>
                    <a:pt x="25022" y="37415"/>
                  </a:lnTo>
                  <a:lnTo>
                    <a:pt x="26690" y="37573"/>
                  </a:lnTo>
                  <a:lnTo>
                    <a:pt x="28200" y="37812"/>
                  </a:lnTo>
                  <a:lnTo>
                    <a:pt x="29629" y="38129"/>
                  </a:lnTo>
                  <a:lnTo>
                    <a:pt x="30980" y="38527"/>
                  </a:lnTo>
                  <a:lnTo>
                    <a:pt x="32171" y="39003"/>
                  </a:lnTo>
                  <a:lnTo>
                    <a:pt x="33283" y="39480"/>
                  </a:lnTo>
                  <a:lnTo>
                    <a:pt x="34316" y="40036"/>
                  </a:lnTo>
                  <a:lnTo>
                    <a:pt x="35190" y="40592"/>
                  </a:lnTo>
                  <a:lnTo>
                    <a:pt x="36064" y="41227"/>
                  </a:lnTo>
                  <a:lnTo>
                    <a:pt x="36858" y="41863"/>
                  </a:lnTo>
                  <a:lnTo>
                    <a:pt x="37493" y="42498"/>
                  </a:lnTo>
                  <a:lnTo>
                    <a:pt x="38129" y="43134"/>
                  </a:lnTo>
                  <a:lnTo>
                    <a:pt x="39162" y="44325"/>
                  </a:lnTo>
                  <a:lnTo>
                    <a:pt x="40035" y="45438"/>
                  </a:lnTo>
                  <a:lnTo>
                    <a:pt x="40671" y="46391"/>
                  </a:lnTo>
                  <a:lnTo>
                    <a:pt x="40909" y="46788"/>
                  </a:lnTo>
                  <a:lnTo>
                    <a:pt x="41227" y="47106"/>
                  </a:lnTo>
                  <a:lnTo>
                    <a:pt x="41545" y="47423"/>
                  </a:lnTo>
                  <a:lnTo>
                    <a:pt x="41942" y="47662"/>
                  </a:lnTo>
                  <a:lnTo>
                    <a:pt x="42498" y="47900"/>
                  </a:lnTo>
                  <a:lnTo>
                    <a:pt x="43133" y="48059"/>
                  </a:lnTo>
                  <a:lnTo>
                    <a:pt x="44007" y="48138"/>
                  </a:lnTo>
                  <a:lnTo>
                    <a:pt x="45040" y="48297"/>
                  </a:lnTo>
                  <a:lnTo>
                    <a:pt x="47899" y="48377"/>
                  </a:lnTo>
                  <a:lnTo>
                    <a:pt x="51951" y="48297"/>
                  </a:lnTo>
                  <a:lnTo>
                    <a:pt x="57511" y="48218"/>
                  </a:lnTo>
                  <a:lnTo>
                    <a:pt x="65057" y="48059"/>
                  </a:lnTo>
                  <a:lnTo>
                    <a:pt x="74351" y="47979"/>
                  </a:lnTo>
                  <a:lnTo>
                    <a:pt x="84678" y="48059"/>
                  </a:lnTo>
                  <a:lnTo>
                    <a:pt x="94925" y="48138"/>
                  </a:lnTo>
                  <a:lnTo>
                    <a:pt x="112401" y="48297"/>
                  </a:lnTo>
                  <a:lnTo>
                    <a:pt x="119709" y="48456"/>
                  </a:lnTo>
                  <a:lnTo>
                    <a:pt x="120662" y="48615"/>
                  </a:lnTo>
                  <a:lnTo>
                    <a:pt x="123045" y="48615"/>
                  </a:lnTo>
                  <a:lnTo>
                    <a:pt x="123680" y="48535"/>
                  </a:lnTo>
                  <a:lnTo>
                    <a:pt x="124395" y="48456"/>
                  </a:lnTo>
                  <a:lnTo>
                    <a:pt x="125110" y="48297"/>
                  </a:lnTo>
                  <a:lnTo>
                    <a:pt x="125825" y="48059"/>
                  </a:lnTo>
                  <a:lnTo>
                    <a:pt x="126461" y="47662"/>
                  </a:lnTo>
                  <a:lnTo>
                    <a:pt x="127096" y="47265"/>
                  </a:lnTo>
                  <a:lnTo>
                    <a:pt x="127652" y="46788"/>
                  </a:lnTo>
                  <a:lnTo>
                    <a:pt x="128208" y="46232"/>
                  </a:lnTo>
                  <a:lnTo>
                    <a:pt x="129241" y="44881"/>
                  </a:lnTo>
                  <a:lnTo>
                    <a:pt x="130432" y="43611"/>
                  </a:lnTo>
                  <a:lnTo>
                    <a:pt x="131783" y="42498"/>
                  </a:lnTo>
                  <a:lnTo>
                    <a:pt x="132498" y="41942"/>
                  </a:lnTo>
                  <a:lnTo>
                    <a:pt x="133292" y="41466"/>
                  </a:lnTo>
                  <a:lnTo>
                    <a:pt x="134086" y="40989"/>
                  </a:lnTo>
                  <a:lnTo>
                    <a:pt x="134881" y="40513"/>
                  </a:lnTo>
                  <a:lnTo>
                    <a:pt x="135755" y="40195"/>
                  </a:lnTo>
                  <a:lnTo>
                    <a:pt x="136628" y="39798"/>
                  </a:lnTo>
                  <a:lnTo>
                    <a:pt x="137582" y="39559"/>
                  </a:lnTo>
                  <a:lnTo>
                    <a:pt x="138535" y="39321"/>
                  </a:lnTo>
                  <a:lnTo>
                    <a:pt x="139488" y="39162"/>
                  </a:lnTo>
                  <a:lnTo>
                    <a:pt x="140441" y="39083"/>
                  </a:lnTo>
                  <a:lnTo>
                    <a:pt x="144651" y="39083"/>
                  </a:lnTo>
                  <a:lnTo>
                    <a:pt x="145684" y="39242"/>
                  </a:lnTo>
                  <a:lnTo>
                    <a:pt x="146796" y="39321"/>
                  </a:lnTo>
                  <a:lnTo>
                    <a:pt x="147908" y="39559"/>
                  </a:lnTo>
                  <a:lnTo>
                    <a:pt x="149020" y="39877"/>
                  </a:lnTo>
                  <a:lnTo>
                    <a:pt x="150132" y="40195"/>
                  </a:lnTo>
                  <a:lnTo>
                    <a:pt x="151165" y="40592"/>
                  </a:lnTo>
                  <a:lnTo>
                    <a:pt x="152198" y="41148"/>
                  </a:lnTo>
                  <a:lnTo>
                    <a:pt x="153151" y="41784"/>
                  </a:lnTo>
                  <a:lnTo>
                    <a:pt x="154104" y="42498"/>
                  </a:lnTo>
                  <a:lnTo>
                    <a:pt x="155057" y="43372"/>
                  </a:lnTo>
                  <a:lnTo>
                    <a:pt x="155852" y="44325"/>
                  </a:lnTo>
                  <a:lnTo>
                    <a:pt x="156646" y="45438"/>
                  </a:lnTo>
                  <a:lnTo>
                    <a:pt x="156884" y="45676"/>
                  </a:lnTo>
                  <a:lnTo>
                    <a:pt x="157202" y="45914"/>
                  </a:lnTo>
                  <a:lnTo>
                    <a:pt x="157679" y="46232"/>
                  </a:lnTo>
                  <a:lnTo>
                    <a:pt x="158394" y="46550"/>
                  </a:lnTo>
                  <a:lnTo>
                    <a:pt x="159267" y="46788"/>
                  </a:lnTo>
                  <a:lnTo>
                    <a:pt x="160459" y="47026"/>
                  </a:lnTo>
                  <a:lnTo>
                    <a:pt x="161889" y="47185"/>
                  </a:lnTo>
                  <a:lnTo>
                    <a:pt x="171977" y="47265"/>
                  </a:lnTo>
                  <a:lnTo>
                    <a:pt x="181112" y="47265"/>
                  </a:lnTo>
                  <a:lnTo>
                    <a:pt x="181906" y="47185"/>
                  </a:lnTo>
                  <a:lnTo>
                    <a:pt x="181906" y="46311"/>
                  </a:lnTo>
                  <a:lnTo>
                    <a:pt x="181906" y="43928"/>
                  </a:lnTo>
                  <a:lnTo>
                    <a:pt x="182145" y="36859"/>
                  </a:lnTo>
                  <a:lnTo>
                    <a:pt x="182304" y="29392"/>
                  </a:lnTo>
                  <a:lnTo>
                    <a:pt x="182383" y="25182"/>
                  </a:lnTo>
                  <a:lnTo>
                    <a:pt x="182383" y="24546"/>
                  </a:lnTo>
                  <a:lnTo>
                    <a:pt x="182383" y="24228"/>
                  </a:lnTo>
                  <a:lnTo>
                    <a:pt x="182383" y="23831"/>
                  </a:lnTo>
                  <a:lnTo>
                    <a:pt x="182224" y="23513"/>
                  </a:lnTo>
                  <a:lnTo>
                    <a:pt x="181986" y="23196"/>
                  </a:lnTo>
                  <a:lnTo>
                    <a:pt x="181589" y="22798"/>
                  </a:lnTo>
                  <a:lnTo>
                    <a:pt x="181033" y="22481"/>
                  </a:lnTo>
                  <a:lnTo>
                    <a:pt x="180238" y="22163"/>
                  </a:lnTo>
                  <a:lnTo>
                    <a:pt x="179285" y="21925"/>
                  </a:lnTo>
                  <a:lnTo>
                    <a:pt x="178014" y="21686"/>
                  </a:lnTo>
                  <a:lnTo>
                    <a:pt x="176425" y="21448"/>
                  </a:lnTo>
                  <a:lnTo>
                    <a:pt x="174519" y="21289"/>
                  </a:lnTo>
                  <a:lnTo>
                    <a:pt x="172295" y="21130"/>
                  </a:lnTo>
                  <a:lnTo>
                    <a:pt x="169673" y="21051"/>
                  </a:lnTo>
                  <a:lnTo>
                    <a:pt x="156011" y="21051"/>
                  </a:lnTo>
                  <a:lnTo>
                    <a:pt x="152357" y="20971"/>
                  </a:lnTo>
                  <a:lnTo>
                    <a:pt x="150768" y="20892"/>
                  </a:lnTo>
                  <a:lnTo>
                    <a:pt x="149417" y="20733"/>
                  </a:lnTo>
                  <a:lnTo>
                    <a:pt x="148226" y="20495"/>
                  </a:lnTo>
                  <a:lnTo>
                    <a:pt x="147193" y="20257"/>
                  </a:lnTo>
                  <a:lnTo>
                    <a:pt x="146161" y="19859"/>
                  </a:lnTo>
                  <a:lnTo>
                    <a:pt x="145287" y="19383"/>
                  </a:lnTo>
                  <a:lnTo>
                    <a:pt x="144413" y="18747"/>
                  </a:lnTo>
                  <a:lnTo>
                    <a:pt x="143619" y="18032"/>
                  </a:lnTo>
                  <a:lnTo>
                    <a:pt x="142745" y="17238"/>
                  </a:lnTo>
                  <a:lnTo>
                    <a:pt x="141951" y="16205"/>
                  </a:lnTo>
                  <a:lnTo>
                    <a:pt x="141077" y="15093"/>
                  </a:lnTo>
                  <a:lnTo>
                    <a:pt x="140362" y="13902"/>
                  </a:lnTo>
                  <a:lnTo>
                    <a:pt x="138932" y="11439"/>
                  </a:lnTo>
                  <a:lnTo>
                    <a:pt x="138138" y="10089"/>
                  </a:lnTo>
                  <a:lnTo>
                    <a:pt x="137264" y="8818"/>
                  </a:lnTo>
                  <a:lnTo>
                    <a:pt x="136231" y="7547"/>
                  </a:lnTo>
                  <a:lnTo>
                    <a:pt x="135596" y="6911"/>
                  </a:lnTo>
                  <a:lnTo>
                    <a:pt x="134960" y="6355"/>
                  </a:lnTo>
                  <a:lnTo>
                    <a:pt x="134245" y="5720"/>
                  </a:lnTo>
                  <a:lnTo>
                    <a:pt x="133451" y="5164"/>
                  </a:lnTo>
                  <a:lnTo>
                    <a:pt x="132657" y="4608"/>
                  </a:lnTo>
                  <a:lnTo>
                    <a:pt x="131703" y="4131"/>
                  </a:lnTo>
                  <a:lnTo>
                    <a:pt x="130750" y="3575"/>
                  </a:lnTo>
                  <a:lnTo>
                    <a:pt x="129638" y="3099"/>
                  </a:lnTo>
                  <a:lnTo>
                    <a:pt x="128447" y="2701"/>
                  </a:lnTo>
                  <a:lnTo>
                    <a:pt x="127176" y="2304"/>
                  </a:lnTo>
                  <a:lnTo>
                    <a:pt x="125746" y="1907"/>
                  </a:lnTo>
                  <a:lnTo>
                    <a:pt x="124237" y="1589"/>
                  </a:lnTo>
                  <a:lnTo>
                    <a:pt x="122648" y="1272"/>
                  </a:lnTo>
                  <a:lnTo>
                    <a:pt x="120900" y="1033"/>
                  </a:lnTo>
                  <a:lnTo>
                    <a:pt x="119073" y="874"/>
                  </a:lnTo>
                  <a:lnTo>
                    <a:pt x="117008" y="716"/>
                  </a:lnTo>
                  <a:lnTo>
                    <a:pt x="114863" y="636"/>
                  </a:lnTo>
                  <a:lnTo>
                    <a:pt x="112639" y="557"/>
                  </a:lnTo>
                  <a:lnTo>
                    <a:pt x="103504" y="398"/>
                  </a:lnTo>
                  <a:lnTo>
                    <a:pt x="95163" y="159"/>
                  </a:lnTo>
                  <a:lnTo>
                    <a:pt x="87538" y="1"/>
                  </a:lnTo>
                  <a:close/>
                </a:path>
              </a:pathLst>
            </a:custGeom>
            <a:solidFill>
              <a:srgbClr val="FDB813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9"/>
            <p:cNvSpPr/>
            <p:nvPr/>
          </p:nvSpPr>
          <p:spPr>
            <a:xfrm>
              <a:off x="5781950" y="1223100"/>
              <a:ext cx="95350" cy="87400"/>
            </a:xfrm>
            <a:custGeom>
              <a:avLst/>
              <a:gdLst/>
              <a:ahLst/>
              <a:cxnLst/>
              <a:rect l="l" t="t" r="r" b="b"/>
              <a:pathLst>
                <a:path w="3814" h="3496" extrusionOk="0">
                  <a:moveTo>
                    <a:pt x="1351" y="1"/>
                  </a:moveTo>
                  <a:lnTo>
                    <a:pt x="1034" y="160"/>
                  </a:lnTo>
                  <a:lnTo>
                    <a:pt x="716" y="398"/>
                  </a:lnTo>
                  <a:lnTo>
                    <a:pt x="478" y="636"/>
                  </a:lnTo>
                  <a:lnTo>
                    <a:pt x="239" y="954"/>
                  </a:lnTo>
                  <a:lnTo>
                    <a:pt x="80" y="1272"/>
                  </a:lnTo>
                  <a:lnTo>
                    <a:pt x="1" y="1590"/>
                  </a:lnTo>
                  <a:lnTo>
                    <a:pt x="1" y="1987"/>
                  </a:lnTo>
                  <a:lnTo>
                    <a:pt x="1" y="2304"/>
                  </a:lnTo>
                  <a:lnTo>
                    <a:pt x="160" y="2622"/>
                  </a:lnTo>
                  <a:lnTo>
                    <a:pt x="398" y="2940"/>
                  </a:lnTo>
                  <a:lnTo>
                    <a:pt x="636" y="3178"/>
                  </a:lnTo>
                  <a:lnTo>
                    <a:pt x="1034" y="3337"/>
                  </a:lnTo>
                  <a:lnTo>
                    <a:pt x="1351" y="3417"/>
                  </a:lnTo>
                  <a:lnTo>
                    <a:pt x="1749" y="3496"/>
                  </a:lnTo>
                  <a:lnTo>
                    <a:pt x="2146" y="3417"/>
                  </a:lnTo>
                  <a:lnTo>
                    <a:pt x="2543" y="3337"/>
                  </a:lnTo>
                  <a:lnTo>
                    <a:pt x="2940" y="3178"/>
                  </a:lnTo>
                  <a:lnTo>
                    <a:pt x="3258" y="3019"/>
                  </a:lnTo>
                  <a:lnTo>
                    <a:pt x="3496" y="2781"/>
                  </a:lnTo>
                  <a:lnTo>
                    <a:pt x="3655" y="2463"/>
                  </a:lnTo>
                  <a:lnTo>
                    <a:pt x="3734" y="2225"/>
                  </a:lnTo>
                  <a:lnTo>
                    <a:pt x="3814" y="1907"/>
                  </a:lnTo>
                  <a:lnTo>
                    <a:pt x="3734" y="1590"/>
                  </a:lnTo>
                  <a:lnTo>
                    <a:pt x="3655" y="1272"/>
                  </a:lnTo>
                  <a:lnTo>
                    <a:pt x="3496" y="875"/>
                  </a:lnTo>
                  <a:lnTo>
                    <a:pt x="3337" y="636"/>
                  </a:lnTo>
                  <a:lnTo>
                    <a:pt x="3099" y="319"/>
                  </a:lnTo>
                  <a:lnTo>
                    <a:pt x="2781" y="160"/>
                  </a:lnTo>
                  <a:lnTo>
                    <a:pt x="2463" y="1"/>
                  </a:lnTo>
                  <a:close/>
                </a:path>
              </a:pathLst>
            </a:custGeom>
            <a:solidFill>
              <a:srgbClr val="D83535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9"/>
            <p:cNvSpPr/>
            <p:nvPr/>
          </p:nvSpPr>
          <p:spPr>
            <a:xfrm>
              <a:off x="5817700" y="1231050"/>
              <a:ext cx="43725" cy="47700"/>
            </a:xfrm>
            <a:custGeom>
              <a:avLst/>
              <a:gdLst/>
              <a:ahLst/>
              <a:cxnLst/>
              <a:rect l="l" t="t" r="r" b="b"/>
              <a:pathLst>
                <a:path w="1749" h="1908" extrusionOk="0">
                  <a:moveTo>
                    <a:pt x="557" y="1"/>
                  </a:moveTo>
                  <a:lnTo>
                    <a:pt x="239" y="159"/>
                  </a:lnTo>
                  <a:lnTo>
                    <a:pt x="160" y="318"/>
                  </a:lnTo>
                  <a:lnTo>
                    <a:pt x="1" y="477"/>
                  </a:lnTo>
                  <a:lnTo>
                    <a:pt x="1" y="874"/>
                  </a:lnTo>
                  <a:lnTo>
                    <a:pt x="1" y="1272"/>
                  </a:lnTo>
                  <a:lnTo>
                    <a:pt x="239" y="1589"/>
                  </a:lnTo>
                  <a:lnTo>
                    <a:pt x="477" y="1828"/>
                  </a:lnTo>
                  <a:lnTo>
                    <a:pt x="795" y="1907"/>
                  </a:lnTo>
                  <a:lnTo>
                    <a:pt x="1113" y="1907"/>
                  </a:lnTo>
                  <a:lnTo>
                    <a:pt x="1431" y="1748"/>
                  </a:lnTo>
                  <a:lnTo>
                    <a:pt x="1669" y="1430"/>
                  </a:lnTo>
                  <a:lnTo>
                    <a:pt x="1748" y="1113"/>
                  </a:lnTo>
                  <a:lnTo>
                    <a:pt x="1748" y="716"/>
                  </a:lnTo>
                  <a:lnTo>
                    <a:pt x="1590" y="398"/>
                  </a:lnTo>
                  <a:lnTo>
                    <a:pt x="1272" y="159"/>
                  </a:lnTo>
                  <a:lnTo>
                    <a:pt x="954" y="1"/>
                  </a:lnTo>
                  <a:close/>
                </a:path>
              </a:pathLst>
            </a:custGeom>
            <a:solidFill>
              <a:srgbClr val="ED7070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9"/>
            <p:cNvSpPr/>
            <p:nvPr/>
          </p:nvSpPr>
          <p:spPr>
            <a:xfrm>
              <a:off x="1615600" y="10285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0" y="0"/>
                  </a:moveTo>
                  <a:lnTo>
                    <a:pt x="0" y="2224"/>
                  </a:lnTo>
                  <a:lnTo>
                    <a:pt x="2224" y="2224"/>
                  </a:lnTo>
                  <a:lnTo>
                    <a:pt x="2224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9"/>
            <p:cNvSpPr/>
            <p:nvPr/>
          </p:nvSpPr>
          <p:spPr>
            <a:xfrm>
              <a:off x="1671200" y="10841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0" y="0"/>
                  </a:moveTo>
                  <a:lnTo>
                    <a:pt x="0" y="2225"/>
                  </a:lnTo>
                  <a:lnTo>
                    <a:pt x="2225" y="2225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9"/>
            <p:cNvSpPr/>
            <p:nvPr/>
          </p:nvSpPr>
          <p:spPr>
            <a:xfrm>
              <a:off x="1726800" y="10285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1" y="0"/>
                  </a:moveTo>
                  <a:lnTo>
                    <a:pt x="1" y="2224"/>
                  </a:lnTo>
                  <a:lnTo>
                    <a:pt x="2225" y="2224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9"/>
            <p:cNvSpPr/>
            <p:nvPr/>
          </p:nvSpPr>
          <p:spPr>
            <a:xfrm>
              <a:off x="1782400" y="1084100"/>
              <a:ext cx="55650" cy="55625"/>
            </a:xfrm>
            <a:custGeom>
              <a:avLst/>
              <a:gdLst/>
              <a:ahLst/>
              <a:cxnLst/>
              <a:rect l="l" t="t" r="r" b="b"/>
              <a:pathLst>
                <a:path w="2226" h="2225" extrusionOk="0">
                  <a:moveTo>
                    <a:pt x="1" y="0"/>
                  </a:moveTo>
                  <a:lnTo>
                    <a:pt x="1" y="2225"/>
                  </a:lnTo>
                  <a:lnTo>
                    <a:pt x="2225" y="2225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9"/>
            <p:cNvSpPr/>
            <p:nvPr/>
          </p:nvSpPr>
          <p:spPr>
            <a:xfrm>
              <a:off x="1838025" y="1028500"/>
              <a:ext cx="53625" cy="55625"/>
            </a:xfrm>
            <a:custGeom>
              <a:avLst/>
              <a:gdLst/>
              <a:ahLst/>
              <a:cxnLst/>
              <a:rect l="l" t="t" r="r" b="b"/>
              <a:pathLst>
                <a:path w="2145" h="2225" extrusionOk="0">
                  <a:moveTo>
                    <a:pt x="0" y="0"/>
                  </a:moveTo>
                  <a:lnTo>
                    <a:pt x="0" y="2224"/>
                  </a:lnTo>
                  <a:lnTo>
                    <a:pt x="2145" y="2224"/>
                  </a:lnTo>
                  <a:lnTo>
                    <a:pt x="214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9"/>
            <p:cNvSpPr/>
            <p:nvPr/>
          </p:nvSpPr>
          <p:spPr>
            <a:xfrm>
              <a:off x="1891625" y="10841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1" y="0"/>
                  </a:moveTo>
                  <a:lnTo>
                    <a:pt x="1" y="2225"/>
                  </a:lnTo>
                  <a:lnTo>
                    <a:pt x="2225" y="2225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9"/>
            <p:cNvSpPr/>
            <p:nvPr/>
          </p:nvSpPr>
          <p:spPr>
            <a:xfrm>
              <a:off x="1947225" y="1028500"/>
              <a:ext cx="55650" cy="55625"/>
            </a:xfrm>
            <a:custGeom>
              <a:avLst/>
              <a:gdLst/>
              <a:ahLst/>
              <a:cxnLst/>
              <a:rect l="l" t="t" r="r" b="b"/>
              <a:pathLst>
                <a:path w="2226" h="2225" extrusionOk="0">
                  <a:moveTo>
                    <a:pt x="1" y="0"/>
                  </a:moveTo>
                  <a:lnTo>
                    <a:pt x="1" y="2224"/>
                  </a:lnTo>
                  <a:lnTo>
                    <a:pt x="2225" y="2224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9"/>
            <p:cNvSpPr/>
            <p:nvPr/>
          </p:nvSpPr>
          <p:spPr>
            <a:xfrm>
              <a:off x="2002850" y="10841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0" y="0"/>
                  </a:moveTo>
                  <a:lnTo>
                    <a:pt x="0" y="2225"/>
                  </a:lnTo>
                  <a:lnTo>
                    <a:pt x="2224" y="2225"/>
                  </a:lnTo>
                  <a:lnTo>
                    <a:pt x="2224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9"/>
            <p:cNvSpPr/>
            <p:nvPr/>
          </p:nvSpPr>
          <p:spPr>
            <a:xfrm>
              <a:off x="2058450" y="10285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0" y="0"/>
                  </a:moveTo>
                  <a:lnTo>
                    <a:pt x="0" y="2224"/>
                  </a:lnTo>
                  <a:lnTo>
                    <a:pt x="2224" y="2224"/>
                  </a:lnTo>
                  <a:lnTo>
                    <a:pt x="2224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9"/>
            <p:cNvSpPr/>
            <p:nvPr/>
          </p:nvSpPr>
          <p:spPr>
            <a:xfrm>
              <a:off x="2114050" y="10841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0" y="0"/>
                  </a:moveTo>
                  <a:lnTo>
                    <a:pt x="0" y="2225"/>
                  </a:lnTo>
                  <a:lnTo>
                    <a:pt x="2225" y="2225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9"/>
            <p:cNvSpPr/>
            <p:nvPr/>
          </p:nvSpPr>
          <p:spPr>
            <a:xfrm>
              <a:off x="2169650" y="1028500"/>
              <a:ext cx="53650" cy="55625"/>
            </a:xfrm>
            <a:custGeom>
              <a:avLst/>
              <a:gdLst/>
              <a:ahLst/>
              <a:cxnLst/>
              <a:rect l="l" t="t" r="r" b="b"/>
              <a:pathLst>
                <a:path w="2146" h="2225" extrusionOk="0">
                  <a:moveTo>
                    <a:pt x="1" y="0"/>
                  </a:moveTo>
                  <a:lnTo>
                    <a:pt x="1" y="2224"/>
                  </a:lnTo>
                  <a:lnTo>
                    <a:pt x="2145" y="2224"/>
                  </a:lnTo>
                  <a:lnTo>
                    <a:pt x="214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9"/>
            <p:cNvSpPr/>
            <p:nvPr/>
          </p:nvSpPr>
          <p:spPr>
            <a:xfrm>
              <a:off x="2223275" y="10841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0" y="0"/>
                  </a:moveTo>
                  <a:lnTo>
                    <a:pt x="0" y="2225"/>
                  </a:lnTo>
                  <a:lnTo>
                    <a:pt x="2225" y="2225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9"/>
            <p:cNvSpPr/>
            <p:nvPr/>
          </p:nvSpPr>
          <p:spPr>
            <a:xfrm>
              <a:off x="2278875" y="10285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1" y="0"/>
                  </a:moveTo>
                  <a:lnTo>
                    <a:pt x="1" y="2224"/>
                  </a:lnTo>
                  <a:lnTo>
                    <a:pt x="2225" y="2224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9"/>
            <p:cNvSpPr/>
            <p:nvPr/>
          </p:nvSpPr>
          <p:spPr>
            <a:xfrm>
              <a:off x="2334475" y="10841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1" y="0"/>
                  </a:moveTo>
                  <a:lnTo>
                    <a:pt x="1" y="2225"/>
                  </a:lnTo>
                  <a:lnTo>
                    <a:pt x="2225" y="2225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9"/>
            <p:cNvSpPr/>
            <p:nvPr/>
          </p:nvSpPr>
          <p:spPr>
            <a:xfrm>
              <a:off x="2390075" y="1028500"/>
              <a:ext cx="55650" cy="55625"/>
            </a:xfrm>
            <a:custGeom>
              <a:avLst/>
              <a:gdLst/>
              <a:ahLst/>
              <a:cxnLst/>
              <a:rect l="l" t="t" r="r" b="b"/>
              <a:pathLst>
                <a:path w="2226" h="2225" extrusionOk="0">
                  <a:moveTo>
                    <a:pt x="1" y="0"/>
                  </a:moveTo>
                  <a:lnTo>
                    <a:pt x="1" y="2224"/>
                  </a:lnTo>
                  <a:lnTo>
                    <a:pt x="2225" y="2224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9"/>
            <p:cNvSpPr/>
            <p:nvPr/>
          </p:nvSpPr>
          <p:spPr>
            <a:xfrm>
              <a:off x="2445700" y="10841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0" y="0"/>
                  </a:moveTo>
                  <a:lnTo>
                    <a:pt x="0" y="2225"/>
                  </a:lnTo>
                  <a:lnTo>
                    <a:pt x="2224" y="2225"/>
                  </a:lnTo>
                  <a:lnTo>
                    <a:pt x="2224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9"/>
            <p:cNvSpPr/>
            <p:nvPr/>
          </p:nvSpPr>
          <p:spPr>
            <a:xfrm>
              <a:off x="2501300" y="1028500"/>
              <a:ext cx="53650" cy="55625"/>
            </a:xfrm>
            <a:custGeom>
              <a:avLst/>
              <a:gdLst/>
              <a:ahLst/>
              <a:cxnLst/>
              <a:rect l="l" t="t" r="r" b="b"/>
              <a:pathLst>
                <a:path w="2146" h="2225" extrusionOk="0">
                  <a:moveTo>
                    <a:pt x="0" y="0"/>
                  </a:moveTo>
                  <a:lnTo>
                    <a:pt x="0" y="2224"/>
                  </a:lnTo>
                  <a:lnTo>
                    <a:pt x="2145" y="2224"/>
                  </a:lnTo>
                  <a:lnTo>
                    <a:pt x="214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9"/>
            <p:cNvSpPr/>
            <p:nvPr/>
          </p:nvSpPr>
          <p:spPr>
            <a:xfrm>
              <a:off x="2554925" y="10841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0" y="0"/>
                  </a:moveTo>
                  <a:lnTo>
                    <a:pt x="0" y="2225"/>
                  </a:lnTo>
                  <a:lnTo>
                    <a:pt x="2224" y="2225"/>
                  </a:lnTo>
                  <a:lnTo>
                    <a:pt x="2224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9"/>
            <p:cNvSpPr/>
            <p:nvPr/>
          </p:nvSpPr>
          <p:spPr>
            <a:xfrm>
              <a:off x="2610525" y="10285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0" y="0"/>
                  </a:moveTo>
                  <a:lnTo>
                    <a:pt x="0" y="2224"/>
                  </a:lnTo>
                  <a:lnTo>
                    <a:pt x="2224" y="2224"/>
                  </a:lnTo>
                  <a:lnTo>
                    <a:pt x="2224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9"/>
            <p:cNvSpPr/>
            <p:nvPr/>
          </p:nvSpPr>
          <p:spPr>
            <a:xfrm>
              <a:off x="2666125" y="10841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0" y="0"/>
                  </a:moveTo>
                  <a:lnTo>
                    <a:pt x="0" y="2225"/>
                  </a:lnTo>
                  <a:lnTo>
                    <a:pt x="2225" y="2225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9"/>
            <p:cNvSpPr/>
            <p:nvPr/>
          </p:nvSpPr>
          <p:spPr>
            <a:xfrm>
              <a:off x="2721725" y="10285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1" y="0"/>
                  </a:moveTo>
                  <a:lnTo>
                    <a:pt x="1" y="2224"/>
                  </a:lnTo>
                  <a:lnTo>
                    <a:pt x="2225" y="2224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9"/>
            <p:cNvSpPr/>
            <p:nvPr/>
          </p:nvSpPr>
          <p:spPr>
            <a:xfrm>
              <a:off x="2777325" y="10841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1" y="0"/>
                  </a:moveTo>
                  <a:lnTo>
                    <a:pt x="1" y="2225"/>
                  </a:lnTo>
                  <a:lnTo>
                    <a:pt x="2225" y="2225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9"/>
            <p:cNvSpPr/>
            <p:nvPr/>
          </p:nvSpPr>
          <p:spPr>
            <a:xfrm>
              <a:off x="2832925" y="1028500"/>
              <a:ext cx="53650" cy="55625"/>
            </a:xfrm>
            <a:custGeom>
              <a:avLst/>
              <a:gdLst/>
              <a:ahLst/>
              <a:cxnLst/>
              <a:rect l="l" t="t" r="r" b="b"/>
              <a:pathLst>
                <a:path w="2146" h="2225" extrusionOk="0">
                  <a:moveTo>
                    <a:pt x="1" y="0"/>
                  </a:moveTo>
                  <a:lnTo>
                    <a:pt x="1" y="2224"/>
                  </a:lnTo>
                  <a:lnTo>
                    <a:pt x="2146" y="2224"/>
                  </a:lnTo>
                  <a:lnTo>
                    <a:pt x="2146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9"/>
            <p:cNvSpPr/>
            <p:nvPr/>
          </p:nvSpPr>
          <p:spPr>
            <a:xfrm>
              <a:off x="2886550" y="10841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1" y="0"/>
                  </a:moveTo>
                  <a:lnTo>
                    <a:pt x="1" y="2225"/>
                  </a:lnTo>
                  <a:lnTo>
                    <a:pt x="2225" y="2225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9"/>
            <p:cNvSpPr/>
            <p:nvPr/>
          </p:nvSpPr>
          <p:spPr>
            <a:xfrm>
              <a:off x="2942150" y="1028500"/>
              <a:ext cx="55650" cy="55625"/>
            </a:xfrm>
            <a:custGeom>
              <a:avLst/>
              <a:gdLst/>
              <a:ahLst/>
              <a:cxnLst/>
              <a:rect l="l" t="t" r="r" b="b"/>
              <a:pathLst>
                <a:path w="2226" h="2225" extrusionOk="0">
                  <a:moveTo>
                    <a:pt x="1" y="0"/>
                  </a:moveTo>
                  <a:lnTo>
                    <a:pt x="1" y="2224"/>
                  </a:lnTo>
                  <a:lnTo>
                    <a:pt x="2225" y="2224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9"/>
            <p:cNvSpPr/>
            <p:nvPr/>
          </p:nvSpPr>
          <p:spPr>
            <a:xfrm>
              <a:off x="2997775" y="10841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0" y="0"/>
                  </a:moveTo>
                  <a:lnTo>
                    <a:pt x="0" y="2225"/>
                  </a:lnTo>
                  <a:lnTo>
                    <a:pt x="2224" y="2225"/>
                  </a:lnTo>
                  <a:lnTo>
                    <a:pt x="2224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9"/>
            <p:cNvSpPr/>
            <p:nvPr/>
          </p:nvSpPr>
          <p:spPr>
            <a:xfrm>
              <a:off x="3053375" y="10285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0" y="0"/>
                  </a:moveTo>
                  <a:lnTo>
                    <a:pt x="0" y="2224"/>
                  </a:lnTo>
                  <a:lnTo>
                    <a:pt x="2224" y="2224"/>
                  </a:lnTo>
                  <a:lnTo>
                    <a:pt x="2224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9"/>
            <p:cNvSpPr/>
            <p:nvPr/>
          </p:nvSpPr>
          <p:spPr>
            <a:xfrm>
              <a:off x="3108975" y="10841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0" y="0"/>
                  </a:moveTo>
                  <a:lnTo>
                    <a:pt x="0" y="2225"/>
                  </a:lnTo>
                  <a:lnTo>
                    <a:pt x="2225" y="2225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9"/>
            <p:cNvSpPr/>
            <p:nvPr/>
          </p:nvSpPr>
          <p:spPr>
            <a:xfrm>
              <a:off x="3164575" y="1028500"/>
              <a:ext cx="53650" cy="55625"/>
            </a:xfrm>
            <a:custGeom>
              <a:avLst/>
              <a:gdLst/>
              <a:ahLst/>
              <a:cxnLst/>
              <a:rect l="l" t="t" r="r" b="b"/>
              <a:pathLst>
                <a:path w="2146" h="2225" extrusionOk="0">
                  <a:moveTo>
                    <a:pt x="1" y="0"/>
                  </a:moveTo>
                  <a:lnTo>
                    <a:pt x="1" y="2224"/>
                  </a:lnTo>
                  <a:lnTo>
                    <a:pt x="2145" y="2224"/>
                  </a:lnTo>
                  <a:lnTo>
                    <a:pt x="214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9"/>
            <p:cNvSpPr/>
            <p:nvPr/>
          </p:nvSpPr>
          <p:spPr>
            <a:xfrm>
              <a:off x="3218200" y="10841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0" y="0"/>
                  </a:moveTo>
                  <a:lnTo>
                    <a:pt x="0" y="2225"/>
                  </a:lnTo>
                  <a:lnTo>
                    <a:pt x="2225" y="2225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9"/>
            <p:cNvSpPr/>
            <p:nvPr/>
          </p:nvSpPr>
          <p:spPr>
            <a:xfrm>
              <a:off x="3273800" y="10285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1" y="0"/>
                  </a:moveTo>
                  <a:lnTo>
                    <a:pt x="1" y="2224"/>
                  </a:lnTo>
                  <a:lnTo>
                    <a:pt x="2225" y="2224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9"/>
            <p:cNvSpPr/>
            <p:nvPr/>
          </p:nvSpPr>
          <p:spPr>
            <a:xfrm>
              <a:off x="3329400" y="10841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1" y="0"/>
                  </a:moveTo>
                  <a:lnTo>
                    <a:pt x="1" y="2225"/>
                  </a:lnTo>
                  <a:lnTo>
                    <a:pt x="2225" y="2225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9"/>
            <p:cNvSpPr/>
            <p:nvPr/>
          </p:nvSpPr>
          <p:spPr>
            <a:xfrm>
              <a:off x="3385000" y="1028500"/>
              <a:ext cx="55650" cy="55625"/>
            </a:xfrm>
            <a:custGeom>
              <a:avLst/>
              <a:gdLst/>
              <a:ahLst/>
              <a:cxnLst/>
              <a:rect l="l" t="t" r="r" b="b"/>
              <a:pathLst>
                <a:path w="2226" h="2225" extrusionOk="0">
                  <a:moveTo>
                    <a:pt x="1" y="0"/>
                  </a:moveTo>
                  <a:lnTo>
                    <a:pt x="1" y="2224"/>
                  </a:lnTo>
                  <a:lnTo>
                    <a:pt x="2225" y="2224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9"/>
            <p:cNvSpPr/>
            <p:nvPr/>
          </p:nvSpPr>
          <p:spPr>
            <a:xfrm>
              <a:off x="3440625" y="10841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0" y="0"/>
                  </a:moveTo>
                  <a:lnTo>
                    <a:pt x="0" y="2225"/>
                  </a:lnTo>
                  <a:lnTo>
                    <a:pt x="2224" y="2225"/>
                  </a:lnTo>
                  <a:lnTo>
                    <a:pt x="2224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9"/>
            <p:cNvSpPr/>
            <p:nvPr/>
          </p:nvSpPr>
          <p:spPr>
            <a:xfrm>
              <a:off x="3496225" y="1028500"/>
              <a:ext cx="53650" cy="55625"/>
            </a:xfrm>
            <a:custGeom>
              <a:avLst/>
              <a:gdLst/>
              <a:ahLst/>
              <a:cxnLst/>
              <a:rect l="l" t="t" r="r" b="b"/>
              <a:pathLst>
                <a:path w="2146" h="2225" extrusionOk="0">
                  <a:moveTo>
                    <a:pt x="0" y="0"/>
                  </a:moveTo>
                  <a:lnTo>
                    <a:pt x="0" y="2224"/>
                  </a:lnTo>
                  <a:lnTo>
                    <a:pt x="2145" y="2224"/>
                  </a:lnTo>
                  <a:lnTo>
                    <a:pt x="214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9"/>
            <p:cNvSpPr/>
            <p:nvPr/>
          </p:nvSpPr>
          <p:spPr>
            <a:xfrm>
              <a:off x="3549850" y="10841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0" y="0"/>
                  </a:moveTo>
                  <a:lnTo>
                    <a:pt x="0" y="2225"/>
                  </a:lnTo>
                  <a:lnTo>
                    <a:pt x="2224" y="2225"/>
                  </a:lnTo>
                  <a:lnTo>
                    <a:pt x="2224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9"/>
            <p:cNvSpPr/>
            <p:nvPr/>
          </p:nvSpPr>
          <p:spPr>
            <a:xfrm>
              <a:off x="3605450" y="10285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0" y="0"/>
                  </a:moveTo>
                  <a:lnTo>
                    <a:pt x="0" y="2224"/>
                  </a:lnTo>
                  <a:lnTo>
                    <a:pt x="2224" y="2224"/>
                  </a:lnTo>
                  <a:lnTo>
                    <a:pt x="2224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9"/>
            <p:cNvSpPr/>
            <p:nvPr/>
          </p:nvSpPr>
          <p:spPr>
            <a:xfrm>
              <a:off x="3661050" y="10841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0" y="0"/>
                  </a:moveTo>
                  <a:lnTo>
                    <a:pt x="0" y="2225"/>
                  </a:lnTo>
                  <a:lnTo>
                    <a:pt x="2225" y="2225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9"/>
            <p:cNvSpPr/>
            <p:nvPr/>
          </p:nvSpPr>
          <p:spPr>
            <a:xfrm>
              <a:off x="3716650" y="10285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1" y="0"/>
                  </a:moveTo>
                  <a:lnTo>
                    <a:pt x="1" y="2224"/>
                  </a:lnTo>
                  <a:lnTo>
                    <a:pt x="2225" y="2224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9"/>
            <p:cNvSpPr/>
            <p:nvPr/>
          </p:nvSpPr>
          <p:spPr>
            <a:xfrm>
              <a:off x="3772250" y="1084100"/>
              <a:ext cx="53650" cy="55625"/>
            </a:xfrm>
            <a:custGeom>
              <a:avLst/>
              <a:gdLst/>
              <a:ahLst/>
              <a:cxnLst/>
              <a:rect l="l" t="t" r="r" b="b"/>
              <a:pathLst>
                <a:path w="2146" h="2225" extrusionOk="0">
                  <a:moveTo>
                    <a:pt x="1" y="0"/>
                  </a:moveTo>
                  <a:lnTo>
                    <a:pt x="1" y="2225"/>
                  </a:lnTo>
                  <a:lnTo>
                    <a:pt x="2145" y="2225"/>
                  </a:lnTo>
                  <a:lnTo>
                    <a:pt x="214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9"/>
            <p:cNvSpPr/>
            <p:nvPr/>
          </p:nvSpPr>
          <p:spPr>
            <a:xfrm>
              <a:off x="3825875" y="10285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0" y="0"/>
                  </a:moveTo>
                  <a:lnTo>
                    <a:pt x="0" y="2224"/>
                  </a:lnTo>
                  <a:lnTo>
                    <a:pt x="2225" y="2224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9"/>
            <p:cNvSpPr/>
            <p:nvPr/>
          </p:nvSpPr>
          <p:spPr>
            <a:xfrm>
              <a:off x="3881475" y="10841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1" y="0"/>
                  </a:moveTo>
                  <a:lnTo>
                    <a:pt x="1" y="2225"/>
                  </a:lnTo>
                  <a:lnTo>
                    <a:pt x="2225" y="2225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9"/>
            <p:cNvSpPr/>
            <p:nvPr/>
          </p:nvSpPr>
          <p:spPr>
            <a:xfrm>
              <a:off x="3937075" y="1028500"/>
              <a:ext cx="55650" cy="55625"/>
            </a:xfrm>
            <a:custGeom>
              <a:avLst/>
              <a:gdLst/>
              <a:ahLst/>
              <a:cxnLst/>
              <a:rect l="l" t="t" r="r" b="b"/>
              <a:pathLst>
                <a:path w="2226" h="2225" extrusionOk="0">
                  <a:moveTo>
                    <a:pt x="1" y="0"/>
                  </a:moveTo>
                  <a:lnTo>
                    <a:pt x="1" y="2224"/>
                  </a:lnTo>
                  <a:lnTo>
                    <a:pt x="2225" y="2224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9"/>
            <p:cNvSpPr/>
            <p:nvPr/>
          </p:nvSpPr>
          <p:spPr>
            <a:xfrm>
              <a:off x="3992700" y="10841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0" y="0"/>
                  </a:moveTo>
                  <a:lnTo>
                    <a:pt x="0" y="2225"/>
                  </a:lnTo>
                  <a:lnTo>
                    <a:pt x="2224" y="2225"/>
                  </a:lnTo>
                  <a:lnTo>
                    <a:pt x="2224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9"/>
            <p:cNvSpPr/>
            <p:nvPr/>
          </p:nvSpPr>
          <p:spPr>
            <a:xfrm>
              <a:off x="4048300" y="10285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0" y="0"/>
                  </a:moveTo>
                  <a:lnTo>
                    <a:pt x="0" y="2224"/>
                  </a:lnTo>
                  <a:lnTo>
                    <a:pt x="2224" y="2224"/>
                  </a:lnTo>
                  <a:lnTo>
                    <a:pt x="2224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9"/>
            <p:cNvSpPr/>
            <p:nvPr/>
          </p:nvSpPr>
          <p:spPr>
            <a:xfrm>
              <a:off x="4103900" y="1084100"/>
              <a:ext cx="53650" cy="55625"/>
            </a:xfrm>
            <a:custGeom>
              <a:avLst/>
              <a:gdLst/>
              <a:ahLst/>
              <a:cxnLst/>
              <a:rect l="l" t="t" r="r" b="b"/>
              <a:pathLst>
                <a:path w="2146" h="2225" extrusionOk="0">
                  <a:moveTo>
                    <a:pt x="0" y="0"/>
                  </a:moveTo>
                  <a:lnTo>
                    <a:pt x="0" y="2225"/>
                  </a:lnTo>
                  <a:lnTo>
                    <a:pt x="2145" y="2225"/>
                  </a:lnTo>
                  <a:lnTo>
                    <a:pt x="214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9"/>
            <p:cNvSpPr/>
            <p:nvPr/>
          </p:nvSpPr>
          <p:spPr>
            <a:xfrm>
              <a:off x="4157525" y="10285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0" y="0"/>
                  </a:moveTo>
                  <a:lnTo>
                    <a:pt x="0" y="2224"/>
                  </a:lnTo>
                  <a:lnTo>
                    <a:pt x="2224" y="2224"/>
                  </a:lnTo>
                  <a:lnTo>
                    <a:pt x="2224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9"/>
            <p:cNvSpPr/>
            <p:nvPr/>
          </p:nvSpPr>
          <p:spPr>
            <a:xfrm>
              <a:off x="4213125" y="10841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0" y="0"/>
                  </a:moveTo>
                  <a:lnTo>
                    <a:pt x="0" y="2225"/>
                  </a:lnTo>
                  <a:lnTo>
                    <a:pt x="2224" y="2225"/>
                  </a:lnTo>
                  <a:lnTo>
                    <a:pt x="2224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9"/>
            <p:cNvSpPr/>
            <p:nvPr/>
          </p:nvSpPr>
          <p:spPr>
            <a:xfrm>
              <a:off x="4268725" y="10285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0" y="0"/>
                  </a:moveTo>
                  <a:lnTo>
                    <a:pt x="0" y="2224"/>
                  </a:lnTo>
                  <a:lnTo>
                    <a:pt x="2225" y="2224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9"/>
            <p:cNvSpPr/>
            <p:nvPr/>
          </p:nvSpPr>
          <p:spPr>
            <a:xfrm>
              <a:off x="4324325" y="10841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1" y="0"/>
                  </a:moveTo>
                  <a:lnTo>
                    <a:pt x="1" y="2225"/>
                  </a:lnTo>
                  <a:lnTo>
                    <a:pt x="2225" y="2225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9"/>
            <p:cNvSpPr/>
            <p:nvPr/>
          </p:nvSpPr>
          <p:spPr>
            <a:xfrm>
              <a:off x="4379925" y="1028500"/>
              <a:ext cx="55650" cy="55625"/>
            </a:xfrm>
            <a:custGeom>
              <a:avLst/>
              <a:gdLst/>
              <a:ahLst/>
              <a:cxnLst/>
              <a:rect l="l" t="t" r="r" b="b"/>
              <a:pathLst>
                <a:path w="2226" h="2225" extrusionOk="0">
                  <a:moveTo>
                    <a:pt x="1" y="0"/>
                  </a:moveTo>
                  <a:lnTo>
                    <a:pt x="1" y="2224"/>
                  </a:lnTo>
                  <a:lnTo>
                    <a:pt x="2225" y="2224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9"/>
            <p:cNvSpPr/>
            <p:nvPr/>
          </p:nvSpPr>
          <p:spPr>
            <a:xfrm>
              <a:off x="4435550" y="1084100"/>
              <a:ext cx="53625" cy="55625"/>
            </a:xfrm>
            <a:custGeom>
              <a:avLst/>
              <a:gdLst/>
              <a:ahLst/>
              <a:cxnLst/>
              <a:rect l="l" t="t" r="r" b="b"/>
              <a:pathLst>
                <a:path w="2145" h="2225" extrusionOk="0">
                  <a:moveTo>
                    <a:pt x="0" y="0"/>
                  </a:moveTo>
                  <a:lnTo>
                    <a:pt x="0" y="2225"/>
                  </a:lnTo>
                  <a:lnTo>
                    <a:pt x="2145" y="2225"/>
                  </a:lnTo>
                  <a:lnTo>
                    <a:pt x="214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9"/>
            <p:cNvSpPr/>
            <p:nvPr/>
          </p:nvSpPr>
          <p:spPr>
            <a:xfrm>
              <a:off x="4489150" y="10285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1" y="0"/>
                  </a:moveTo>
                  <a:lnTo>
                    <a:pt x="1" y="2224"/>
                  </a:lnTo>
                  <a:lnTo>
                    <a:pt x="2225" y="2224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9"/>
            <p:cNvSpPr/>
            <p:nvPr/>
          </p:nvSpPr>
          <p:spPr>
            <a:xfrm>
              <a:off x="4544750" y="1084100"/>
              <a:ext cx="55650" cy="55625"/>
            </a:xfrm>
            <a:custGeom>
              <a:avLst/>
              <a:gdLst/>
              <a:ahLst/>
              <a:cxnLst/>
              <a:rect l="l" t="t" r="r" b="b"/>
              <a:pathLst>
                <a:path w="2226" h="2225" extrusionOk="0">
                  <a:moveTo>
                    <a:pt x="1" y="0"/>
                  </a:moveTo>
                  <a:lnTo>
                    <a:pt x="1" y="2225"/>
                  </a:lnTo>
                  <a:lnTo>
                    <a:pt x="2225" y="2225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9"/>
            <p:cNvSpPr/>
            <p:nvPr/>
          </p:nvSpPr>
          <p:spPr>
            <a:xfrm>
              <a:off x="4600375" y="10285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0" y="0"/>
                  </a:moveTo>
                  <a:lnTo>
                    <a:pt x="0" y="2224"/>
                  </a:lnTo>
                  <a:lnTo>
                    <a:pt x="2224" y="2224"/>
                  </a:lnTo>
                  <a:lnTo>
                    <a:pt x="2224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9"/>
            <p:cNvSpPr/>
            <p:nvPr/>
          </p:nvSpPr>
          <p:spPr>
            <a:xfrm>
              <a:off x="4655975" y="10841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0" y="0"/>
                  </a:moveTo>
                  <a:lnTo>
                    <a:pt x="0" y="2225"/>
                  </a:lnTo>
                  <a:lnTo>
                    <a:pt x="2225" y="2225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9"/>
            <p:cNvSpPr/>
            <p:nvPr/>
          </p:nvSpPr>
          <p:spPr>
            <a:xfrm>
              <a:off x="4711575" y="10285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1" y="0"/>
                  </a:moveTo>
                  <a:lnTo>
                    <a:pt x="1" y="2224"/>
                  </a:lnTo>
                  <a:lnTo>
                    <a:pt x="2225" y="2224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9"/>
            <p:cNvSpPr/>
            <p:nvPr/>
          </p:nvSpPr>
          <p:spPr>
            <a:xfrm>
              <a:off x="4767175" y="1084100"/>
              <a:ext cx="53650" cy="55625"/>
            </a:xfrm>
            <a:custGeom>
              <a:avLst/>
              <a:gdLst/>
              <a:ahLst/>
              <a:cxnLst/>
              <a:rect l="l" t="t" r="r" b="b"/>
              <a:pathLst>
                <a:path w="2146" h="2225" extrusionOk="0">
                  <a:moveTo>
                    <a:pt x="1" y="0"/>
                  </a:moveTo>
                  <a:lnTo>
                    <a:pt x="1" y="2225"/>
                  </a:lnTo>
                  <a:lnTo>
                    <a:pt x="2145" y="2225"/>
                  </a:lnTo>
                  <a:lnTo>
                    <a:pt x="214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9"/>
            <p:cNvSpPr/>
            <p:nvPr/>
          </p:nvSpPr>
          <p:spPr>
            <a:xfrm>
              <a:off x="4820800" y="10285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0" y="0"/>
                  </a:moveTo>
                  <a:lnTo>
                    <a:pt x="0" y="2224"/>
                  </a:lnTo>
                  <a:lnTo>
                    <a:pt x="2225" y="2224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9"/>
            <p:cNvSpPr/>
            <p:nvPr/>
          </p:nvSpPr>
          <p:spPr>
            <a:xfrm>
              <a:off x="4876400" y="10841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1" y="0"/>
                  </a:moveTo>
                  <a:lnTo>
                    <a:pt x="1" y="2225"/>
                  </a:lnTo>
                  <a:lnTo>
                    <a:pt x="2225" y="2225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9"/>
            <p:cNvSpPr/>
            <p:nvPr/>
          </p:nvSpPr>
          <p:spPr>
            <a:xfrm>
              <a:off x="4932000" y="10285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1" y="0"/>
                  </a:moveTo>
                  <a:lnTo>
                    <a:pt x="1" y="2224"/>
                  </a:lnTo>
                  <a:lnTo>
                    <a:pt x="2225" y="2224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9"/>
            <p:cNvSpPr/>
            <p:nvPr/>
          </p:nvSpPr>
          <p:spPr>
            <a:xfrm>
              <a:off x="4987600" y="1084100"/>
              <a:ext cx="55650" cy="55625"/>
            </a:xfrm>
            <a:custGeom>
              <a:avLst/>
              <a:gdLst/>
              <a:ahLst/>
              <a:cxnLst/>
              <a:rect l="l" t="t" r="r" b="b"/>
              <a:pathLst>
                <a:path w="2226" h="2225" extrusionOk="0">
                  <a:moveTo>
                    <a:pt x="1" y="0"/>
                  </a:moveTo>
                  <a:lnTo>
                    <a:pt x="1" y="2225"/>
                  </a:lnTo>
                  <a:lnTo>
                    <a:pt x="2225" y="2225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9"/>
            <p:cNvSpPr/>
            <p:nvPr/>
          </p:nvSpPr>
          <p:spPr>
            <a:xfrm>
              <a:off x="5043225" y="10285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0" y="0"/>
                  </a:moveTo>
                  <a:lnTo>
                    <a:pt x="0" y="2224"/>
                  </a:lnTo>
                  <a:lnTo>
                    <a:pt x="2224" y="2224"/>
                  </a:lnTo>
                  <a:lnTo>
                    <a:pt x="2224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9"/>
            <p:cNvSpPr/>
            <p:nvPr/>
          </p:nvSpPr>
          <p:spPr>
            <a:xfrm>
              <a:off x="5098825" y="1084100"/>
              <a:ext cx="53650" cy="55625"/>
            </a:xfrm>
            <a:custGeom>
              <a:avLst/>
              <a:gdLst/>
              <a:ahLst/>
              <a:cxnLst/>
              <a:rect l="l" t="t" r="r" b="b"/>
              <a:pathLst>
                <a:path w="2146" h="2225" extrusionOk="0">
                  <a:moveTo>
                    <a:pt x="0" y="0"/>
                  </a:moveTo>
                  <a:lnTo>
                    <a:pt x="0" y="2225"/>
                  </a:lnTo>
                  <a:lnTo>
                    <a:pt x="2145" y="2225"/>
                  </a:lnTo>
                  <a:lnTo>
                    <a:pt x="214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9"/>
            <p:cNvSpPr/>
            <p:nvPr/>
          </p:nvSpPr>
          <p:spPr>
            <a:xfrm>
              <a:off x="5152450" y="10285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0" y="0"/>
                  </a:moveTo>
                  <a:lnTo>
                    <a:pt x="0" y="2224"/>
                  </a:lnTo>
                  <a:lnTo>
                    <a:pt x="2224" y="2224"/>
                  </a:lnTo>
                  <a:lnTo>
                    <a:pt x="2224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9"/>
            <p:cNvSpPr/>
            <p:nvPr/>
          </p:nvSpPr>
          <p:spPr>
            <a:xfrm>
              <a:off x="5208050" y="10841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0" y="0"/>
                  </a:moveTo>
                  <a:lnTo>
                    <a:pt x="0" y="2225"/>
                  </a:lnTo>
                  <a:lnTo>
                    <a:pt x="2224" y="2225"/>
                  </a:lnTo>
                  <a:lnTo>
                    <a:pt x="2224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9"/>
            <p:cNvSpPr/>
            <p:nvPr/>
          </p:nvSpPr>
          <p:spPr>
            <a:xfrm>
              <a:off x="5263650" y="10285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0" y="0"/>
                  </a:moveTo>
                  <a:lnTo>
                    <a:pt x="0" y="2224"/>
                  </a:lnTo>
                  <a:lnTo>
                    <a:pt x="2225" y="2224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9"/>
            <p:cNvSpPr/>
            <p:nvPr/>
          </p:nvSpPr>
          <p:spPr>
            <a:xfrm>
              <a:off x="5319250" y="10841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1" y="0"/>
                  </a:moveTo>
                  <a:lnTo>
                    <a:pt x="1" y="2225"/>
                  </a:lnTo>
                  <a:lnTo>
                    <a:pt x="2225" y="2225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9"/>
            <p:cNvSpPr/>
            <p:nvPr/>
          </p:nvSpPr>
          <p:spPr>
            <a:xfrm>
              <a:off x="5374850" y="10285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1" y="0"/>
                  </a:moveTo>
                  <a:lnTo>
                    <a:pt x="1" y="2224"/>
                  </a:lnTo>
                  <a:lnTo>
                    <a:pt x="2225" y="2224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9"/>
            <p:cNvSpPr/>
            <p:nvPr/>
          </p:nvSpPr>
          <p:spPr>
            <a:xfrm>
              <a:off x="5430450" y="1084100"/>
              <a:ext cx="53650" cy="55625"/>
            </a:xfrm>
            <a:custGeom>
              <a:avLst/>
              <a:gdLst/>
              <a:ahLst/>
              <a:cxnLst/>
              <a:rect l="l" t="t" r="r" b="b"/>
              <a:pathLst>
                <a:path w="2146" h="2225" extrusionOk="0">
                  <a:moveTo>
                    <a:pt x="1" y="0"/>
                  </a:moveTo>
                  <a:lnTo>
                    <a:pt x="1" y="2225"/>
                  </a:lnTo>
                  <a:lnTo>
                    <a:pt x="2146" y="2225"/>
                  </a:lnTo>
                  <a:lnTo>
                    <a:pt x="2146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9"/>
            <p:cNvSpPr/>
            <p:nvPr/>
          </p:nvSpPr>
          <p:spPr>
            <a:xfrm>
              <a:off x="5484075" y="10285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1" y="0"/>
                  </a:moveTo>
                  <a:lnTo>
                    <a:pt x="1" y="2224"/>
                  </a:lnTo>
                  <a:lnTo>
                    <a:pt x="2225" y="2224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9"/>
            <p:cNvSpPr/>
            <p:nvPr/>
          </p:nvSpPr>
          <p:spPr>
            <a:xfrm>
              <a:off x="5539675" y="1084100"/>
              <a:ext cx="55650" cy="55625"/>
            </a:xfrm>
            <a:custGeom>
              <a:avLst/>
              <a:gdLst/>
              <a:ahLst/>
              <a:cxnLst/>
              <a:rect l="l" t="t" r="r" b="b"/>
              <a:pathLst>
                <a:path w="2226" h="2225" extrusionOk="0">
                  <a:moveTo>
                    <a:pt x="1" y="0"/>
                  </a:moveTo>
                  <a:lnTo>
                    <a:pt x="1" y="2225"/>
                  </a:lnTo>
                  <a:lnTo>
                    <a:pt x="2225" y="2225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9"/>
            <p:cNvSpPr/>
            <p:nvPr/>
          </p:nvSpPr>
          <p:spPr>
            <a:xfrm>
              <a:off x="5595300" y="10285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0" y="0"/>
                  </a:moveTo>
                  <a:lnTo>
                    <a:pt x="0" y="2224"/>
                  </a:lnTo>
                  <a:lnTo>
                    <a:pt x="2224" y="2224"/>
                  </a:lnTo>
                  <a:lnTo>
                    <a:pt x="2224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9"/>
            <p:cNvSpPr/>
            <p:nvPr/>
          </p:nvSpPr>
          <p:spPr>
            <a:xfrm>
              <a:off x="5650900" y="10841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0" y="0"/>
                  </a:moveTo>
                  <a:lnTo>
                    <a:pt x="0" y="2225"/>
                  </a:lnTo>
                  <a:lnTo>
                    <a:pt x="2224" y="2225"/>
                  </a:lnTo>
                  <a:lnTo>
                    <a:pt x="2224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9"/>
            <p:cNvSpPr/>
            <p:nvPr/>
          </p:nvSpPr>
          <p:spPr>
            <a:xfrm>
              <a:off x="5706500" y="1028500"/>
              <a:ext cx="53650" cy="55625"/>
            </a:xfrm>
            <a:custGeom>
              <a:avLst/>
              <a:gdLst/>
              <a:ahLst/>
              <a:cxnLst/>
              <a:rect l="l" t="t" r="r" b="b"/>
              <a:pathLst>
                <a:path w="2146" h="2225" extrusionOk="0">
                  <a:moveTo>
                    <a:pt x="0" y="0"/>
                  </a:moveTo>
                  <a:lnTo>
                    <a:pt x="0" y="2224"/>
                  </a:lnTo>
                  <a:lnTo>
                    <a:pt x="2145" y="2224"/>
                  </a:lnTo>
                  <a:lnTo>
                    <a:pt x="214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9"/>
            <p:cNvSpPr/>
            <p:nvPr/>
          </p:nvSpPr>
          <p:spPr>
            <a:xfrm>
              <a:off x="5760125" y="10841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0" y="0"/>
                  </a:moveTo>
                  <a:lnTo>
                    <a:pt x="0" y="2225"/>
                  </a:lnTo>
                  <a:lnTo>
                    <a:pt x="2224" y="2225"/>
                  </a:lnTo>
                  <a:lnTo>
                    <a:pt x="2224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9"/>
            <p:cNvSpPr/>
            <p:nvPr/>
          </p:nvSpPr>
          <p:spPr>
            <a:xfrm>
              <a:off x="5815725" y="10285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0" y="0"/>
                  </a:moveTo>
                  <a:lnTo>
                    <a:pt x="0" y="2224"/>
                  </a:lnTo>
                  <a:lnTo>
                    <a:pt x="2225" y="2224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9"/>
            <p:cNvSpPr/>
            <p:nvPr/>
          </p:nvSpPr>
          <p:spPr>
            <a:xfrm>
              <a:off x="5871325" y="10841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1" y="0"/>
                  </a:moveTo>
                  <a:lnTo>
                    <a:pt x="1" y="2225"/>
                  </a:lnTo>
                  <a:lnTo>
                    <a:pt x="2225" y="2225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9"/>
            <p:cNvSpPr/>
            <p:nvPr/>
          </p:nvSpPr>
          <p:spPr>
            <a:xfrm>
              <a:off x="5926925" y="1028500"/>
              <a:ext cx="55625" cy="55625"/>
            </a:xfrm>
            <a:custGeom>
              <a:avLst/>
              <a:gdLst/>
              <a:ahLst/>
              <a:cxnLst/>
              <a:rect l="l" t="t" r="r" b="b"/>
              <a:pathLst>
                <a:path w="2225" h="2225" extrusionOk="0">
                  <a:moveTo>
                    <a:pt x="1" y="0"/>
                  </a:moveTo>
                  <a:lnTo>
                    <a:pt x="1" y="2224"/>
                  </a:lnTo>
                  <a:lnTo>
                    <a:pt x="2225" y="2224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9"/>
            <p:cNvSpPr/>
            <p:nvPr/>
          </p:nvSpPr>
          <p:spPr>
            <a:xfrm>
              <a:off x="5982525" y="1084100"/>
              <a:ext cx="55650" cy="55625"/>
            </a:xfrm>
            <a:custGeom>
              <a:avLst/>
              <a:gdLst/>
              <a:ahLst/>
              <a:cxnLst/>
              <a:rect l="l" t="t" r="r" b="b"/>
              <a:pathLst>
                <a:path w="2226" h="2225" extrusionOk="0">
                  <a:moveTo>
                    <a:pt x="1" y="0"/>
                  </a:moveTo>
                  <a:lnTo>
                    <a:pt x="1" y="2225"/>
                  </a:lnTo>
                  <a:lnTo>
                    <a:pt x="2225" y="2225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9"/>
            <p:cNvSpPr/>
            <p:nvPr/>
          </p:nvSpPr>
          <p:spPr>
            <a:xfrm>
              <a:off x="5545650" y="1524950"/>
              <a:ext cx="609675" cy="133100"/>
            </a:xfrm>
            <a:custGeom>
              <a:avLst/>
              <a:gdLst/>
              <a:ahLst/>
              <a:cxnLst/>
              <a:rect l="l" t="t" r="r" b="b"/>
              <a:pathLst>
                <a:path w="24387" h="5324" extrusionOk="0">
                  <a:moveTo>
                    <a:pt x="7467" y="1"/>
                  </a:moveTo>
                  <a:lnTo>
                    <a:pt x="4766" y="80"/>
                  </a:lnTo>
                  <a:lnTo>
                    <a:pt x="2780" y="160"/>
                  </a:lnTo>
                  <a:lnTo>
                    <a:pt x="1509" y="319"/>
                  </a:lnTo>
                  <a:lnTo>
                    <a:pt x="1033" y="478"/>
                  </a:lnTo>
                  <a:lnTo>
                    <a:pt x="636" y="636"/>
                  </a:lnTo>
                  <a:lnTo>
                    <a:pt x="397" y="875"/>
                  </a:lnTo>
                  <a:lnTo>
                    <a:pt x="159" y="1113"/>
                  </a:lnTo>
                  <a:lnTo>
                    <a:pt x="80" y="1351"/>
                  </a:lnTo>
                  <a:lnTo>
                    <a:pt x="0" y="1669"/>
                  </a:lnTo>
                  <a:lnTo>
                    <a:pt x="0" y="2463"/>
                  </a:lnTo>
                  <a:lnTo>
                    <a:pt x="0" y="3417"/>
                  </a:lnTo>
                  <a:lnTo>
                    <a:pt x="80" y="3814"/>
                  </a:lnTo>
                  <a:lnTo>
                    <a:pt x="239" y="4132"/>
                  </a:lnTo>
                  <a:lnTo>
                    <a:pt x="477" y="4449"/>
                  </a:lnTo>
                  <a:lnTo>
                    <a:pt x="795" y="4688"/>
                  </a:lnTo>
                  <a:lnTo>
                    <a:pt x="1192" y="4847"/>
                  </a:lnTo>
                  <a:lnTo>
                    <a:pt x="1748" y="5005"/>
                  </a:lnTo>
                  <a:lnTo>
                    <a:pt x="2383" y="5085"/>
                  </a:lnTo>
                  <a:lnTo>
                    <a:pt x="3257" y="5244"/>
                  </a:lnTo>
                  <a:lnTo>
                    <a:pt x="5402" y="5323"/>
                  </a:lnTo>
                  <a:lnTo>
                    <a:pt x="18667" y="5323"/>
                  </a:lnTo>
                  <a:lnTo>
                    <a:pt x="20812" y="5244"/>
                  </a:lnTo>
                  <a:lnTo>
                    <a:pt x="21686" y="5164"/>
                  </a:lnTo>
                  <a:lnTo>
                    <a:pt x="22321" y="5085"/>
                  </a:lnTo>
                  <a:lnTo>
                    <a:pt x="22957" y="4926"/>
                  </a:lnTo>
                  <a:lnTo>
                    <a:pt x="23354" y="4767"/>
                  </a:lnTo>
                  <a:lnTo>
                    <a:pt x="23751" y="4529"/>
                  </a:lnTo>
                  <a:lnTo>
                    <a:pt x="23990" y="4211"/>
                  </a:lnTo>
                  <a:lnTo>
                    <a:pt x="24148" y="3893"/>
                  </a:lnTo>
                  <a:lnTo>
                    <a:pt x="24307" y="3496"/>
                  </a:lnTo>
                  <a:lnTo>
                    <a:pt x="24387" y="3020"/>
                  </a:lnTo>
                  <a:lnTo>
                    <a:pt x="24387" y="2463"/>
                  </a:lnTo>
                  <a:lnTo>
                    <a:pt x="24387" y="1749"/>
                  </a:lnTo>
                  <a:lnTo>
                    <a:pt x="24387" y="1431"/>
                  </a:lnTo>
                  <a:lnTo>
                    <a:pt x="24307" y="1193"/>
                  </a:lnTo>
                  <a:lnTo>
                    <a:pt x="24148" y="954"/>
                  </a:lnTo>
                  <a:lnTo>
                    <a:pt x="23910" y="716"/>
                  </a:lnTo>
                  <a:lnTo>
                    <a:pt x="23513" y="557"/>
                  </a:lnTo>
                  <a:lnTo>
                    <a:pt x="23036" y="398"/>
                  </a:lnTo>
                  <a:lnTo>
                    <a:pt x="22321" y="319"/>
                  </a:lnTo>
                  <a:lnTo>
                    <a:pt x="21448" y="239"/>
                  </a:lnTo>
                  <a:lnTo>
                    <a:pt x="19065" y="80"/>
                  </a:lnTo>
                  <a:lnTo>
                    <a:pt x="1564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9"/>
            <p:cNvSpPr/>
            <p:nvPr/>
          </p:nvSpPr>
          <p:spPr>
            <a:xfrm>
              <a:off x="5821675" y="1550775"/>
              <a:ext cx="303875" cy="79475"/>
            </a:xfrm>
            <a:custGeom>
              <a:avLst/>
              <a:gdLst/>
              <a:ahLst/>
              <a:cxnLst/>
              <a:rect l="l" t="t" r="r" b="b"/>
              <a:pathLst>
                <a:path w="12155" h="3179" extrusionOk="0">
                  <a:moveTo>
                    <a:pt x="3893" y="1"/>
                  </a:moveTo>
                  <a:lnTo>
                    <a:pt x="2145" y="80"/>
                  </a:lnTo>
                  <a:lnTo>
                    <a:pt x="1510" y="160"/>
                  </a:lnTo>
                  <a:lnTo>
                    <a:pt x="954" y="318"/>
                  </a:lnTo>
                  <a:lnTo>
                    <a:pt x="557" y="477"/>
                  </a:lnTo>
                  <a:lnTo>
                    <a:pt x="239" y="716"/>
                  </a:lnTo>
                  <a:lnTo>
                    <a:pt x="80" y="1033"/>
                  </a:lnTo>
                  <a:lnTo>
                    <a:pt x="1" y="1510"/>
                  </a:lnTo>
                  <a:lnTo>
                    <a:pt x="80" y="1987"/>
                  </a:lnTo>
                  <a:lnTo>
                    <a:pt x="239" y="2384"/>
                  </a:lnTo>
                  <a:lnTo>
                    <a:pt x="557" y="2622"/>
                  </a:lnTo>
                  <a:lnTo>
                    <a:pt x="1033" y="2860"/>
                  </a:lnTo>
                  <a:lnTo>
                    <a:pt x="1748" y="3019"/>
                  </a:lnTo>
                  <a:lnTo>
                    <a:pt x="2543" y="3099"/>
                  </a:lnTo>
                  <a:lnTo>
                    <a:pt x="5005" y="3178"/>
                  </a:lnTo>
                  <a:lnTo>
                    <a:pt x="7706" y="3099"/>
                  </a:lnTo>
                  <a:lnTo>
                    <a:pt x="8897" y="3019"/>
                  </a:lnTo>
                  <a:lnTo>
                    <a:pt x="10009" y="2860"/>
                  </a:lnTo>
                  <a:lnTo>
                    <a:pt x="10883" y="2701"/>
                  </a:lnTo>
                  <a:lnTo>
                    <a:pt x="11519" y="2384"/>
                  </a:lnTo>
                  <a:lnTo>
                    <a:pt x="11757" y="2225"/>
                  </a:lnTo>
                  <a:lnTo>
                    <a:pt x="11995" y="1987"/>
                  </a:lnTo>
                  <a:lnTo>
                    <a:pt x="12075" y="1748"/>
                  </a:lnTo>
                  <a:lnTo>
                    <a:pt x="12154" y="1510"/>
                  </a:lnTo>
                  <a:lnTo>
                    <a:pt x="12075" y="1272"/>
                  </a:lnTo>
                  <a:lnTo>
                    <a:pt x="11995" y="1113"/>
                  </a:lnTo>
                  <a:lnTo>
                    <a:pt x="11757" y="954"/>
                  </a:lnTo>
                  <a:lnTo>
                    <a:pt x="11519" y="795"/>
                  </a:lnTo>
                  <a:lnTo>
                    <a:pt x="10804" y="557"/>
                  </a:lnTo>
                  <a:lnTo>
                    <a:pt x="9851" y="318"/>
                  </a:lnTo>
                  <a:lnTo>
                    <a:pt x="8659" y="160"/>
                  </a:lnTo>
                  <a:lnTo>
                    <a:pt x="7229" y="80"/>
                  </a:lnTo>
                  <a:lnTo>
                    <a:pt x="5641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9"/>
            <p:cNvSpPr/>
            <p:nvPr/>
          </p:nvSpPr>
          <p:spPr>
            <a:xfrm>
              <a:off x="1474600" y="1441550"/>
              <a:ext cx="359475" cy="135075"/>
            </a:xfrm>
            <a:custGeom>
              <a:avLst/>
              <a:gdLst/>
              <a:ahLst/>
              <a:cxnLst/>
              <a:rect l="l" t="t" r="r" b="b"/>
              <a:pathLst>
                <a:path w="14379" h="5403" extrusionOk="0">
                  <a:moveTo>
                    <a:pt x="6514" y="1"/>
                  </a:moveTo>
                  <a:lnTo>
                    <a:pt x="4369" y="80"/>
                  </a:lnTo>
                  <a:lnTo>
                    <a:pt x="2781" y="80"/>
                  </a:lnTo>
                  <a:lnTo>
                    <a:pt x="1669" y="160"/>
                  </a:lnTo>
                  <a:lnTo>
                    <a:pt x="874" y="398"/>
                  </a:lnTo>
                  <a:lnTo>
                    <a:pt x="636" y="477"/>
                  </a:lnTo>
                  <a:lnTo>
                    <a:pt x="398" y="716"/>
                  </a:lnTo>
                  <a:lnTo>
                    <a:pt x="239" y="875"/>
                  </a:lnTo>
                  <a:lnTo>
                    <a:pt x="159" y="1113"/>
                  </a:lnTo>
                  <a:lnTo>
                    <a:pt x="0" y="1748"/>
                  </a:lnTo>
                  <a:lnTo>
                    <a:pt x="0" y="2543"/>
                  </a:lnTo>
                  <a:lnTo>
                    <a:pt x="0" y="3496"/>
                  </a:lnTo>
                  <a:lnTo>
                    <a:pt x="80" y="3893"/>
                  </a:lnTo>
                  <a:lnTo>
                    <a:pt x="159" y="4211"/>
                  </a:lnTo>
                  <a:lnTo>
                    <a:pt x="318" y="4449"/>
                  </a:lnTo>
                  <a:lnTo>
                    <a:pt x="477" y="4687"/>
                  </a:lnTo>
                  <a:lnTo>
                    <a:pt x="715" y="4926"/>
                  </a:lnTo>
                  <a:lnTo>
                    <a:pt x="1033" y="5085"/>
                  </a:lnTo>
                  <a:lnTo>
                    <a:pt x="1430" y="5164"/>
                  </a:lnTo>
                  <a:lnTo>
                    <a:pt x="1907" y="5243"/>
                  </a:lnTo>
                  <a:lnTo>
                    <a:pt x="3178" y="5402"/>
                  </a:lnTo>
                  <a:lnTo>
                    <a:pt x="10962" y="5402"/>
                  </a:lnTo>
                  <a:lnTo>
                    <a:pt x="12233" y="5323"/>
                  </a:lnTo>
                  <a:lnTo>
                    <a:pt x="12789" y="5243"/>
                  </a:lnTo>
                  <a:lnTo>
                    <a:pt x="13187" y="5085"/>
                  </a:lnTo>
                  <a:lnTo>
                    <a:pt x="13504" y="5005"/>
                  </a:lnTo>
                  <a:lnTo>
                    <a:pt x="13743" y="4767"/>
                  </a:lnTo>
                  <a:lnTo>
                    <a:pt x="13981" y="4529"/>
                  </a:lnTo>
                  <a:lnTo>
                    <a:pt x="14140" y="4290"/>
                  </a:lnTo>
                  <a:lnTo>
                    <a:pt x="14219" y="3893"/>
                  </a:lnTo>
                  <a:lnTo>
                    <a:pt x="14299" y="3496"/>
                  </a:lnTo>
                  <a:lnTo>
                    <a:pt x="14378" y="2543"/>
                  </a:lnTo>
                  <a:lnTo>
                    <a:pt x="14378" y="1828"/>
                  </a:lnTo>
                  <a:lnTo>
                    <a:pt x="14299" y="1192"/>
                  </a:lnTo>
                  <a:lnTo>
                    <a:pt x="14219" y="1033"/>
                  </a:lnTo>
                  <a:lnTo>
                    <a:pt x="14060" y="795"/>
                  </a:lnTo>
                  <a:lnTo>
                    <a:pt x="13822" y="636"/>
                  </a:lnTo>
                  <a:lnTo>
                    <a:pt x="13584" y="477"/>
                  </a:lnTo>
                  <a:lnTo>
                    <a:pt x="13187" y="318"/>
                  </a:lnTo>
                  <a:lnTo>
                    <a:pt x="12631" y="239"/>
                  </a:lnTo>
                  <a:lnTo>
                    <a:pt x="11280" y="160"/>
                  </a:lnTo>
                  <a:lnTo>
                    <a:pt x="9215" y="80"/>
                  </a:lnTo>
                  <a:lnTo>
                    <a:pt x="651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9"/>
            <p:cNvSpPr/>
            <p:nvPr/>
          </p:nvSpPr>
          <p:spPr>
            <a:xfrm>
              <a:off x="1629500" y="1469350"/>
              <a:ext cx="178750" cy="77475"/>
            </a:xfrm>
            <a:custGeom>
              <a:avLst/>
              <a:gdLst/>
              <a:ahLst/>
              <a:cxnLst/>
              <a:rect l="l" t="t" r="r" b="b"/>
              <a:pathLst>
                <a:path w="7150" h="3099" extrusionOk="0">
                  <a:moveTo>
                    <a:pt x="2304" y="1"/>
                  </a:moveTo>
                  <a:lnTo>
                    <a:pt x="1271" y="80"/>
                  </a:lnTo>
                  <a:lnTo>
                    <a:pt x="874" y="160"/>
                  </a:lnTo>
                  <a:lnTo>
                    <a:pt x="556" y="239"/>
                  </a:lnTo>
                  <a:lnTo>
                    <a:pt x="318" y="477"/>
                  </a:lnTo>
                  <a:lnTo>
                    <a:pt x="159" y="716"/>
                  </a:lnTo>
                  <a:lnTo>
                    <a:pt x="80" y="1033"/>
                  </a:lnTo>
                  <a:lnTo>
                    <a:pt x="0" y="1431"/>
                  </a:lnTo>
                  <a:lnTo>
                    <a:pt x="0" y="1907"/>
                  </a:lnTo>
                  <a:lnTo>
                    <a:pt x="159" y="2304"/>
                  </a:lnTo>
                  <a:lnTo>
                    <a:pt x="318" y="2622"/>
                  </a:lnTo>
                  <a:lnTo>
                    <a:pt x="636" y="2860"/>
                  </a:lnTo>
                  <a:lnTo>
                    <a:pt x="1033" y="2940"/>
                  </a:lnTo>
                  <a:lnTo>
                    <a:pt x="1510" y="3099"/>
                  </a:lnTo>
                  <a:lnTo>
                    <a:pt x="4528" y="3099"/>
                  </a:lnTo>
                  <a:lnTo>
                    <a:pt x="5243" y="3019"/>
                  </a:lnTo>
                  <a:lnTo>
                    <a:pt x="5879" y="2860"/>
                  </a:lnTo>
                  <a:lnTo>
                    <a:pt x="6355" y="2622"/>
                  </a:lnTo>
                  <a:lnTo>
                    <a:pt x="6752" y="2304"/>
                  </a:lnTo>
                  <a:lnTo>
                    <a:pt x="7070" y="1907"/>
                  </a:lnTo>
                  <a:lnTo>
                    <a:pt x="7070" y="1669"/>
                  </a:lnTo>
                  <a:lnTo>
                    <a:pt x="7150" y="1431"/>
                  </a:lnTo>
                  <a:lnTo>
                    <a:pt x="7070" y="1033"/>
                  </a:lnTo>
                  <a:lnTo>
                    <a:pt x="6752" y="716"/>
                  </a:lnTo>
                  <a:lnTo>
                    <a:pt x="6355" y="477"/>
                  </a:lnTo>
                  <a:lnTo>
                    <a:pt x="5799" y="239"/>
                  </a:lnTo>
                  <a:lnTo>
                    <a:pt x="5084" y="80"/>
                  </a:lnTo>
                  <a:lnTo>
                    <a:pt x="4290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9"/>
            <p:cNvSpPr/>
            <p:nvPr/>
          </p:nvSpPr>
          <p:spPr>
            <a:xfrm>
              <a:off x="3857650" y="283800"/>
              <a:ext cx="59600" cy="75475"/>
            </a:xfrm>
            <a:custGeom>
              <a:avLst/>
              <a:gdLst/>
              <a:ahLst/>
              <a:cxnLst/>
              <a:rect l="l" t="t" r="r" b="b"/>
              <a:pathLst>
                <a:path w="2384" h="3019" extrusionOk="0">
                  <a:moveTo>
                    <a:pt x="0" y="0"/>
                  </a:moveTo>
                  <a:lnTo>
                    <a:pt x="0" y="556"/>
                  </a:lnTo>
                  <a:lnTo>
                    <a:pt x="874" y="556"/>
                  </a:lnTo>
                  <a:lnTo>
                    <a:pt x="874" y="3019"/>
                  </a:lnTo>
                  <a:lnTo>
                    <a:pt x="1510" y="3019"/>
                  </a:lnTo>
                  <a:lnTo>
                    <a:pt x="1510" y="556"/>
                  </a:lnTo>
                  <a:lnTo>
                    <a:pt x="2383" y="556"/>
                  </a:lnTo>
                  <a:lnTo>
                    <a:pt x="23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9"/>
            <p:cNvSpPr/>
            <p:nvPr/>
          </p:nvSpPr>
          <p:spPr>
            <a:xfrm>
              <a:off x="3919200" y="283800"/>
              <a:ext cx="69550" cy="75475"/>
            </a:xfrm>
            <a:custGeom>
              <a:avLst/>
              <a:gdLst/>
              <a:ahLst/>
              <a:cxnLst/>
              <a:rect l="l" t="t" r="r" b="b"/>
              <a:pathLst>
                <a:path w="2782" h="3019" extrusionOk="0">
                  <a:moveTo>
                    <a:pt x="1351" y="715"/>
                  </a:moveTo>
                  <a:lnTo>
                    <a:pt x="1749" y="1827"/>
                  </a:lnTo>
                  <a:lnTo>
                    <a:pt x="954" y="1827"/>
                  </a:lnTo>
                  <a:lnTo>
                    <a:pt x="1351" y="715"/>
                  </a:lnTo>
                  <a:close/>
                  <a:moveTo>
                    <a:pt x="1034" y="0"/>
                  </a:moveTo>
                  <a:lnTo>
                    <a:pt x="1" y="3019"/>
                  </a:lnTo>
                  <a:lnTo>
                    <a:pt x="636" y="3019"/>
                  </a:lnTo>
                  <a:lnTo>
                    <a:pt x="795" y="2383"/>
                  </a:lnTo>
                  <a:lnTo>
                    <a:pt x="1907" y="2383"/>
                  </a:lnTo>
                  <a:lnTo>
                    <a:pt x="2146" y="3019"/>
                  </a:lnTo>
                  <a:lnTo>
                    <a:pt x="2781" y="3019"/>
                  </a:lnTo>
                  <a:lnTo>
                    <a:pt x="17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9"/>
            <p:cNvSpPr/>
            <p:nvPr/>
          </p:nvSpPr>
          <p:spPr>
            <a:xfrm>
              <a:off x="3996650" y="283800"/>
              <a:ext cx="65575" cy="75475"/>
            </a:xfrm>
            <a:custGeom>
              <a:avLst/>
              <a:gdLst/>
              <a:ahLst/>
              <a:cxnLst/>
              <a:rect l="l" t="t" r="r" b="b"/>
              <a:pathLst>
                <a:path w="2623" h="3019" extrusionOk="0">
                  <a:moveTo>
                    <a:pt x="80" y="0"/>
                  </a:moveTo>
                  <a:lnTo>
                    <a:pt x="954" y="1509"/>
                  </a:lnTo>
                  <a:lnTo>
                    <a:pt x="1" y="3019"/>
                  </a:lnTo>
                  <a:lnTo>
                    <a:pt x="716" y="3019"/>
                  </a:lnTo>
                  <a:lnTo>
                    <a:pt x="1351" y="1986"/>
                  </a:lnTo>
                  <a:lnTo>
                    <a:pt x="1907" y="3019"/>
                  </a:lnTo>
                  <a:lnTo>
                    <a:pt x="2622" y="3019"/>
                  </a:lnTo>
                  <a:lnTo>
                    <a:pt x="1669" y="1430"/>
                  </a:lnTo>
                  <a:lnTo>
                    <a:pt x="2543" y="0"/>
                  </a:lnTo>
                  <a:lnTo>
                    <a:pt x="1828" y="0"/>
                  </a:lnTo>
                  <a:lnTo>
                    <a:pt x="1351" y="953"/>
                  </a:lnTo>
                  <a:lnTo>
                    <a:pt x="7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9"/>
            <p:cNvSpPr/>
            <p:nvPr/>
          </p:nvSpPr>
          <p:spPr>
            <a:xfrm>
              <a:off x="4076100" y="283800"/>
              <a:ext cx="13925" cy="75475"/>
            </a:xfrm>
            <a:custGeom>
              <a:avLst/>
              <a:gdLst/>
              <a:ahLst/>
              <a:cxnLst/>
              <a:rect l="l" t="t" r="r" b="b"/>
              <a:pathLst>
                <a:path w="557" h="3019" extrusionOk="0">
                  <a:moveTo>
                    <a:pt x="0" y="0"/>
                  </a:moveTo>
                  <a:lnTo>
                    <a:pt x="0" y="3019"/>
                  </a:lnTo>
                  <a:lnTo>
                    <a:pt x="556" y="3019"/>
                  </a:lnTo>
                  <a:lnTo>
                    <a:pt x="5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80300" tIns="80300" rIns="80300" bIns="80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1" name="Google Shape;241;p29"/>
          <p:cNvSpPr/>
          <p:nvPr/>
        </p:nvSpPr>
        <p:spPr>
          <a:xfrm>
            <a:off x="100" y="4732075"/>
            <a:ext cx="9144000" cy="41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2" name="Google Shape;242;p29"/>
          <p:cNvPicPr preferRelativeResize="0"/>
          <p:nvPr/>
        </p:nvPicPr>
        <p:blipFill rotWithShape="1">
          <a:blip r:embed="rId3">
            <a:alphaModFix/>
          </a:blip>
          <a:srcRect t="36146" b="36224"/>
          <a:stretch/>
        </p:blipFill>
        <p:spPr>
          <a:xfrm>
            <a:off x="6021400" y="3575788"/>
            <a:ext cx="1976349" cy="546051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9"/>
          <p:cNvSpPr txBox="1">
            <a:spLocks noGrp="1"/>
          </p:cNvSpPr>
          <p:nvPr>
            <p:ph type="ctrTitle"/>
          </p:nvPr>
        </p:nvSpPr>
        <p:spPr>
          <a:xfrm>
            <a:off x="269074" y="1407700"/>
            <a:ext cx="5839500" cy="70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060">
                <a:solidFill>
                  <a:srgbClr val="3F3F3F"/>
                </a:solidFill>
                <a:latin typeface="Oswald"/>
                <a:ea typeface="Oswald"/>
                <a:cs typeface="Oswald"/>
                <a:sym typeface="Oswald"/>
              </a:rPr>
              <a:t>RAPIDO</a:t>
            </a:r>
            <a:endParaRPr sz="57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44" name="Google Shape;244;p29"/>
          <p:cNvSpPr txBox="1">
            <a:spLocks noGrp="1"/>
          </p:cNvSpPr>
          <p:nvPr>
            <p:ph type="subTitle" idx="1"/>
          </p:nvPr>
        </p:nvSpPr>
        <p:spPr>
          <a:xfrm>
            <a:off x="211493" y="4320476"/>
            <a:ext cx="28224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3F3F3F"/>
                </a:solidFill>
                <a:latin typeface="Oswald"/>
                <a:ea typeface="Oswald"/>
                <a:cs typeface="Oswald"/>
                <a:sym typeface="Oswald"/>
              </a:rPr>
              <a:t> Mini Project 1</a:t>
            </a:r>
            <a:endParaRPr sz="2600"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E0A">
            <a:alpha val="71240"/>
          </a:srgbClr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8172" y="208500"/>
            <a:ext cx="5143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646671">
            <a:off x="4840225" y="281938"/>
            <a:ext cx="51435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1" name="Google Shape;251;p30"/>
          <p:cNvCxnSpPr/>
          <p:nvPr/>
        </p:nvCxnSpPr>
        <p:spPr>
          <a:xfrm>
            <a:off x="283850" y="848826"/>
            <a:ext cx="8573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2" name="Google Shape;252;p30"/>
          <p:cNvCxnSpPr/>
          <p:nvPr/>
        </p:nvCxnSpPr>
        <p:spPr>
          <a:xfrm>
            <a:off x="283850" y="4779695"/>
            <a:ext cx="8573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3" name="Google Shape;253;p30"/>
          <p:cNvSpPr txBox="1">
            <a:spLocks noGrp="1"/>
          </p:cNvSpPr>
          <p:nvPr>
            <p:ph type="body" idx="2"/>
          </p:nvPr>
        </p:nvSpPr>
        <p:spPr>
          <a:xfrm>
            <a:off x="2888016" y="3388994"/>
            <a:ext cx="3031888" cy="12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SzPts val="852"/>
              <a:buNone/>
            </a:pPr>
            <a:r>
              <a:rPr lang="en-US" sz="1495" dirty="0">
                <a:latin typeface="Oswald"/>
                <a:ea typeface="Oswald"/>
                <a:cs typeface="Oswald"/>
                <a:sym typeface="Oswald"/>
              </a:rPr>
              <a:t>Operates an app-based aggregator model connecting riders with bike/auto/cab owners. Earlier - earned commission per ride, Now - follows Saas model</a:t>
            </a:r>
          </a:p>
        </p:txBody>
      </p:sp>
      <p:sp>
        <p:nvSpPr>
          <p:cNvPr id="254" name="Google Shape;254;p30"/>
          <p:cNvSpPr txBox="1">
            <a:spLocks noGrp="1"/>
          </p:cNvSpPr>
          <p:nvPr>
            <p:ph type="title"/>
          </p:nvPr>
        </p:nvSpPr>
        <p:spPr>
          <a:xfrm>
            <a:off x="483175" y="351850"/>
            <a:ext cx="8184600" cy="41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ABOUT RAPIDO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55" name="Google Shape;255;p30"/>
          <p:cNvSpPr txBox="1">
            <a:spLocks noGrp="1"/>
          </p:cNvSpPr>
          <p:nvPr>
            <p:ph type="subTitle" idx="3"/>
          </p:nvPr>
        </p:nvSpPr>
        <p:spPr>
          <a:xfrm>
            <a:off x="1422525" y="1282475"/>
            <a:ext cx="3002700" cy="135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>
                <a:latin typeface="Oswald"/>
                <a:ea typeface="Oswald"/>
                <a:cs typeface="Oswald"/>
                <a:sym typeface="Oswald"/>
              </a:rPr>
              <a:t>Founded 2015, Bengaluru - is India’s leading bike-taxi platform for fast and affordable short-distance travel, Best for daily commute and traffic routes</a:t>
            </a:r>
            <a:endParaRPr sz="15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56" name="Google Shape;256;p30"/>
          <p:cNvSpPr txBox="1">
            <a:spLocks noGrp="1"/>
          </p:cNvSpPr>
          <p:nvPr>
            <p:ph type="subTitle" idx="4"/>
          </p:nvPr>
        </p:nvSpPr>
        <p:spPr>
          <a:xfrm>
            <a:off x="5185618" y="1046937"/>
            <a:ext cx="27852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" sz="1520" dirty="0">
                <a:latin typeface="Oswald"/>
                <a:ea typeface="Oswald"/>
                <a:cs typeface="Oswald"/>
                <a:sym typeface="Oswald"/>
              </a:rPr>
              <a:t>Rapido’s mission - Make daily urban travel affordable, accessible, and convenient while empowering captains with flexible earning opportunities</a:t>
            </a:r>
            <a:endParaRPr sz="1520" dirty="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57" name="Google Shape;257;p30"/>
          <p:cNvSpPr txBox="1">
            <a:spLocks noGrp="1"/>
          </p:cNvSpPr>
          <p:nvPr>
            <p:ph type="body" idx="6"/>
          </p:nvPr>
        </p:nvSpPr>
        <p:spPr>
          <a:xfrm>
            <a:off x="388176" y="3038030"/>
            <a:ext cx="21042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latin typeface="Oswald"/>
                <a:ea typeface="Oswald"/>
                <a:cs typeface="Oswald"/>
                <a:sym typeface="Oswald"/>
              </a:rPr>
              <a:t>Low-cost, quick bike rides that beat traffic and are cheaper than Ola/Uber cabs </a:t>
            </a:r>
            <a:endParaRPr sz="1500"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58" name="Google Shape;258;p30"/>
          <p:cNvSpPr txBox="1">
            <a:spLocks noGrp="1"/>
          </p:cNvSpPr>
          <p:nvPr>
            <p:ph type="body" idx="6"/>
          </p:nvPr>
        </p:nvSpPr>
        <p:spPr>
          <a:xfrm>
            <a:off x="6493975" y="3160171"/>
            <a:ext cx="2173800" cy="12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Oswald"/>
                <a:ea typeface="Oswald"/>
                <a:cs typeface="Oswald"/>
                <a:sym typeface="Oswald"/>
              </a:rPr>
              <a:t>Present in 100+ cities with 1.5M+ captains and ~₹497 crore revenue in FY23</a:t>
            </a: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59" name="Google Shape;25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4642" y="1266402"/>
            <a:ext cx="339773" cy="339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4325" y="3056810"/>
            <a:ext cx="415498" cy="415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7552" y="1273548"/>
            <a:ext cx="339773" cy="339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73125" y="2642525"/>
            <a:ext cx="415498" cy="415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6802" y="2581251"/>
            <a:ext cx="415498" cy="415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E0A">
            <a:alpha val="71240"/>
          </a:srgbClr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8" name="Google Shape;268;p31"/>
          <p:cNvCxnSpPr/>
          <p:nvPr/>
        </p:nvCxnSpPr>
        <p:spPr>
          <a:xfrm>
            <a:off x="338150" y="1129834"/>
            <a:ext cx="5239800" cy="117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9" name="Google Shape;269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270" name="Google Shape;270;p31"/>
          <p:cNvSpPr txBox="1">
            <a:spLocks noGrp="1"/>
          </p:cNvSpPr>
          <p:nvPr>
            <p:ph type="title" idx="4294967295"/>
          </p:nvPr>
        </p:nvSpPr>
        <p:spPr>
          <a:xfrm>
            <a:off x="283850" y="257875"/>
            <a:ext cx="6449100" cy="123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swald"/>
                <a:ea typeface="Oswald"/>
                <a:cs typeface="Oswald"/>
                <a:sym typeface="Oswald"/>
              </a:rPr>
              <a:t>Market position and Growth</a:t>
            </a:r>
            <a:endParaRPr sz="31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71" name="Google Shape;271;p31"/>
          <p:cNvSpPr txBox="1"/>
          <p:nvPr/>
        </p:nvSpPr>
        <p:spPr>
          <a:xfrm>
            <a:off x="283850" y="1399776"/>
            <a:ext cx="4478400" cy="26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  <a:latin typeface="Oswald"/>
                <a:ea typeface="Oswald"/>
                <a:cs typeface="Oswald"/>
                <a:sym typeface="Oswald"/>
              </a:rPr>
              <a:t>Rapido’s growth in order volume and Gross Order Value (GOV) has been very steep: in FY25, GOV reportedly hit </a:t>
            </a:r>
            <a:r>
              <a:rPr lang="en" sz="1500" b="1">
                <a:solidFill>
                  <a:srgbClr val="3F3F3F"/>
                </a:solidFill>
                <a:latin typeface="Oswald"/>
                <a:ea typeface="Oswald"/>
                <a:cs typeface="Oswald"/>
                <a:sym typeface="Oswald"/>
              </a:rPr>
              <a:t>US $1.25 billion</a:t>
            </a:r>
            <a:r>
              <a:rPr lang="en" sz="1500">
                <a:solidFill>
                  <a:srgbClr val="3F3F3F"/>
                </a:solidFill>
                <a:latin typeface="Oswald"/>
                <a:ea typeface="Oswald"/>
                <a:cs typeface="Oswald"/>
                <a:sym typeface="Oswald"/>
              </a:rPr>
              <a:t> (≈ 2.5× growth vs prior year).</a:t>
            </a:r>
            <a:endParaRPr sz="1500">
              <a:solidFill>
                <a:srgbClr val="3F3F3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3F3F3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3F3F3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  <a:latin typeface="Oswald"/>
                <a:ea typeface="Oswald"/>
                <a:cs typeface="Oswald"/>
                <a:sym typeface="Oswald"/>
              </a:rPr>
              <a:t>In FY24, Rapido’s reported ride orders grew ~1.5× compared to FY23 — signaling rapid adoption</a:t>
            </a:r>
            <a:endParaRPr sz="1500">
              <a:solidFill>
                <a:srgbClr val="3F3F3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cxnSp>
        <p:nvCxnSpPr>
          <p:cNvPr id="272" name="Google Shape;272;p31"/>
          <p:cNvCxnSpPr/>
          <p:nvPr/>
        </p:nvCxnSpPr>
        <p:spPr>
          <a:xfrm rot="10800000" flipH="1">
            <a:off x="283850" y="2361325"/>
            <a:ext cx="5253300" cy="9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73" name="Google Shape;273;p31"/>
          <p:cNvGrpSpPr/>
          <p:nvPr/>
        </p:nvGrpSpPr>
        <p:grpSpPr>
          <a:xfrm>
            <a:off x="-10" y="4564518"/>
            <a:ext cx="9143832" cy="592801"/>
            <a:chOff x="457205" y="4198587"/>
            <a:chExt cx="8229531" cy="533478"/>
          </a:xfrm>
        </p:grpSpPr>
        <p:grpSp>
          <p:nvGrpSpPr>
            <p:cNvPr id="274" name="Google Shape;274;p31"/>
            <p:cNvGrpSpPr/>
            <p:nvPr/>
          </p:nvGrpSpPr>
          <p:grpSpPr>
            <a:xfrm>
              <a:off x="457205" y="4198587"/>
              <a:ext cx="7962970" cy="533478"/>
              <a:chOff x="457200" y="2514600"/>
              <a:chExt cx="8229609" cy="551341"/>
            </a:xfrm>
          </p:grpSpPr>
          <p:sp>
            <p:nvSpPr>
              <p:cNvPr id="275" name="Google Shape;275;p31"/>
              <p:cNvSpPr/>
              <p:nvPr/>
            </p:nvSpPr>
            <p:spPr>
              <a:xfrm>
                <a:off x="457200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01575" tIns="101575" rIns="101575" bIns="1015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31"/>
              <p:cNvSpPr/>
              <p:nvPr/>
            </p:nvSpPr>
            <p:spPr>
              <a:xfrm>
                <a:off x="732845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01575" tIns="101575" rIns="101575" bIns="1015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31"/>
              <p:cNvSpPr/>
              <p:nvPr/>
            </p:nvSpPr>
            <p:spPr>
              <a:xfrm>
                <a:off x="1008490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01575" tIns="101575" rIns="101575" bIns="1015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31"/>
              <p:cNvSpPr/>
              <p:nvPr/>
            </p:nvSpPr>
            <p:spPr>
              <a:xfrm>
                <a:off x="1284135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01575" tIns="101575" rIns="101575" bIns="1015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31"/>
              <p:cNvSpPr/>
              <p:nvPr/>
            </p:nvSpPr>
            <p:spPr>
              <a:xfrm>
                <a:off x="1559780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01575" tIns="101575" rIns="101575" bIns="1015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31"/>
              <p:cNvSpPr/>
              <p:nvPr/>
            </p:nvSpPr>
            <p:spPr>
              <a:xfrm>
                <a:off x="183542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01575" tIns="101575" rIns="101575" bIns="1015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31"/>
              <p:cNvSpPr/>
              <p:nvPr/>
            </p:nvSpPr>
            <p:spPr>
              <a:xfrm>
                <a:off x="211106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01575" tIns="101575" rIns="101575" bIns="1015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31"/>
              <p:cNvSpPr/>
              <p:nvPr/>
            </p:nvSpPr>
            <p:spPr>
              <a:xfrm>
                <a:off x="238671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01575" tIns="101575" rIns="101575" bIns="1015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31"/>
              <p:cNvSpPr/>
              <p:nvPr/>
            </p:nvSpPr>
            <p:spPr>
              <a:xfrm>
                <a:off x="266235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01575" tIns="101575" rIns="101575" bIns="1015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31"/>
              <p:cNvSpPr/>
              <p:nvPr/>
            </p:nvSpPr>
            <p:spPr>
              <a:xfrm>
                <a:off x="293800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01575" tIns="101575" rIns="101575" bIns="1015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31"/>
              <p:cNvSpPr/>
              <p:nvPr/>
            </p:nvSpPr>
            <p:spPr>
              <a:xfrm>
                <a:off x="321364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01575" tIns="101575" rIns="101575" bIns="1015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31"/>
              <p:cNvSpPr/>
              <p:nvPr/>
            </p:nvSpPr>
            <p:spPr>
              <a:xfrm>
                <a:off x="348929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01575" tIns="101575" rIns="101575" bIns="1015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31"/>
              <p:cNvSpPr/>
              <p:nvPr/>
            </p:nvSpPr>
            <p:spPr>
              <a:xfrm>
                <a:off x="376493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01575" tIns="101575" rIns="101575" bIns="1015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31"/>
              <p:cNvSpPr/>
              <p:nvPr/>
            </p:nvSpPr>
            <p:spPr>
              <a:xfrm>
                <a:off x="404058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01575" tIns="101575" rIns="101575" bIns="1015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31"/>
              <p:cNvSpPr/>
              <p:nvPr/>
            </p:nvSpPr>
            <p:spPr>
              <a:xfrm>
                <a:off x="431622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01575" tIns="101575" rIns="101575" bIns="1015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31"/>
              <p:cNvSpPr/>
              <p:nvPr/>
            </p:nvSpPr>
            <p:spPr>
              <a:xfrm>
                <a:off x="4591873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01575" tIns="101575" rIns="101575" bIns="1015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31"/>
              <p:cNvSpPr/>
              <p:nvPr/>
            </p:nvSpPr>
            <p:spPr>
              <a:xfrm>
                <a:off x="482771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01575" tIns="101575" rIns="101575" bIns="1015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31"/>
              <p:cNvSpPr/>
              <p:nvPr/>
            </p:nvSpPr>
            <p:spPr>
              <a:xfrm>
                <a:off x="510336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01575" tIns="101575" rIns="101575" bIns="1015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31"/>
              <p:cNvSpPr/>
              <p:nvPr/>
            </p:nvSpPr>
            <p:spPr>
              <a:xfrm>
                <a:off x="537900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01575" tIns="101575" rIns="101575" bIns="1015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31"/>
              <p:cNvSpPr/>
              <p:nvPr/>
            </p:nvSpPr>
            <p:spPr>
              <a:xfrm>
                <a:off x="565465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01575" tIns="101575" rIns="101575" bIns="1015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31"/>
              <p:cNvSpPr/>
              <p:nvPr/>
            </p:nvSpPr>
            <p:spPr>
              <a:xfrm>
                <a:off x="593029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01575" tIns="101575" rIns="101575" bIns="1015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31"/>
              <p:cNvSpPr/>
              <p:nvPr/>
            </p:nvSpPr>
            <p:spPr>
              <a:xfrm>
                <a:off x="620594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01575" tIns="101575" rIns="101575" bIns="1015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31"/>
              <p:cNvSpPr/>
              <p:nvPr/>
            </p:nvSpPr>
            <p:spPr>
              <a:xfrm>
                <a:off x="6481588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01575" tIns="101575" rIns="101575" bIns="1015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31"/>
              <p:cNvSpPr/>
              <p:nvPr/>
            </p:nvSpPr>
            <p:spPr>
              <a:xfrm>
                <a:off x="6757233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01575" tIns="101575" rIns="101575" bIns="1015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31"/>
              <p:cNvSpPr/>
              <p:nvPr/>
            </p:nvSpPr>
            <p:spPr>
              <a:xfrm>
                <a:off x="7032878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01575" tIns="101575" rIns="101575" bIns="1015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31"/>
              <p:cNvSpPr/>
              <p:nvPr/>
            </p:nvSpPr>
            <p:spPr>
              <a:xfrm>
                <a:off x="7308523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01575" tIns="101575" rIns="101575" bIns="1015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31"/>
              <p:cNvSpPr/>
              <p:nvPr/>
            </p:nvSpPr>
            <p:spPr>
              <a:xfrm>
                <a:off x="7584174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01575" tIns="101575" rIns="101575" bIns="1015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31"/>
              <p:cNvSpPr/>
              <p:nvPr/>
            </p:nvSpPr>
            <p:spPr>
              <a:xfrm>
                <a:off x="7859819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01575" tIns="101575" rIns="101575" bIns="1015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31"/>
              <p:cNvSpPr/>
              <p:nvPr/>
            </p:nvSpPr>
            <p:spPr>
              <a:xfrm>
                <a:off x="8135464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01575" tIns="101575" rIns="101575" bIns="1015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31"/>
              <p:cNvSpPr/>
              <p:nvPr/>
            </p:nvSpPr>
            <p:spPr>
              <a:xfrm>
                <a:off x="8411109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01575" tIns="101575" rIns="101575" bIns="1015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05" name="Google Shape;305;p31"/>
            <p:cNvSpPr/>
            <p:nvPr/>
          </p:nvSpPr>
          <p:spPr>
            <a:xfrm>
              <a:off x="8420036" y="4198595"/>
              <a:ext cx="266700" cy="2667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101575" tIns="101575" rIns="101575" bIns="101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06" name="Google Shape;306;p31"/>
          <p:cNvPicPr preferRelativeResize="0"/>
          <p:nvPr/>
        </p:nvPicPr>
        <p:blipFill rotWithShape="1">
          <a:blip r:embed="rId3">
            <a:alphaModFix/>
          </a:blip>
          <a:srcRect l="6900" r="5641"/>
          <a:stretch/>
        </p:blipFill>
        <p:spPr>
          <a:xfrm>
            <a:off x="5834927" y="0"/>
            <a:ext cx="3307125" cy="227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6880" y="2271350"/>
            <a:ext cx="3307121" cy="2913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9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2"/>
          <p:cNvPicPr preferRelativeResize="0"/>
          <p:nvPr/>
        </p:nvPicPr>
        <p:blipFill rotWithShape="1">
          <a:blip r:embed="rId3">
            <a:alphaModFix/>
          </a:blip>
          <a:srcRect t="31963" b="28176"/>
          <a:stretch/>
        </p:blipFill>
        <p:spPr>
          <a:xfrm>
            <a:off x="0" y="4771372"/>
            <a:ext cx="2923950" cy="3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2"/>
          <p:cNvSpPr txBox="1"/>
          <p:nvPr/>
        </p:nvSpPr>
        <p:spPr>
          <a:xfrm>
            <a:off x="192350" y="1280850"/>
            <a:ext cx="3683700" cy="19404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rPr>
              <a:t>Revenue Streams</a:t>
            </a:r>
            <a:endParaRPr sz="1500" b="1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Captain Subscriptions</a:t>
            </a:r>
            <a:r>
              <a:rPr lang="en" sz="1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(daily platform fee)</a:t>
            </a:r>
            <a:endParaRPr sz="1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Ride Commissions</a:t>
            </a:r>
            <a:r>
              <a:rPr lang="en" sz="1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(in select segments)</a:t>
            </a:r>
            <a:endParaRPr sz="1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swald"/>
              <a:buChar char="●"/>
            </a:pPr>
            <a:r>
              <a:rPr lang="en" sz="12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Delivery/Logistics Fees</a:t>
            </a:r>
            <a:endParaRPr sz="1200" b="1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swald"/>
              <a:buChar char="●"/>
            </a:pPr>
            <a:r>
              <a:rPr lang="en" sz="12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In-App Ads &amp; Brand Partnerships</a:t>
            </a:r>
            <a:endParaRPr sz="1200" b="1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swald"/>
              <a:buChar char="●"/>
            </a:pPr>
            <a:r>
              <a:rPr lang="en" sz="12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Corporate Mobility &amp; Rider Plans</a:t>
            </a:r>
            <a:br>
              <a:rPr lang="en" sz="1100" b="1">
                <a:solidFill>
                  <a:schemeClr val="dk1"/>
                </a:solidFill>
              </a:rPr>
            </a:b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endParaRPr sz="1300" b="1">
              <a:solidFill>
                <a:schemeClr val="dk1"/>
              </a:solidFill>
            </a:endParaRPr>
          </a:p>
        </p:txBody>
      </p:sp>
      <p:sp>
        <p:nvSpPr>
          <p:cNvPr id="314" name="Google Shape;314;p32"/>
          <p:cNvSpPr txBox="1"/>
          <p:nvPr/>
        </p:nvSpPr>
        <p:spPr>
          <a:xfrm>
            <a:off x="5814675" y="912297"/>
            <a:ext cx="2990400" cy="19404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solidFill>
                  <a:srgbClr val="D83535"/>
                </a:solidFill>
                <a:latin typeface="Oswald"/>
                <a:ea typeface="Oswald"/>
                <a:cs typeface="Oswald"/>
                <a:sym typeface="Oswald"/>
              </a:rPr>
              <a:t>Major Cost Drivers</a:t>
            </a:r>
            <a:endParaRPr sz="1500" b="1">
              <a:solidFill>
                <a:srgbClr val="D83535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Operations</a:t>
            </a:r>
            <a:r>
              <a:rPr lang="en" sz="1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(captain onboarding, support, platform upkeep)</a:t>
            </a:r>
            <a:endParaRPr sz="1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Marketing</a:t>
            </a:r>
            <a:r>
              <a:rPr lang="en" sz="1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(discounts, referrals, ads)</a:t>
            </a:r>
            <a:endParaRPr sz="1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Technology</a:t>
            </a:r>
            <a:r>
              <a:rPr lang="en" sz="1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(app development, servers, integrations)</a:t>
            </a:r>
            <a:endParaRPr sz="1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Administrative &amp; Compliance</a:t>
            </a:r>
            <a:r>
              <a:rPr lang="en" sz="1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(salaries, legal, regulatory)</a:t>
            </a:r>
            <a:endParaRPr sz="1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swald"/>
              <a:buChar char="●"/>
            </a:pPr>
            <a:r>
              <a:rPr lang="en" sz="12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Expansion &amp; Delivery Network Costs</a:t>
            </a:r>
            <a:endParaRPr sz="1200" b="1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endParaRPr sz="1500" b="1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315" name="Google Shape;315;p32"/>
          <p:cNvGrpSpPr/>
          <p:nvPr/>
        </p:nvGrpSpPr>
        <p:grpSpPr>
          <a:xfrm>
            <a:off x="2427969" y="2071821"/>
            <a:ext cx="3683670" cy="2699548"/>
            <a:chOff x="2730163" y="2032525"/>
            <a:chExt cx="3683670" cy="2699548"/>
          </a:xfrm>
        </p:grpSpPr>
        <p:sp>
          <p:nvSpPr>
            <p:cNvPr id="316" name="Google Shape;316;p32"/>
            <p:cNvSpPr/>
            <p:nvPr/>
          </p:nvSpPr>
          <p:spPr>
            <a:xfrm>
              <a:off x="2976677" y="2032525"/>
              <a:ext cx="3294094" cy="2504105"/>
            </a:xfrm>
            <a:custGeom>
              <a:avLst/>
              <a:gdLst/>
              <a:ahLst/>
              <a:cxnLst/>
              <a:rect l="l" t="t" r="r" b="b"/>
              <a:pathLst>
                <a:path w="108519" h="82494" extrusionOk="0">
                  <a:moveTo>
                    <a:pt x="36418" y="6880"/>
                  </a:moveTo>
                  <a:lnTo>
                    <a:pt x="36418" y="12834"/>
                  </a:lnTo>
                  <a:lnTo>
                    <a:pt x="30464" y="12834"/>
                  </a:lnTo>
                  <a:lnTo>
                    <a:pt x="30464" y="6880"/>
                  </a:lnTo>
                  <a:close/>
                  <a:moveTo>
                    <a:pt x="50073" y="6880"/>
                  </a:moveTo>
                  <a:lnTo>
                    <a:pt x="50073" y="12834"/>
                  </a:lnTo>
                  <a:lnTo>
                    <a:pt x="44119" y="12834"/>
                  </a:lnTo>
                  <a:lnTo>
                    <a:pt x="44119" y="6880"/>
                  </a:lnTo>
                  <a:close/>
                  <a:moveTo>
                    <a:pt x="36418" y="18199"/>
                  </a:moveTo>
                  <a:lnTo>
                    <a:pt x="36418" y="24153"/>
                  </a:lnTo>
                  <a:lnTo>
                    <a:pt x="30464" y="24153"/>
                  </a:lnTo>
                  <a:lnTo>
                    <a:pt x="30464" y="18199"/>
                  </a:lnTo>
                  <a:close/>
                  <a:moveTo>
                    <a:pt x="50073" y="18199"/>
                  </a:moveTo>
                  <a:lnTo>
                    <a:pt x="50073" y="24153"/>
                  </a:lnTo>
                  <a:lnTo>
                    <a:pt x="44119" y="24153"/>
                  </a:lnTo>
                  <a:lnTo>
                    <a:pt x="44119" y="18199"/>
                  </a:lnTo>
                  <a:close/>
                  <a:moveTo>
                    <a:pt x="36418" y="29518"/>
                  </a:moveTo>
                  <a:lnTo>
                    <a:pt x="36418" y="35472"/>
                  </a:lnTo>
                  <a:lnTo>
                    <a:pt x="30464" y="35472"/>
                  </a:lnTo>
                  <a:lnTo>
                    <a:pt x="30464" y="29518"/>
                  </a:lnTo>
                  <a:close/>
                  <a:moveTo>
                    <a:pt x="50073" y="29518"/>
                  </a:moveTo>
                  <a:lnTo>
                    <a:pt x="50073" y="35472"/>
                  </a:lnTo>
                  <a:lnTo>
                    <a:pt x="44119" y="35472"/>
                  </a:lnTo>
                  <a:lnTo>
                    <a:pt x="44119" y="29518"/>
                  </a:lnTo>
                  <a:close/>
                  <a:moveTo>
                    <a:pt x="91267" y="31727"/>
                  </a:moveTo>
                  <a:lnTo>
                    <a:pt x="91267" y="37449"/>
                  </a:lnTo>
                  <a:lnTo>
                    <a:pt x="85544" y="37449"/>
                  </a:lnTo>
                  <a:lnTo>
                    <a:pt x="85544" y="31727"/>
                  </a:lnTo>
                  <a:close/>
                  <a:moveTo>
                    <a:pt x="104668" y="31727"/>
                  </a:moveTo>
                  <a:lnTo>
                    <a:pt x="104668" y="37449"/>
                  </a:lnTo>
                  <a:lnTo>
                    <a:pt x="98967" y="37449"/>
                  </a:lnTo>
                  <a:lnTo>
                    <a:pt x="98967" y="31727"/>
                  </a:lnTo>
                  <a:close/>
                  <a:moveTo>
                    <a:pt x="36418" y="40836"/>
                  </a:moveTo>
                  <a:lnTo>
                    <a:pt x="36418" y="46790"/>
                  </a:lnTo>
                  <a:lnTo>
                    <a:pt x="30464" y="46790"/>
                  </a:lnTo>
                  <a:lnTo>
                    <a:pt x="30464" y="40836"/>
                  </a:lnTo>
                  <a:close/>
                  <a:moveTo>
                    <a:pt x="50073" y="40836"/>
                  </a:moveTo>
                  <a:lnTo>
                    <a:pt x="50073" y="46790"/>
                  </a:lnTo>
                  <a:lnTo>
                    <a:pt x="44119" y="46790"/>
                  </a:lnTo>
                  <a:lnTo>
                    <a:pt x="44119" y="40836"/>
                  </a:lnTo>
                  <a:close/>
                  <a:moveTo>
                    <a:pt x="91267" y="42351"/>
                  </a:moveTo>
                  <a:lnTo>
                    <a:pt x="91267" y="48074"/>
                  </a:lnTo>
                  <a:lnTo>
                    <a:pt x="85544" y="48074"/>
                  </a:lnTo>
                  <a:lnTo>
                    <a:pt x="85544" y="42351"/>
                  </a:lnTo>
                  <a:close/>
                  <a:moveTo>
                    <a:pt x="104668" y="42351"/>
                  </a:moveTo>
                  <a:lnTo>
                    <a:pt x="104668" y="48074"/>
                  </a:lnTo>
                  <a:lnTo>
                    <a:pt x="98967" y="48074"/>
                  </a:lnTo>
                  <a:lnTo>
                    <a:pt x="98967" y="42351"/>
                  </a:lnTo>
                  <a:close/>
                  <a:moveTo>
                    <a:pt x="7784" y="37807"/>
                  </a:moveTo>
                  <a:lnTo>
                    <a:pt x="7784" y="50409"/>
                  </a:lnTo>
                  <a:lnTo>
                    <a:pt x="2924" y="50409"/>
                  </a:lnTo>
                  <a:lnTo>
                    <a:pt x="2924" y="37807"/>
                  </a:lnTo>
                  <a:close/>
                  <a:moveTo>
                    <a:pt x="15737" y="37807"/>
                  </a:moveTo>
                  <a:lnTo>
                    <a:pt x="15737" y="50409"/>
                  </a:lnTo>
                  <a:lnTo>
                    <a:pt x="10877" y="50409"/>
                  </a:lnTo>
                  <a:lnTo>
                    <a:pt x="10877" y="37807"/>
                  </a:lnTo>
                  <a:close/>
                  <a:moveTo>
                    <a:pt x="23690" y="37807"/>
                  </a:moveTo>
                  <a:lnTo>
                    <a:pt x="23690" y="50409"/>
                  </a:lnTo>
                  <a:lnTo>
                    <a:pt x="18830" y="50409"/>
                  </a:lnTo>
                  <a:lnTo>
                    <a:pt x="18830" y="37807"/>
                  </a:lnTo>
                  <a:close/>
                  <a:moveTo>
                    <a:pt x="36418" y="52155"/>
                  </a:moveTo>
                  <a:lnTo>
                    <a:pt x="36418" y="58109"/>
                  </a:lnTo>
                  <a:lnTo>
                    <a:pt x="30464" y="58109"/>
                  </a:lnTo>
                  <a:lnTo>
                    <a:pt x="30464" y="52155"/>
                  </a:lnTo>
                  <a:close/>
                  <a:moveTo>
                    <a:pt x="50073" y="52155"/>
                  </a:moveTo>
                  <a:lnTo>
                    <a:pt x="50073" y="58109"/>
                  </a:lnTo>
                  <a:lnTo>
                    <a:pt x="44119" y="58109"/>
                  </a:lnTo>
                  <a:lnTo>
                    <a:pt x="44119" y="52155"/>
                  </a:lnTo>
                  <a:close/>
                  <a:moveTo>
                    <a:pt x="91267" y="52976"/>
                  </a:moveTo>
                  <a:lnTo>
                    <a:pt x="91267" y="58698"/>
                  </a:lnTo>
                  <a:lnTo>
                    <a:pt x="85544" y="58698"/>
                  </a:lnTo>
                  <a:lnTo>
                    <a:pt x="85544" y="52976"/>
                  </a:lnTo>
                  <a:close/>
                  <a:moveTo>
                    <a:pt x="104668" y="52976"/>
                  </a:moveTo>
                  <a:lnTo>
                    <a:pt x="104668" y="58698"/>
                  </a:lnTo>
                  <a:lnTo>
                    <a:pt x="98967" y="58698"/>
                  </a:lnTo>
                  <a:lnTo>
                    <a:pt x="98967" y="52976"/>
                  </a:lnTo>
                  <a:close/>
                  <a:moveTo>
                    <a:pt x="7784" y="53902"/>
                  </a:moveTo>
                  <a:lnTo>
                    <a:pt x="7784" y="66504"/>
                  </a:lnTo>
                  <a:lnTo>
                    <a:pt x="2924" y="66504"/>
                  </a:lnTo>
                  <a:lnTo>
                    <a:pt x="2924" y="53902"/>
                  </a:lnTo>
                  <a:close/>
                  <a:moveTo>
                    <a:pt x="15737" y="53902"/>
                  </a:moveTo>
                  <a:lnTo>
                    <a:pt x="15737" y="66504"/>
                  </a:lnTo>
                  <a:lnTo>
                    <a:pt x="10877" y="66504"/>
                  </a:lnTo>
                  <a:lnTo>
                    <a:pt x="10877" y="53902"/>
                  </a:lnTo>
                  <a:close/>
                  <a:moveTo>
                    <a:pt x="77612" y="21712"/>
                  </a:moveTo>
                  <a:lnTo>
                    <a:pt x="77612" y="67451"/>
                  </a:lnTo>
                  <a:lnTo>
                    <a:pt x="74457" y="67451"/>
                  </a:lnTo>
                  <a:lnTo>
                    <a:pt x="74457" y="21712"/>
                  </a:lnTo>
                  <a:close/>
                  <a:moveTo>
                    <a:pt x="91267" y="63600"/>
                  </a:moveTo>
                  <a:lnTo>
                    <a:pt x="91267" y="69302"/>
                  </a:lnTo>
                  <a:lnTo>
                    <a:pt x="85544" y="69302"/>
                  </a:lnTo>
                  <a:lnTo>
                    <a:pt x="85544" y="63600"/>
                  </a:lnTo>
                  <a:close/>
                  <a:moveTo>
                    <a:pt x="104668" y="63600"/>
                  </a:moveTo>
                  <a:lnTo>
                    <a:pt x="104668" y="69302"/>
                  </a:lnTo>
                  <a:lnTo>
                    <a:pt x="98967" y="69302"/>
                  </a:lnTo>
                  <a:lnTo>
                    <a:pt x="98967" y="63600"/>
                  </a:lnTo>
                  <a:close/>
                  <a:moveTo>
                    <a:pt x="29097" y="75761"/>
                  </a:moveTo>
                  <a:lnTo>
                    <a:pt x="28655" y="75782"/>
                  </a:lnTo>
                  <a:lnTo>
                    <a:pt x="28234" y="75824"/>
                  </a:lnTo>
                  <a:lnTo>
                    <a:pt x="27813" y="75866"/>
                  </a:lnTo>
                  <a:lnTo>
                    <a:pt x="27435" y="75950"/>
                  </a:lnTo>
                  <a:lnTo>
                    <a:pt x="27077" y="76056"/>
                  </a:lnTo>
                  <a:lnTo>
                    <a:pt x="26740" y="76182"/>
                  </a:lnTo>
                  <a:lnTo>
                    <a:pt x="26404" y="76329"/>
                  </a:lnTo>
                  <a:lnTo>
                    <a:pt x="26109" y="76476"/>
                  </a:lnTo>
                  <a:lnTo>
                    <a:pt x="25815" y="76645"/>
                  </a:lnTo>
                  <a:lnTo>
                    <a:pt x="25562" y="76834"/>
                  </a:lnTo>
                  <a:lnTo>
                    <a:pt x="25310" y="77044"/>
                  </a:lnTo>
                  <a:lnTo>
                    <a:pt x="25057" y="77255"/>
                  </a:lnTo>
                  <a:lnTo>
                    <a:pt x="24847" y="77486"/>
                  </a:lnTo>
                  <a:lnTo>
                    <a:pt x="24637" y="77718"/>
                  </a:lnTo>
                  <a:lnTo>
                    <a:pt x="24447" y="77970"/>
                  </a:lnTo>
                  <a:lnTo>
                    <a:pt x="24279" y="78223"/>
                  </a:lnTo>
                  <a:lnTo>
                    <a:pt x="24111" y="78475"/>
                  </a:lnTo>
                  <a:lnTo>
                    <a:pt x="23963" y="78748"/>
                  </a:lnTo>
                  <a:lnTo>
                    <a:pt x="23837" y="79022"/>
                  </a:lnTo>
                  <a:lnTo>
                    <a:pt x="23711" y="79295"/>
                  </a:lnTo>
                  <a:lnTo>
                    <a:pt x="23479" y="79864"/>
                  </a:lnTo>
                  <a:lnTo>
                    <a:pt x="23311" y="80411"/>
                  </a:lnTo>
                  <a:lnTo>
                    <a:pt x="23185" y="80979"/>
                  </a:lnTo>
                  <a:lnTo>
                    <a:pt x="23080" y="81505"/>
                  </a:lnTo>
                  <a:lnTo>
                    <a:pt x="22995" y="82010"/>
                  </a:lnTo>
                  <a:lnTo>
                    <a:pt x="22953" y="82493"/>
                  </a:lnTo>
                  <a:lnTo>
                    <a:pt x="35156" y="82493"/>
                  </a:lnTo>
                  <a:lnTo>
                    <a:pt x="35093" y="81925"/>
                  </a:lnTo>
                  <a:lnTo>
                    <a:pt x="35030" y="81378"/>
                  </a:lnTo>
                  <a:lnTo>
                    <a:pt x="34925" y="80873"/>
                  </a:lnTo>
                  <a:lnTo>
                    <a:pt x="34819" y="80411"/>
                  </a:lnTo>
                  <a:lnTo>
                    <a:pt x="34672" y="79948"/>
                  </a:lnTo>
                  <a:lnTo>
                    <a:pt x="34546" y="79548"/>
                  </a:lnTo>
                  <a:lnTo>
                    <a:pt x="34378" y="79148"/>
                  </a:lnTo>
                  <a:lnTo>
                    <a:pt x="34209" y="78791"/>
                  </a:lnTo>
                  <a:lnTo>
                    <a:pt x="34041" y="78454"/>
                  </a:lnTo>
                  <a:lnTo>
                    <a:pt x="33852" y="78138"/>
                  </a:lnTo>
                  <a:lnTo>
                    <a:pt x="33641" y="77865"/>
                  </a:lnTo>
                  <a:lnTo>
                    <a:pt x="33452" y="77591"/>
                  </a:lnTo>
                  <a:lnTo>
                    <a:pt x="33220" y="77360"/>
                  </a:lnTo>
                  <a:lnTo>
                    <a:pt x="33010" y="77150"/>
                  </a:lnTo>
                  <a:lnTo>
                    <a:pt x="32800" y="76939"/>
                  </a:lnTo>
                  <a:lnTo>
                    <a:pt x="32568" y="76771"/>
                  </a:lnTo>
                  <a:lnTo>
                    <a:pt x="32337" y="76603"/>
                  </a:lnTo>
                  <a:lnTo>
                    <a:pt x="32126" y="76476"/>
                  </a:lnTo>
                  <a:lnTo>
                    <a:pt x="31895" y="76350"/>
                  </a:lnTo>
                  <a:lnTo>
                    <a:pt x="31685" y="76224"/>
                  </a:lnTo>
                  <a:lnTo>
                    <a:pt x="31243" y="76056"/>
                  </a:lnTo>
                  <a:lnTo>
                    <a:pt x="30822" y="75929"/>
                  </a:lnTo>
                  <a:lnTo>
                    <a:pt x="30443" y="75845"/>
                  </a:lnTo>
                  <a:lnTo>
                    <a:pt x="30086" y="75782"/>
                  </a:lnTo>
                  <a:lnTo>
                    <a:pt x="29791" y="75761"/>
                  </a:lnTo>
                  <a:close/>
                  <a:moveTo>
                    <a:pt x="75929" y="75508"/>
                  </a:moveTo>
                  <a:lnTo>
                    <a:pt x="75509" y="75530"/>
                  </a:lnTo>
                  <a:lnTo>
                    <a:pt x="75109" y="75551"/>
                  </a:lnTo>
                  <a:lnTo>
                    <a:pt x="74730" y="75614"/>
                  </a:lnTo>
                  <a:lnTo>
                    <a:pt x="74372" y="75698"/>
                  </a:lnTo>
                  <a:lnTo>
                    <a:pt x="74015" y="75782"/>
                  </a:lnTo>
                  <a:lnTo>
                    <a:pt x="73699" y="75908"/>
                  </a:lnTo>
                  <a:lnTo>
                    <a:pt x="73384" y="76034"/>
                  </a:lnTo>
                  <a:lnTo>
                    <a:pt x="73089" y="76203"/>
                  </a:lnTo>
                  <a:lnTo>
                    <a:pt x="72795" y="76371"/>
                  </a:lnTo>
                  <a:lnTo>
                    <a:pt x="72542" y="76539"/>
                  </a:lnTo>
                  <a:lnTo>
                    <a:pt x="72290" y="76750"/>
                  </a:lnTo>
                  <a:lnTo>
                    <a:pt x="72058" y="76960"/>
                  </a:lnTo>
                  <a:lnTo>
                    <a:pt x="71827" y="77192"/>
                  </a:lnTo>
                  <a:lnTo>
                    <a:pt x="71616" y="77423"/>
                  </a:lnTo>
                  <a:lnTo>
                    <a:pt x="71427" y="77675"/>
                  </a:lnTo>
                  <a:lnTo>
                    <a:pt x="71238" y="77928"/>
                  </a:lnTo>
                  <a:lnTo>
                    <a:pt x="71069" y="78180"/>
                  </a:lnTo>
                  <a:lnTo>
                    <a:pt x="70922" y="78454"/>
                  </a:lnTo>
                  <a:lnTo>
                    <a:pt x="70775" y="78727"/>
                  </a:lnTo>
                  <a:lnTo>
                    <a:pt x="70628" y="79022"/>
                  </a:lnTo>
                  <a:lnTo>
                    <a:pt x="70396" y="79590"/>
                  </a:lnTo>
                  <a:lnTo>
                    <a:pt x="70186" y="80179"/>
                  </a:lnTo>
                  <a:lnTo>
                    <a:pt x="70038" y="80789"/>
                  </a:lnTo>
                  <a:lnTo>
                    <a:pt x="69891" y="81357"/>
                  </a:lnTo>
                  <a:lnTo>
                    <a:pt x="69807" y="81946"/>
                  </a:lnTo>
                  <a:lnTo>
                    <a:pt x="69723" y="82493"/>
                  </a:lnTo>
                  <a:lnTo>
                    <a:pt x="82472" y="82493"/>
                  </a:lnTo>
                  <a:lnTo>
                    <a:pt x="82409" y="81883"/>
                  </a:lnTo>
                  <a:lnTo>
                    <a:pt x="82325" y="81315"/>
                  </a:lnTo>
                  <a:lnTo>
                    <a:pt x="82220" y="80789"/>
                  </a:lnTo>
                  <a:lnTo>
                    <a:pt x="82094" y="80284"/>
                  </a:lnTo>
                  <a:lnTo>
                    <a:pt x="81946" y="79821"/>
                  </a:lnTo>
                  <a:lnTo>
                    <a:pt x="81778" y="79380"/>
                  </a:lnTo>
                  <a:lnTo>
                    <a:pt x="81610" y="78980"/>
                  </a:lnTo>
                  <a:lnTo>
                    <a:pt x="81420" y="78601"/>
                  </a:lnTo>
                  <a:lnTo>
                    <a:pt x="81210" y="78265"/>
                  </a:lnTo>
                  <a:lnTo>
                    <a:pt x="81000" y="77928"/>
                  </a:lnTo>
                  <a:lnTo>
                    <a:pt x="80768" y="77633"/>
                  </a:lnTo>
                  <a:lnTo>
                    <a:pt x="80537" y="77360"/>
                  </a:lnTo>
                  <a:lnTo>
                    <a:pt x="80305" y="77128"/>
                  </a:lnTo>
                  <a:lnTo>
                    <a:pt x="80053" y="76897"/>
                  </a:lnTo>
                  <a:lnTo>
                    <a:pt x="79822" y="76687"/>
                  </a:lnTo>
                  <a:lnTo>
                    <a:pt x="79569" y="76518"/>
                  </a:lnTo>
                  <a:lnTo>
                    <a:pt x="79317" y="76350"/>
                  </a:lnTo>
                  <a:lnTo>
                    <a:pt x="79064" y="76203"/>
                  </a:lnTo>
                  <a:lnTo>
                    <a:pt x="78812" y="76077"/>
                  </a:lnTo>
                  <a:lnTo>
                    <a:pt x="78559" y="75971"/>
                  </a:lnTo>
                  <a:lnTo>
                    <a:pt x="78096" y="75803"/>
                  </a:lnTo>
                  <a:lnTo>
                    <a:pt x="77654" y="75677"/>
                  </a:lnTo>
                  <a:lnTo>
                    <a:pt x="77234" y="75593"/>
                  </a:lnTo>
                  <a:lnTo>
                    <a:pt x="76897" y="75530"/>
                  </a:lnTo>
                  <a:lnTo>
                    <a:pt x="76603" y="75508"/>
                  </a:lnTo>
                  <a:close/>
                  <a:moveTo>
                    <a:pt x="26257" y="0"/>
                  </a:moveTo>
                  <a:lnTo>
                    <a:pt x="26257" y="34188"/>
                  </a:lnTo>
                  <a:lnTo>
                    <a:pt x="0" y="34188"/>
                  </a:lnTo>
                  <a:lnTo>
                    <a:pt x="0" y="82493"/>
                  </a:lnTo>
                  <a:lnTo>
                    <a:pt x="16579" y="82493"/>
                  </a:lnTo>
                  <a:lnTo>
                    <a:pt x="16410" y="81610"/>
                  </a:lnTo>
                  <a:lnTo>
                    <a:pt x="16263" y="80684"/>
                  </a:lnTo>
                  <a:lnTo>
                    <a:pt x="16158" y="79758"/>
                  </a:lnTo>
                  <a:lnTo>
                    <a:pt x="16095" y="78812"/>
                  </a:lnTo>
                  <a:lnTo>
                    <a:pt x="16032" y="77591"/>
                  </a:lnTo>
                  <a:lnTo>
                    <a:pt x="16032" y="76392"/>
                  </a:lnTo>
                  <a:lnTo>
                    <a:pt x="16074" y="75487"/>
                  </a:lnTo>
                  <a:lnTo>
                    <a:pt x="16116" y="74583"/>
                  </a:lnTo>
                  <a:lnTo>
                    <a:pt x="16158" y="73699"/>
                  </a:lnTo>
                  <a:lnTo>
                    <a:pt x="16242" y="72858"/>
                  </a:lnTo>
                  <a:lnTo>
                    <a:pt x="16347" y="71827"/>
                  </a:lnTo>
                  <a:lnTo>
                    <a:pt x="16473" y="70859"/>
                  </a:lnTo>
                  <a:lnTo>
                    <a:pt x="16600" y="69954"/>
                  </a:lnTo>
                  <a:lnTo>
                    <a:pt x="16726" y="69134"/>
                  </a:lnTo>
                  <a:lnTo>
                    <a:pt x="16957" y="67787"/>
                  </a:lnTo>
                  <a:lnTo>
                    <a:pt x="17147" y="66883"/>
                  </a:lnTo>
                  <a:lnTo>
                    <a:pt x="17231" y="66525"/>
                  </a:lnTo>
                  <a:lnTo>
                    <a:pt x="18830" y="66020"/>
                  </a:lnTo>
                  <a:lnTo>
                    <a:pt x="18830" y="53902"/>
                  </a:lnTo>
                  <a:lnTo>
                    <a:pt x="23690" y="53902"/>
                  </a:lnTo>
                  <a:lnTo>
                    <a:pt x="23690" y="64526"/>
                  </a:lnTo>
                  <a:lnTo>
                    <a:pt x="37218" y="60318"/>
                  </a:lnTo>
                  <a:lnTo>
                    <a:pt x="38501" y="60066"/>
                  </a:lnTo>
                  <a:lnTo>
                    <a:pt x="39763" y="59856"/>
                  </a:lnTo>
                  <a:lnTo>
                    <a:pt x="40984" y="59687"/>
                  </a:lnTo>
                  <a:lnTo>
                    <a:pt x="42162" y="59540"/>
                  </a:lnTo>
                  <a:lnTo>
                    <a:pt x="43319" y="59435"/>
                  </a:lnTo>
                  <a:lnTo>
                    <a:pt x="44434" y="59372"/>
                  </a:lnTo>
                  <a:lnTo>
                    <a:pt x="45507" y="59330"/>
                  </a:lnTo>
                  <a:lnTo>
                    <a:pt x="46538" y="59309"/>
                  </a:lnTo>
                  <a:lnTo>
                    <a:pt x="47821" y="59330"/>
                  </a:lnTo>
                  <a:lnTo>
                    <a:pt x="49042" y="59393"/>
                  </a:lnTo>
                  <a:lnTo>
                    <a:pt x="50178" y="59477"/>
                  </a:lnTo>
                  <a:lnTo>
                    <a:pt x="51230" y="59582"/>
                  </a:lnTo>
                  <a:lnTo>
                    <a:pt x="52240" y="59729"/>
                  </a:lnTo>
                  <a:lnTo>
                    <a:pt x="53144" y="59877"/>
                  </a:lnTo>
                  <a:lnTo>
                    <a:pt x="53986" y="60045"/>
                  </a:lnTo>
                  <a:lnTo>
                    <a:pt x="54764" y="60192"/>
                  </a:lnTo>
                  <a:lnTo>
                    <a:pt x="55437" y="60361"/>
                  </a:lnTo>
                  <a:lnTo>
                    <a:pt x="56027" y="60529"/>
                  </a:lnTo>
                  <a:lnTo>
                    <a:pt x="56973" y="60802"/>
                  </a:lnTo>
                  <a:lnTo>
                    <a:pt x="57541" y="61013"/>
                  </a:lnTo>
                  <a:lnTo>
                    <a:pt x="57731" y="61097"/>
                  </a:lnTo>
                  <a:lnTo>
                    <a:pt x="58004" y="61202"/>
                  </a:lnTo>
                  <a:lnTo>
                    <a:pt x="58004" y="21712"/>
                  </a:lnTo>
                  <a:lnTo>
                    <a:pt x="61160" y="21712"/>
                  </a:lnTo>
                  <a:lnTo>
                    <a:pt x="61160" y="62464"/>
                  </a:lnTo>
                  <a:lnTo>
                    <a:pt x="63601" y="63495"/>
                  </a:lnTo>
                  <a:lnTo>
                    <a:pt x="66230" y="64610"/>
                  </a:lnTo>
                  <a:lnTo>
                    <a:pt x="66230" y="21712"/>
                  </a:lnTo>
                  <a:lnTo>
                    <a:pt x="69386" y="21712"/>
                  </a:lnTo>
                  <a:lnTo>
                    <a:pt x="69386" y="65978"/>
                  </a:lnTo>
                  <a:lnTo>
                    <a:pt x="73320" y="67682"/>
                  </a:lnTo>
                  <a:lnTo>
                    <a:pt x="76687" y="69155"/>
                  </a:lnTo>
                  <a:lnTo>
                    <a:pt x="79885" y="70585"/>
                  </a:lnTo>
                  <a:lnTo>
                    <a:pt x="80726" y="70796"/>
                  </a:lnTo>
                  <a:lnTo>
                    <a:pt x="81505" y="71027"/>
                  </a:lnTo>
                  <a:lnTo>
                    <a:pt x="82262" y="71301"/>
                  </a:lnTo>
                  <a:lnTo>
                    <a:pt x="82977" y="71574"/>
                  </a:lnTo>
                  <a:lnTo>
                    <a:pt x="83630" y="71869"/>
                  </a:lnTo>
                  <a:lnTo>
                    <a:pt x="84261" y="72184"/>
                  </a:lnTo>
                  <a:lnTo>
                    <a:pt x="84850" y="72521"/>
                  </a:lnTo>
                  <a:lnTo>
                    <a:pt x="85397" y="72858"/>
                  </a:lnTo>
                  <a:lnTo>
                    <a:pt x="85776" y="73131"/>
                  </a:lnTo>
                  <a:lnTo>
                    <a:pt x="86154" y="73405"/>
                  </a:lnTo>
                  <a:lnTo>
                    <a:pt x="86512" y="73699"/>
                  </a:lnTo>
                  <a:lnTo>
                    <a:pt x="86848" y="73994"/>
                  </a:lnTo>
                  <a:lnTo>
                    <a:pt x="87164" y="74288"/>
                  </a:lnTo>
                  <a:lnTo>
                    <a:pt x="87459" y="74604"/>
                  </a:lnTo>
                  <a:lnTo>
                    <a:pt x="87732" y="74898"/>
                  </a:lnTo>
                  <a:lnTo>
                    <a:pt x="87985" y="75214"/>
                  </a:lnTo>
                  <a:lnTo>
                    <a:pt x="88216" y="75530"/>
                  </a:lnTo>
                  <a:lnTo>
                    <a:pt x="88447" y="75845"/>
                  </a:lnTo>
                  <a:lnTo>
                    <a:pt x="88658" y="76182"/>
                  </a:lnTo>
                  <a:lnTo>
                    <a:pt x="88847" y="76497"/>
                  </a:lnTo>
                  <a:lnTo>
                    <a:pt x="89015" y="76813"/>
                  </a:lnTo>
                  <a:lnTo>
                    <a:pt x="89184" y="77150"/>
                  </a:lnTo>
                  <a:lnTo>
                    <a:pt x="89457" y="77802"/>
                  </a:lnTo>
                  <a:lnTo>
                    <a:pt x="89689" y="78433"/>
                  </a:lnTo>
                  <a:lnTo>
                    <a:pt x="89878" y="79085"/>
                  </a:lnTo>
                  <a:lnTo>
                    <a:pt x="90004" y="79695"/>
                  </a:lnTo>
                  <a:lnTo>
                    <a:pt x="90110" y="80305"/>
                  </a:lnTo>
                  <a:lnTo>
                    <a:pt x="90173" y="80894"/>
                  </a:lnTo>
                  <a:lnTo>
                    <a:pt x="90194" y="81462"/>
                  </a:lnTo>
                  <a:lnTo>
                    <a:pt x="90215" y="81988"/>
                  </a:lnTo>
                  <a:lnTo>
                    <a:pt x="90194" y="82493"/>
                  </a:lnTo>
                  <a:lnTo>
                    <a:pt x="108519" y="82493"/>
                  </a:lnTo>
                  <a:lnTo>
                    <a:pt x="108519" y="28003"/>
                  </a:lnTo>
                  <a:lnTo>
                    <a:pt x="81568" y="28003"/>
                  </a:lnTo>
                  <a:lnTo>
                    <a:pt x="81568" y="18199"/>
                  </a:lnTo>
                  <a:lnTo>
                    <a:pt x="54259" y="18199"/>
                  </a:lnTo>
                  <a:lnTo>
                    <a:pt x="5425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2"/>
            <p:cNvSpPr/>
            <p:nvPr/>
          </p:nvSpPr>
          <p:spPr>
            <a:xfrm>
              <a:off x="3673421" y="4332236"/>
              <a:ext cx="370422" cy="204411"/>
            </a:xfrm>
            <a:custGeom>
              <a:avLst/>
              <a:gdLst/>
              <a:ahLst/>
              <a:cxnLst/>
              <a:rect l="l" t="t" r="r" b="b"/>
              <a:pathLst>
                <a:path w="12203" h="6734" fill="none" extrusionOk="0">
                  <a:moveTo>
                    <a:pt x="6607" y="1"/>
                  </a:moveTo>
                  <a:lnTo>
                    <a:pt x="6607" y="1"/>
                  </a:lnTo>
                  <a:lnTo>
                    <a:pt x="6291" y="1"/>
                  </a:lnTo>
                  <a:lnTo>
                    <a:pt x="6291" y="1"/>
                  </a:lnTo>
                  <a:lnTo>
                    <a:pt x="6144" y="1"/>
                  </a:lnTo>
                  <a:lnTo>
                    <a:pt x="6144" y="1"/>
                  </a:lnTo>
                  <a:lnTo>
                    <a:pt x="5702" y="22"/>
                  </a:lnTo>
                  <a:lnTo>
                    <a:pt x="5281" y="64"/>
                  </a:lnTo>
                  <a:lnTo>
                    <a:pt x="4860" y="106"/>
                  </a:lnTo>
                  <a:lnTo>
                    <a:pt x="4482" y="190"/>
                  </a:lnTo>
                  <a:lnTo>
                    <a:pt x="4124" y="296"/>
                  </a:lnTo>
                  <a:lnTo>
                    <a:pt x="3787" y="422"/>
                  </a:lnTo>
                  <a:lnTo>
                    <a:pt x="3451" y="569"/>
                  </a:lnTo>
                  <a:lnTo>
                    <a:pt x="3156" y="716"/>
                  </a:lnTo>
                  <a:lnTo>
                    <a:pt x="2862" y="885"/>
                  </a:lnTo>
                  <a:lnTo>
                    <a:pt x="2609" y="1074"/>
                  </a:lnTo>
                  <a:lnTo>
                    <a:pt x="2357" y="1284"/>
                  </a:lnTo>
                  <a:lnTo>
                    <a:pt x="2104" y="1495"/>
                  </a:lnTo>
                  <a:lnTo>
                    <a:pt x="1894" y="1726"/>
                  </a:lnTo>
                  <a:lnTo>
                    <a:pt x="1684" y="1958"/>
                  </a:lnTo>
                  <a:lnTo>
                    <a:pt x="1494" y="2210"/>
                  </a:lnTo>
                  <a:lnTo>
                    <a:pt x="1326" y="2463"/>
                  </a:lnTo>
                  <a:lnTo>
                    <a:pt x="1158" y="2715"/>
                  </a:lnTo>
                  <a:lnTo>
                    <a:pt x="1010" y="2988"/>
                  </a:lnTo>
                  <a:lnTo>
                    <a:pt x="884" y="3262"/>
                  </a:lnTo>
                  <a:lnTo>
                    <a:pt x="758" y="3535"/>
                  </a:lnTo>
                  <a:lnTo>
                    <a:pt x="526" y="4104"/>
                  </a:lnTo>
                  <a:lnTo>
                    <a:pt x="358" y="4651"/>
                  </a:lnTo>
                  <a:lnTo>
                    <a:pt x="232" y="5219"/>
                  </a:lnTo>
                  <a:lnTo>
                    <a:pt x="127" y="5745"/>
                  </a:lnTo>
                  <a:lnTo>
                    <a:pt x="42" y="6250"/>
                  </a:lnTo>
                  <a:lnTo>
                    <a:pt x="0" y="6733"/>
                  </a:lnTo>
                  <a:lnTo>
                    <a:pt x="3304" y="6733"/>
                  </a:lnTo>
                  <a:lnTo>
                    <a:pt x="5050" y="6733"/>
                  </a:lnTo>
                  <a:lnTo>
                    <a:pt x="12203" y="6733"/>
                  </a:lnTo>
                  <a:lnTo>
                    <a:pt x="12203" y="6733"/>
                  </a:lnTo>
                  <a:lnTo>
                    <a:pt x="12140" y="6165"/>
                  </a:lnTo>
                  <a:lnTo>
                    <a:pt x="12077" y="5618"/>
                  </a:lnTo>
                  <a:lnTo>
                    <a:pt x="11972" y="5113"/>
                  </a:lnTo>
                  <a:lnTo>
                    <a:pt x="11866" y="4651"/>
                  </a:lnTo>
                  <a:lnTo>
                    <a:pt x="11719" y="4188"/>
                  </a:lnTo>
                  <a:lnTo>
                    <a:pt x="11593" y="3788"/>
                  </a:lnTo>
                  <a:lnTo>
                    <a:pt x="11425" y="3388"/>
                  </a:lnTo>
                  <a:lnTo>
                    <a:pt x="11256" y="3031"/>
                  </a:lnTo>
                  <a:lnTo>
                    <a:pt x="11088" y="2694"/>
                  </a:lnTo>
                  <a:lnTo>
                    <a:pt x="10899" y="2378"/>
                  </a:lnTo>
                  <a:lnTo>
                    <a:pt x="10688" y="2105"/>
                  </a:lnTo>
                  <a:lnTo>
                    <a:pt x="10499" y="1831"/>
                  </a:lnTo>
                  <a:lnTo>
                    <a:pt x="10267" y="1600"/>
                  </a:lnTo>
                  <a:lnTo>
                    <a:pt x="10057" y="1390"/>
                  </a:lnTo>
                  <a:lnTo>
                    <a:pt x="9847" y="1179"/>
                  </a:lnTo>
                  <a:lnTo>
                    <a:pt x="9615" y="1011"/>
                  </a:lnTo>
                  <a:lnTo>
                    <a:pt x="9384" y="843"/>
                  </a:lnTo>
                  <a:lnTo>
                    <a:pt x="9173" y="716"/>
                  </a:lnTo>
                  <a:lnTo>
                    <a:pt x="8942" y="590"/>
                  </a:lnTo>
                  <a:lnTo>
                    <a:pt x="8732" y="464"/>
                  </a:lnTo>
                  <a:lnTo>
                    <a:pt x="8290" y="296"/>
                  </a:lnTo>
                  <a:lnTo>
                    <a:pt x="7869" y="169"/>
                  </a:lnTo>
                  <a:lnTo>
                    <a:pt x="7490" y="85"/>
                  </a:lnTo>
                  <a:lnTo>
                    <a:pt x="7133" y="22"/>
                  </a:lnTo>
                  <a:lnTo>
                    <a:pt x="6838" y="1"/>
                  </a:lnTo>
                  <a:lnTo>
                    <a:pt x="660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2"/>
            <p:cNvSpPr/>
            <p:nvPr/>
          </p:nvSpPr>
          <p:spPr>
            <a:xfrm>
              <a:off x="5093106" y="4324587"/>
              <a:ext cx="387057" cy="212060"/>
            </a:xfrm>
            <a:custGeom>
              <a:avLst/>
              <a:gdLst/>
              <a:ahLst/>
              <a:cxnLst/>
              <a:rect l="l" t="t" r="r" b="b"/>
              <a:pathLst>
                <a:path w="12751" h="6986" fill="none" extrusionOk="0">
                  <a:moveTo>
                    <a:pt x="6207" y="0"/>
                  </a:moveTo>
                  <a:lnTo>
                    <a:pt x="6207" y="0"/>
                  </a:lnTo>
                  <a:lnTo>
                    <a:pt x="5787" y="22"/>
                  </a:lnTo>
                  <a:lnTo>
                    <a:pt x="5387" y="43"/>
                  </a:lnTo>
                  <a:lnTo>
                    <a:pt x="5008" y="106"/>
                  </a:lnTo>
                  <a:lnTo>
                    <a:pt x="4650" y="190"/>
                  </a:lnTo>
                  <a:lnTo>
                    <a:pt x="4293" y="274"/>
                  </a:lnTo>
                  <a:lnTo>
                    <a:pt x="3977" y="400"/>
                  </a:lnTo>
                  <a:lnTo>
                    <a:pt x="3662" y="526"/>
                  </a:lnTo>
                  <a:lnTo>
                    <a:pt x="3367" y="695"/>
                  </a:lnTo>
                  <a:lnTo>
                    <a:pt x="3073" y="863"/>
                  </a:lnTo>
                  <a:lnTo>
                    <a:pt x="2820" y="1031"/>
                  </a:lnTo>
                  <a:lnTo>
                    <a:pt x="2568" y="1242"/>
                  </a:lnTo>
                  <a:lnTo>
                    <a:pt x="2336" y="1452"/>
                  </a:lnTo>
                  <a:lnTo>
                    <a:pt x="2105" y="1684"/>
                  </a:lnTo>
                  <a:lnTo>
                    <a:pt x="1894" y="1915"/>
                  </a:lnTo>
                  <a:lnTo>
                    <a:pt x="1705" y="2167"/>
                  </a:lnTo>
                  <a:lnTo>
                    <a:pt x="1516" y="2420"/>
                  </a:lnTo>
                  <a:lnTo>
                    <a:pt x="1347" y="2672"/>
                  </a:lnTo>
                  <a:lnTo>
                    <a:pt x="1200" y="2946"/>
                  </a:lnTo>
                  <a:lnTo>
                    <a:pt x="1053" y="3219"/>
                  </a:lnTo>
                  <a:lnTo>
                    <a:pt x="906" y="3514"/>
                  </a:lnTo>
                  <a:lnTo>
                    <a:pt x="674" y="4082"/>
                  </a:lnTo>
                  <a:lnTo>
                    <a:pt x="464" y="4671"/>
                  </a:lnTo>
                  <a:lnTo>
                    <a:pt x="316" y="5281"/>
                  </a:lnTo>
                  <a:lnTo>
                    <a:pt x="169" y="5849"/>
                  </a:lnTo>
                  <a:lnTo>
                    <a:pt x="85" y="6438"/>
                  </a:lnTo>
                  <a:lnTo>
                    <a:pt x="1" y="6985"/>
                  </a:lnTo>
                  <a:lnTo>
                    <a:pt x="10794" y="6985"/>
                  </a:lnTo>
                  <a:lnTo>
                    <a:pt x="11846" y="6985"/>
                  </a:lnTo>
                  <a:lnTo>
                    <a:pt x="12750" y="6985"/>
                  </a:lnTo>
                  <a:lnTo>
                    <a:pt x="12750" y="6985"/>
                  </a:lnTo>
                  <a:lnTo>
                    <a:pt x="12687" y="6375"/>
                  </a:lnTo>
                  <a:lnTo>
                    <a:pt x="12603" y="5807"/>
                  </a:lnTo>
                  <a:lnTo>
                    <a:pt x="12498" y="5281"/>
                  </a:lnTo>
                  <a:lnTo>
                    <a:pt x="12372" y="4776"/>
                  </a:lnTo>
                  <a:lnTo>
                    <a:pt x="12224" y="4313"/>
                  </a:lnTo>
                  <a:lnTo>
                    <a:pt x="12056" y="3872"/>
                  </a:lnTo>
                  <a:lnTo>
                    <a:pt x="11888" y="3472"/>
                  </a:lnTo>
                  <a:lnTo>
                    <a:pt x="11698" y="3093"/>
                  </a:lnTo>
                  <a:lnTo>
                    <a:pt x="11488" y="2757"/>
                  </a:lnTo>
                  <a:lnTo>
                    <a:pt x="11278" y="2420"/>
                  </a:lnTo>
                  <a:lnTo>
                    <a:pt x="11046" y="2125"/>
                  </a:lnTo>
                  <a:lnTo>
                    <a:pt x="10815" y="1852"/>
                  </a:lnTo>
                  <a:lnTo>
                    <a:pt x="10583" y="1620"/>
                  </a:lnTo>
                  <a:lnTo>
                    <a:pt x="10331" y="1389"/>
                  </a:lnTo>
                  <a:lnTo>
                    <a:pt x="10100" y="1179"/>
                  </a:lnTo>
                  <a:lnTo>
                    <a:pt x="9847" y="1010"/>
                  </a:lnTo>
                  <a:lnTo>
                    <a:pt x="9595" y="842"/>
                  </a:lnTo>
                  <a:lnTo>
                    <a:pt x="9342" y="695"/>
                  </a:lnTo>
                  <a:lnTo>
                    <a:pt x="9090" y="569"/>
                  </a:lnTo>
                  <a:lnTo>
                    <a:pt x="8837" y="463"/>
                  </a:lnTo>
                  <a:lnTo>
                    <a:pt x="8374" y="295"/>
                  </a:lnTo>
                  <a:lnTo>
                    <a:pt x="7932" y="169"/>
                  </a:lnTo>
                  <a:lnTo>
                    <a:pt x="7512" y="85"/>
                  </a:lnTo>
                  <a:lnTo>
                    <a:pt x="7175" y="22"/>
                  </a:lnTo>
                  <a:lnTo>
                    <a:pt x="6881" y="0"/>
                  </a:lnTo>
                  <a:lnTo>
                    <a:pt x="6649" y="0"/>
                  </a:lnTo>
                  <a:lnTo>
                    <a:pt x="6649" y="0"/>
                  </a:lnTo>
                  <a:lnTo>
                    <a:pt x="6481" y="0"/>
                  </a:lnTo>
                  <a:lnTo>
                    <a:pt x="6481" y="0"/>
                  </a:lnTo>
                  <a:lnTo>
                    <a:pt x="620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2"/>
            <p:cNvSpPr/>
            <p:nvPr/>
          </p:nvSpPr>
          <p:spPr>
            <a:xfrm>
              <a:off x="5573386" y="3963117"/>
              <a:ext cx="173722" cy="173115"/>
            </a:xfrm>
            <a:custGeom>
              <a:avLst/>
              <a:gdLst/>
              <a:ahLst/>
              <a:cxnLst/>
              <a:rect l="l" t="t" r="r" b="b"/>
              <a:pathLst>
                <a:path w="5723" h="5703" fill="none" extrusionOk="0">
                  <a:moveTo>
                    <a:pt x="0" y="5702"/>
                  </a:moveTo>
                  <a:lnTo>
                    <a:pt x="0" y="0"/>
                  </a:lnTo>
                  <a:lnTo>
                    <a:pt x="5723" y="0"/>
                  </a:lnTo>
                  <a:lnTo>
                    <a:pt x="5723" y="5702"/>
                  </a:lnTo>
                  <a:lnTo>
                    <a:pt x="0" y="570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2"/>
            <p:cNvSpPr/>
            <p:nvPr/>
          </p:nvSpPr>
          <p:spPr>
            <a:xfrm>
              <a:off x="5980815" y="3963117"/>
              <a:ext cx="173115" cy="173115"/>
            </a:xfrm>
            <a:custGeom>
              <a:avLst/>
              <a:gdLst/>
              <a:ahLst/>
              <a:cxnLst/>
              <a:rect l="l" t="t" r="r" b="b"/>
              <a:pathLst>
                <a:path w="5703" h="5703" fill="none" extrusionOk="0">
                  <a:moveTo>
                    <a:pt x="1" y="5702"/>
                  </a:moveTo>
                  <a:lnTo>
                    <a:pt x="1" y="0"/>
                  </a:lnTo>
                  <a:lnTo>
                    <a:pt x="5702" y="0"/>
                  </a:lnTo>
                  <a:lnTo>
                    <a:pt x="5702" y="5702"/>
                  </a:lnTo>
                  <a:lnTo>
                    <a:pt x="1" y="570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2"/>
            <p:cNvSpPr/>
            <p:nvPr/>
          </p:nvSpPr>
          <p:spPr>
            <a:xfrm>
              <a:off x="3065436" y="3668701"/>
              <a:ext cx="147556" cy="382564"/>
            </a:xfrm>
            <a:custGeom>
              <a:avLst/>
              <a:gdLst/>
              <a:ahLst/>
              <a:cxnLst/>
              <a:rect l="l" t="t" r="r" b="b"/>
              <a:pathLst>
                <a:path w="4861" h="12603" fill="none" extrusionOk="0">
                  <a:moveTo>
                    <a:pt x="0" y="12603"/>
                  </a:moveTo>
                  <a:lnTo>
                    <a:pt x="0" y="1"/>
                  </a:lnTo>
                  <a:lnTo>
                    <a:pt x="4860" y="1"/>
                  </a:lnTo>
                  <a:lnTo>
                    <a:pt x="4860" y="12603"/>
                  </a:lnTo>
                  <a:lnTo>
                    <a:pt x="0" y="1260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2"/>
            <p:cNvSpPr/>
            <p:nvPr/>
          </p:nvSpPr>
          <p:spPr>
            <a:xfrm>
              <a:off x="3306851" y="3668701"/>
              <a:ext cx="147556" cy="382564"/>
            </a:xfrm>
            <a:custGeom>
              <a:avLst/>
              <a:gdLst/>
              <a:ahLst/>
              <a:cxnLst/>
              <a:rect l="l" t="t" r="r" b="b"/>
              <a:pathLst>
                <a:path w="4861" h="12603" fill="none" extrusionOk="0">
                  <a:moveTo>
                    <a:pt x="0" y="12603"/>
                  </a:moveTo>
                  <a:lnTo>
                    <a:pt x="0" y="1"/>
                  </a:lnTo>
                  <a:lnTo>
                    <a:pt x="4860" y="1"/>
                  </a:lnTo>
                  <a:lnTo>
                    <a:pt x="4860" y="12603"/>
                  </a:lnTo>
                  <a:lnTo>
                    <a:pt x="0" y="1260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2"/>
            <p:cNvSpPr/>
            <p:nvPr/>
          </p:nvSpPr>
          <p:spPr>
            <a:xfrm>
              <a:off x="5573386" y="3640593"/>
              <a:ext cx="173722" cy="173752"/>
            </a:xfrm>
            <a:custGeom>
              <a:avLst/>
              <a:gdLst/>
              <a:ahLst/>
              <a:cxnLst/>
              <a:rect l="l" t="t" r="r" b="b"/>
              <a:pathLst>
                <a:path w="5723" h="5724" fill="none" extrusionOk="0">
                  <a:moveTo>
                    <a:pt x="0" y="5723"/>
                  </a:moveTo>
                  <a:lnTo>
                    <a:pt x="0" y="1"/>
                  </a:lnTo>
                  <a:lnTo>
                    <a:pt x="5723" y="1"/>
                  </a:lnTo>
                  <a:lnTo>
                    <a:pt x="5723" y="5723"/>
                  </a:lnTo>
                  <a:lnTo>
                    <a:pt x="0" y="572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2"/>
            <p:cNvSpPr/>
            <p:nvPr/>
          </p:nvSpPr>
          <p:spPr>
            <a:xfrm>
              <a:off x="5980815" y="3640593"/>
              <a:ext cx="173115" cy="173752"/>
            </a:xfrm>
            <a:custGeom>
              <a:avLst/>
              <a:gdLst/>
              <a:ahLst/>
              <a:cxnLst/>
              <a:rect l="l" t="t" r="r" b="b"/>
              <a:pathLst>
                <a:path w="5703" h="5724" fill="none" extrusionOk="0">
                  <a:moveTo>
                    <a:pt x="1" y="5723"/>
                  </a:moveTo>
                  <a:lnTo>
                    <a:pt x="1" y="1"/>
                  </a:lnTo>
                  <a:lnTo>
                    <a:pt x="5702" y="1"/>
                  </a:lnTo>
                  <a:lnTo>
                    <a:pt x="5702" y="5723"/>
                  </a:lnTo>
                  <a:lnTo>
                    <a:pt x="1" y="572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2"/>
            <p:cNvSpPr/>
            <p:nvPr/>
          </p:nvSpPr>
          <p:spPr>
            <a:xfrm>
              <a:off x="3901420" y="3615701"/>
              <a:ext cx="180764" cy="180764"/>
            </a:xfrm>
            <a:custGeom>
              <a:avLst/>
              <a:gdLst/>
              <a:ahLst/>
              <a:cxnLst/>
              <a:rect l="l" t="t" r="r" b="b"/>
              <a:pathLst>
                <a:path w="5955" h="5955" fill="none" extrusionOk="0">
                  <a:moveTo>
                    <a:pt x="0" y="5954"/>
                  </a:moveTo>
                  <a:lnTo>
                    <a:pt x="0" y="0"/>
                  </a:lnTo>
                  <a:lnTo>
                    <a:pt x="5954" y="0"/>
                  </a:lnTo>
                  <a:lnTo>
                    <a:pt x="5954" y="5954"/>
                  </a:lnTo>
                  <a:lnTo>
                    <a:pt x="0" y="595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2"/>
            <p:cNvSpPr/>
            <p:nvPr/>
          </p:nvSpPr>
          <p:spPr>
            <a:xfrm>
              <a:off x="4315890" y="3615701"/>
              <a:ext cx="180764" cy="180764"/>
            </a:xfrm>
            <a:custGeom>
              <a:avLst/>
              <a:gdLst/>
              <a:ahLst/>
              <a:cxnLst/>
              <a:rect l="l" t="t" r="r" b="b"/>
              <a:pathLst>
                <a:path w="5955" h="5955" fill="none" extrusionOk="0">
                  <a:moveTo>
                    <a:pt x="1" y="5954"/>
                  </a:moveTo>
                  <a:lnTo>
                    <a:pt x="1" y="0"/>
                  </a:lnTo>
                  <a:lnTo>
                    <a:pt x="5955" y="0"/>
                  </a:lnTo>
                  <a:lnTo>
                    <a:pt x="5955" y="5954"/>
                  </a:lnTo>
                  <a:lnTo>
                    <a:pt x="1" y="595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2"/>
            <p:cNvSpPr/>
            <p:nvPr/>
          </p:nvSpPr>
          <p:spPr>
            <a:xfrm>
              <a:off x="5573386" y="3318099"/>
              <a:ext cx="173722" cy="173722"/>
            </a:xfrm>
            <a:custGeom>
              <a:avLst/>
              <a:gdLst/>
              <a:ahLst/>
              <a:cxnLst/>
              <a:rect l="l" t="t" r="r" b="b"/>
              <a:pathLst>
                <a:path w="5723" h="5723" fill="none" extrusionOk="0">
                  <a:moveTo>
                    <a:pt x="0" y="5723"/>
                  </a:moveTo>
                  <a:lnTo>
                    <a:pt x="0" y="0"/>
                  </a:lnTo>
                  <a:lnTo>
                    <a:pt x="5723" y="0"/>
                  </a:lnTo>
                  <a:lnTo>
                    <a:pt x="5723" y="5723"/>
                  </a:lnTo>
                  <a:lnTo>
                    <a:pt x="0" y="572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2"/>
            <p:cNvSpPr/>
            <p:nvPr/>
          </p:nvSpPr>
          <p:spPr>
            <a:xfrm>
              <a:off x="5980815" y="3318099"/>
              <a:ext cx="173115" cy="173722"/>
            </a:xfrm>
            <a:custGeom>
              <a:avLst/>
              <a:gdLst/>
              <a:ahLst/>
              <a:cxnLst/>
              <a:rect l="l" t="t" r="r" b="b"/>
              <a:pathLst>
                <a:path w="5703" h="5723" fill="none" extrusionOk="0">
                  <a:moveTo>
                    <a:pt x="1" y="5723"/>
                  </a:moveTo>
                  <a:lnTo>
                    <a:pt x="1" y="0"/>
                  </a:lnTo>
                  <a:lnTo>
                    <a:pt x="5702" y="0"/>
                  </a:lnTo>
                  <a:lnTo>
                    <a:pt x="5702" y="5723"/>
                  </a:lnTo>
                  <a:lnTo>
                    <a:pt x="1" y="572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2"/>
            <p:cNvSpPr/>
            <p:nvPr/>
          </p:nvSpPr>
          <p:spPr>
            <a:xfrm>
              <a:off x="3901420" y="3272111"/>
              <a:ext cx="180764" cy="180764"/>
            </a:xfrm>
            <a:custGeom>
              <a:avLst/>
              <a:gdLst/>
              <a:ahLst/>
              <a:cxnLst/>
              <a:rect l="l" t="t" r="r" b="b"/>
              <a:pathLst>
                <a:path w="5955" h="5955" fill="none" extrusionOk="0">
                  <a:moveTo>
                    <a:pt x="0" y="5954"/>
                  </a:moveTo>
                  <a:lnTo>
                    <a:pt x="0" y="0"/>
                  </a:lnTo>
                  <a:lnTo>
                    <a:pt x="5954" y="0"/>
                  </a:lnTo>
                  <a:lnTo>
                    <a:pt x="5954" y="5954"/>
                  </a:lnTo>
                  <a:lnTo>
                    <a:pt x="0" y="595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2"/>
            <p:cNvSpPr/>
            <p:nvPr/>
          </p:nvSpPr>
          <p:spPr>
            <a:xfrm>
              <a:off x="4315890" y="3272111"/>
              <a:ext cx="180764" cy="180764"/>
            </a:xfrm>
            <a:custGeom>
              <a:avLst/>
              <a:gdLst/>
              <a:ahLst/>
              <a:cxnLst/>
              <a:rect l="l" t="t" r="r" b="b"/>
              <a:pathLst>
                <a:path w="5955" h="5955" fill="none" extrusionOk="0">
                  <a:moveTo>
                    <a:pt x="1" y="5954"/>
                  </a:moveTo>
                  <a:lnTo>
                    <a:pt x="1" y="0"/>
                  </a:lnTo>
                  <a:lnTo>
                    <a:pt x="5955" y="0"/>
                  </a:lnTo>
                  <a:lnTo>
                    <a:pt x="5955" y="5954"/>
                  </a:lnTo>
                  <a:lnTo>
                    <a:pt x="1" y="595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2"/>
            <p:cNvSpPr/>
            <p:nvPr/>
          </p:nvSpPr>
          <p:spPr>
            <a:xfrm>
              <a:off x="3065436" y="3180134"/>
              <a:ext cx="147556" cy="382594"/>
            </a:xfrm>
            <a:custGeom>
              <a:avLst/>
              <a:gdLst/>
              <a:ahLst/>
              <a:cxnLst/>
              <a:rect l="l" t="t" r="r" b="b"/>
              <a:pathLst>
                <a:path w="4861" h="12604" fill="none" extrusionOk="0">
                  <a:moveTo>
                    <a:pt x="0" y="12603"/>
                  </a:moveTo>
                  <a:lnTo>
                    <a:pt x="0" y="1"/>
                  </a:lnTo>
                  <a:lnTo>
                    <a:pt x="4860" y="1"/>
                  </a:lnTo>
                  <a:lnTo>
                    <a:pt x="4860" y="12603"/>
                  </a:lnTo>
                  <a:lnTo>
                    <a:pt x="0" y="1260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2"/>
            <p:cNvSpPr/>
            <p:nvPr/>
          </p:nvSpPr>
          <p:spPr>
            <a:xfrm>
              <a:off x="3306851" y="3180134"/>
              <a:ext cx="147556" cy="382594"/>
            </a:xfrm>
            <a:custGeom>
              <a:avLst/>
              <a:gdLst/>
              <a:ahLst/>
              <a:cxnLst/>
              <a:rect l="l" t="t" r="r" b="b"/>
              <a:pathLst>
                <a:path w="4861" h="12604" fill="none" extrusionOk="0">
                  <a:moveTo>
                    <a:pt x="0" y="12603"/>
                  </a:moveTo>
                  <a:lnTo>
                    <a:pt x="0" y="1"/>
                  </a:lnTo>
                  <a:lnTo>
                    <a:pt x="4860" y="1"/>
                  </a:lnTo>
                  <a:lnTo>
                    <a:pt x="4860" y="12603"/>
                  </a:lnTo>
                  <a:lnTo>
                    <a:pt x="0" y="1260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2"/>
            <p:cNvSpPr/>
            <p:nvPr/>
          </p:nvSpPr>
          <p:spPr>
            <a:xfrm>
              <a:off x="3548236" y="3180134"/>
              <a:ext cx="147556" cy="382594"/>
            </a:xfrm>
            <a:custGeom>
              <a:avLst/>
              <a:gdLst/>
              <a:ahLst/>
              <a:cxnLst/>
              <a:rect l="l" t="t" r="r" b="b"/>
              <a:pathLst>
                <a:path w="4861" h="12604" fill="none" extrusionOk="0">
                  <a:moveTo>
                    <a:pt x="1" y="12603"/>
                  </a:moveTo>
                  <a:lnTo>
                    <a:pt x="1" y="1"/>
                  </a:lnTo>
                  <a:lnTo>
                    <a:pt x="4861" y="1"/>
                  </a:lnTo>
                  <a:lnTo>
                    <a:pt x="4861" y="12603"/>
                  </a:lnTo>
                  <a:lnTo>
                    <a:pt x="1" y="1260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2"/>
            <p:cNvSpPr/>
            <p:nvPr/>
          </p:nvSpPr>
          <p:spPr>
            <a:xfrm>
              <a:off x="5573386" y="2995575"/>
              <a:ext cx="173722" cy="173752"/>
            </a:xfrm>
            <a:custGeom>
              <a:avLst/>
              <a:gdLst/>
              <a:ahLst/>
              <a:cxnLst/>
              <a:rect l="l" t="t" r="r" b="b"/>
              <a:pathLst>
                <a:path w="5723" h="5724" fill="none" extrusionOk="0">
                  <a:moveTo>
                    <a:pt x="0" y="5723"/>
                  </a:moveTo>
                  <a:lnTo>
                    <a:pt x="0" y="1"/>
                  </a:lnTo>
                  <a:lnTo>
                    <a:pt x="5723" y="1"/>
                  </a:lnTo>
                  <a:lnTo>
                    <a:pt x="5723" y="5723"/>
                  </a:lnTo>
                  <a:lnTo>
                    <a:pt x="0" y="572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2"/>
            <p:cNvSpPr/>
            <p:nvPr/>
          </p:nvSpPr>
          <p:spPr>
            <a:xfrm>
              <a:off x="5980815" y="2995575"/>
              <a:ext cx="173115" cy="173752"/>
            </a:xfrm>
            <a:custGeom>
              <a:avLst/>
              <a:gdLst/>
              <a:ahLst/>
              <a:cxnLst/>
              <a:rect l="l" t="t" r="r" b="b"/>
              <a:pathLst>
                <a:path w="5703" h="5724" fill="none" extrusionOk="0">
                  <a:moveTo>
                    <a:pt x="1" y="5723"/>
                  </a:moveTo>
                  <a:lnTo>
                    <a:pt x="1" y="1"/>
                  </a:lnTo>
                  <a:lnTo>
                    <a:pt x="5702" y="1"/>
                  </a:lnTo>
                  <a:lnTo>
                    <a:pt x="5702" y="5723"/>
                  </a:lnTo>
                  <a:lnTo>
                    <a:pt x="1" y="572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2"/>
            <p:cNvSpPr/>
            <p:nvPr/>
          </p:nvSpPr>
          <p:spPr>
            <a:xfrm>
              <a:off x="3901420" y="2928520"/>
              <a:ext cx="180764" cy="180764"/>
            </a:xfrm>
            <a:custGeom>
              <a:avLst/>
              <a:gdLst/>
              <a:ahLst/>
              <a:cxnLst/>
              <a:rect l="l" t="t" r="r" b="b"/>
              <a:pathLst>
                <a:path w="5955" h="5955" fill="none" extrusionOk="0">
                  <a:moveTo>
                    <a:pt x="0" y="5955"/>
                  </a:moveTo>
                  <a:lnTo>
                    <a:pt x="0" y="1"/>
                  </a:lnTo>
                  <a:lnTo>
                    <a:pt x="5954" y="1"/>
                  </a:lnTo>
                  <a:lnTo>
                    <a:pt x="5954" y="5955"/>
                  </a:lnTo>
                  <a:lnTo>
                    <a:pt x="0" y="595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2"/>
            <p:cNvSpPr/>
            <p:nvPr/>
          </p:nvSpPr>
          <p:spPr>
            <a:xfrm>
              <a:off x="4315890" y="2928520"/>
              <a:ext cx="180764" cy="180764"/>
            </a:xfrm>
            <a:custGeom>
              <a:avLst/>
              <a:gdLst/>
              <a:ahLst/>
              <a:cxnLst/>
              <a:rect l="l" t="t" r="r" b="b"/>
              <a:pathLst>
                <a:path w="5955" h="5955" fill="none" extrusionOk="0">
                  <a:moveTo>
                    <a:pt x="1" y="5955"/>
                  </a:moveTo>
                  <a:lnTo>
                    <a:pt x="1" y="1"/>
                  </a:lnTo>
                  <a:lnTo>
                    <a:pt x="5955" y="1"/>
                  </a:lnTo>
                  <a:lnTo>
                    <a:pt x="5955" y="5955"/>
                  </a:lnTo>
                  <a:lnTo>
                    <a:pt x="1" y="595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2"/>
            <p:cNvSpPr/>
            <p:nvPr/>
          </p:nvSpPr>
          <p:spPr>
            <a:xfrm>
              <a:off x="5236808" y="2691597"/>
              <a:ext cx="95831" cy="1388407"/>
            </a:xfrm>
            <a:custGeom>
              <a:avLst/>
              <a:gdLst/>
              <a:ahLst/>
              <a:cxnLst/>
              <a:rect l="l" t="t" r="r" b="b"/>
              <a:pathLst>
                <a:path w="3157" h="45739" fill="none" extrusionOk="0">
                  <a:moveTo>
                    <a:pt x="1" y="45739"/>
                  </a:moveTo>
                  <a:lnTo>
                    <a:pt x="1" y="0"/>
                  </a:lnTo>
                  <a:lnTo>
                    <a:pt x="3156" y="0"/>
                  </a:lnTo>
                  <a:lnTo>
                    <a:pt x="3156" y="45739"/>
                  </a:lnTo>
                  <a:lnTo>
                    <a:pt x="1" y="4573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2"/>
            <p:cNvSpPr/>
            <p:nvPr/>
          </p:nvSpPr>
          <p:spPr>
            <a:xfrm>
              <a:off x="3901420" y="2584929"/>
              <a:ext cx="180764" cy="180764"/>
            </a:xfrm>
            <a:custGeom>
              <a:avLst/>
              <a:gdLst/>
              <a:ahLst/>
              <a:cxnLst/>
              <a:rect l="l" t="t" r="r" b="b"/>
              <a:pathLst>
                <a:path w="5955" h="5955" fill="none" extrusionOk="0">
                  <a:moveTo>
                    <a:pt x="0" y="5955"/>
                  </a:moveTo>
                  <a:lnTo>
                    <a:pt x="0" y="1"/>
                  </a:lnTo>
                  <a:lnTo>
                    <a:pt x="5954" y="1"/>
                  </a:lnTo>
                  <a:lnTo>
                    <a:pt x="5954" y="5955"/>
                  </a:lnTo>
                  <a:lnTo>
                    <a:pt x="0" y="595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2"/>
            <p:cNvSpPr/>
            <p:nvPr/>
          </p:nvSpPr>
          <p:spPr>
            <a:xfrm>
              <a:off x="4315890" y="2584929"/>
              <a:ext cx="180764" cy="180764"/>
            </a:xfrm>
            <a:custGeom>
              <a:avLst/>
              <a:gdLst/>
              <a:ahLst/>
              <a:cxnLst/>
              <a:rect l="l" t="t" r="r" b="b"/>
              <a:pathLst>
                <a:path w="5955" h="5955" fill="none" extrusionOk="0">
                  <a:moveTo>
                    <a:pt x="1" y="5955"/>
                  </a:moveTo>
                  <a:lnTo>
                    <a:pt x="1" y="1"/>
                  </a:lnTo>
                  <a:lnTo>
                    <a:pt x="5955" y="1"/>
                  </a:lnTo>
                  <a:lnTo>
                    <a:pt x="5955" y="5955"/>
                  </a:lnTo>
                  <a:lnTo>
                    <a:pt x="1" y="595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2"/>
            <p:cNvSpPr/>
            <p:nvPr/>
          </p:nvSpPr>
          <p:spPr>
            <a:xfrm>
              <a:off x="3901420" y="2241339"/>
              <a:ext cx="180764" cy="180764"/>
            </a:xfrm>
            <a:custGeom>
              <a:avLst/>
              <a:gdLst/>
              <a:ahLst/>
              <a:cxnLst/>
              <a:rect l="l" t="t" r="r" b="b"/>
              <a:pathLst>
                <a:path w="5955" h="5955" fill="none" extrusionOk="0">
                  <a:moveTo>
                    <a:pt x="0" y="5955"/>
                  </a:moveTo>
                  <a:lnTo>
                    <a:pt x="0" y="1"/>
                  </a:lnTo>
                  <a:lnTo>
                    <a:pt x="5954" y="1"/>
                  </a:lnTo>
                  <a:lnTo>
                    <a:pt x="5954" y="5955"/>
                  </a:lnTo>
                  <a:lnTo>
                    <a:pt x="0" y="595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2"/>
            <p:cNvSpPr/>
            <p:nvPr/>
          </p:nvSpPr>
          <p:spPr>
            <a:xfrm>
              <a:off x="4315890" y="2241339"/>
              <a:ext cx="180764" cy="180764"/>
            </a:xfrm>
            <a:custGeom>
              <a:avLst/>
              <a:gdLst/>
              <a:ahLst/>
              <a:cxnLst/>
              <a:rect l="l" t="t" r="r" b="b"/>
              <a:pathLst>
                <a:path w="5955" h="5955" fill="none" extrusionOk="0">
                  <a:moveTo>
                    <a:pt x="1" y="5955"/>
                  </a:moveTo>
                  <a:lnTo>
                    <a:pt x="1" y="1"/>
                  </a:lnTo>
                  <a:lnTo>
                    <a:pt x="5955" y="1"/>
                  </a:lnTo>
                  <a:lnTo>
                    <a:pt x="5955" y="5955"/>
                  </a:lnTo>
                  <a:lnTo>
                    <a:pt x="1" y="595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2"/>
            <p:cNvSpPr/>
            <p:nvPr/>
          </p:nvSpPr>
          <p:spPr>
            <a:xfrm>
              <a:off x="2976677" y="2032525"/>
              <a:ext cx="3294094" cy="2504105"/>
            </a:xfrm>
            <a:custGeom>
              <a:avLst/>
              <a:gdLst/>
              <a:ahLst/>
              <a:cxnLst/>
              <a:rect l="l" t="t" r="r" b="b"/>
              <a:pathLst>
                <a:path w="108519" h="82494" fill="none" extrusionOk="0">
                  <a:moveTo>
                    <a:pt x="54259" y="0"/>
                  </a:moveTo>
                  <a:lnTo>
                    <a:pt x="26257" y="0"/>
                  </a:lnTo>
                  <a:lnTo>
                    <a:pt x="26257" y="34188"/>
                  </a:lnTo>
                  <a:lnTo>
                    <a:pt x="0" y="34188"/>
                  </a:lnTo>
                  <a:lnTo>
                    <a:pt x="0" y="82493"/>
                  </a:lnTo>
                  <a:lnTo>
                    <a:pt x="16579" y="82493"/>
                  </a:lnTo>
                  <a:lnTo>
                    <a:pt x="16579" y="82493"/>
                  </a:lnTo>
                  <a:lnTo>
                    <a:pt x="16410" y="81610"/>
                  </a:lnTo>
                  <a:lnTo>
                    <a:pt x="16263" y="80684"/>
                  </a:lnTo>
                  <a:lnTo>
                    <a:pt x="16158" y="79758"/>
                  </a:lnTo>
                  <a:lnTo>
                    <a:pt x="16095" y="78812"/>
                  </a:lnTo>
                  <a:lnTo>
                    <a:pt x="16095" y="78812"/>
                  </a:lnTo>
                  <a:lnTo>
                    <a:pt x="16032" y="77591"/>
                  </a:lnTo>
                  <a:lnTo>
                    <a:pt x="16032" y="76392"/>
                  </a:lnTo>
                  <a:lnTo>
                    <a:pt x="16032" y="76392"/>
                  </a:lnTo>
                  <a:lnTo>
                    <a:pt x="16074" y="75487"/>
                  </a:lnTo>
                  <a:lnTo>
                    <a:pt x="16116" y="74583"/>
                  </a:lnTo>
                  <a:lnTo>
                    <a:pt x="16158" y="73699"/>
                  </a:lnTo>
                  <a:lnTo>
                    <a:pt x="16242" y="72858"/>
                  </a:lnTo>
                  <a:lnTo>
                    <a:pt x="16242" y="72858"/>
                  </a:lnTo>
                  <a:lnTo>
                    <a:pt x="16347" y="71827"/>
                  </a:lnTo>
                  <a:lnTo>
                    <a:pt x="16473" y="70859"/>
                  </a:lnTo>
                  <a:lnTo>
                    <a:pt x="16600" y="69954"/>
                  </a:lnTo>
                  <a:lnTo>
                    <a:pt x="16726" y="69134"/>
                  </a:lnTo>
                  <a:lnTo>
                    <a:pt x="16957" y="67787"/>
                  </a:lnTo>
                  <a:lnTo>
                    <a:pt x="17147" y="66883"/>
                  </a:lnTo>
                  <a:lnTo>
                    <a:pt x="17147" y="66883"/>
                  </a:lnTo>
                  <a:lnTo>
                    <a:pt x="17231" y="66525"/>
                  </a:lnTo>
                  <a:lnTo>
                    <a:pt x="18830" y="66020"/>
                  </a:lnTo>
                  <a:lnTo>
                    <a:pt x="18830" y="53902"/>
                  </a:lnTo>
                  <a:lnTo>
                    <a:pt x="23690" y="53902"/>
                  </a:lnTo>
                  <a:lnTo>
                    <a:pt x="23690" y="64526"/>
                  </a:lnTo>
                  <a:lnTo>
                    <a:pt x="37218" y="60318"/>
                  </a:lnTo>
                  <a:lnTo>
                    <a:pt x="37218" y="60318"/>
                  </a:lnTo>
                  <a:lnTo>
                    <a:pt x="38501" y="60066"/>
                  </a:lnTo>
                  <a:lnTo>
                    <a:pt x="39763" y="59856"/>
                  </a:lnTo>
                  <a:lnTo>
                    <a:pt x="40984" y="59687"/>
                  </a:lnTo>
                  <a:lnTo>
                    <a:pt x="42162" y="59540"/>
                  </a:lnTo>
                  <a:lnTo>
                    <a:pt x="43319" y="59435"/>
                  </a:lnTo>
                  <a:lnTo>
                    <a:pt x="44434" y="59372"/>
                  </a:lnTo>
                  <a:lnTo>
                    <a:pt x="45507" y="59330"/>
                  </a:lnTo>
                  <a:lnTo>
                    <a:pt x="46538" y="59309"/>
                  </a:lnTo>
                  <a:lnTo>
                    <a:pt x="46538" y="59309"/>
                  </a:lnTo>
                  <a:lnTo>
                    <a:pt x="47821" y="59330"/>
                  </a:lnTo>
                  <a:lnTo>
                    <a:pt x="49042" y="59393"/>
                  </a:lnTo>
                  <a:lnTo>
                    <a:pt x="50178" y="59477"/>
                  </a:lnTo>
                  <a:lnTo>
                    <a:pt x="51230" y="59582"/>
                  </a:lnTo>
                  <a:lnTo>
                    <a:pt x="52240" y="59729"/>
                  </a:lnTo>
                  <a:lnTo>
                    <a:pt x="53144" y="59877"/>
                  </a:lnTo>
                  <a:lnTo>
                    <a:pt x="53986" y="60045"/>
                  </a:lnTo>
                  <a:lnTo>
                    <a:pt x="54764" y="60192"/>
                  </a:lnTo>
                  <a:lnTo>
                    <a:pt x="55437" y="60361"/>
                  </a:lnTo>
                  <a:lnTo>
                    <a:pt x="56027" y="60529"/>
                  </a:lnTo>
                  <a:lnTo>
                    <a:pt x="56973" y="60802"/>
                  </a:lnTo>
                  <a:lnTo>
                    <a:pt x="57541" y="61013"/>
                  </a:lnTo>
                  <a:lnTo>
                    <a:pt x="57731" y="61097"/>
                  </a:lnTo>
                  <a:lnTo>
                    <a:pt x="57731" y="61097"/>
                  </a:lnTo>
                  <a:lnTo>
                    <a:pt x="58004" y="61202"/>
                  </a:lnTo>
                  <a:lnTo>
                    <a:pt x="58004" y="21712"/>
                  </a:lnTo>
                  <a:lnTo>
                    <a:pt x="61160" y="21712"/>
                  </a:lnTo>
                  <a:lnTo>
                    <a:pt x="61160" y="62464"/>
                  </a:lnTo>
                  <a:lnTo>
                    <a:pt x="61160" y="62464"/>
                  </a:lnTo>
                  <a:lnTo>
                    <a:pt x="63601" y="63495"/>
                  </a:lnTo>
                  <a:lnTo>
                    <a:pt x="66230" y="64610"/>
                  </a:lnTo>
                  <a:lnTo>
                    <a:pt x="66230" y="21712"/>
                  </a:lnTo>
                  <a:lnTo>
                    <a:pt x="69386" y="21712"/>
                  </a:lnTo>
                  <a:lnTo>
                    <a:pt x="69386" y="65978"/>
                  </a:lnTo>
                  <a:lnTo>
                    <a:pt x="69386" y="65978"/>
                  </a:lnTo>
                  <a:lnTo>
                    <a:pt x="73320" y="67682"/>
                  </a:lnTo>
                  <a:lnTo>
                    <a:pt x="76687" y="69155"/>
                  </a:lnTo>
                  <a:lnTo>
                    <a:pt x="79885" y="70585"/>
                  </a:lnTo>
                  <a:lnTo>
                    <a:pt x="79885" y="70585"/>
                  </a:lnTo>
                  <a:lnTo>
                    <a:pt x="80726" y="70796"/>
                  </a:lnTo>
                  <a:lnTo>
                    <a:pt x="81505" y="71027"/>
                  </a:lnTo>
                  <a:lnTo>
                    <a:pt x="82262" y="71301"/>
                  </a:lnTo>
                  <a:lnTo>
                    <a:pt x="82977" y="71574"/>
                  </a:lnTo>
                  <a:lnTo>
                    <a:pt x="83630" y="71869"/>
                  </a:lnTo>
                  <a:lnTo>
                    <a:pt x="84261" y="72184"/>
                  </a:lnTo>
                  <a:lnTo>
                    <a:pt x="84850" y="72521"/>
                  </a:lnTo>
                  <a:lnTo>
                    <a:pt x="85397" y="72858"/>
                  </a:lnTo>
                  <a:lnTo>
                    <a:pt x="85397" y="72858"/>
                  </a:lnTo>
                  <a:lnTo>
                    <a:pt x="85776" y="73131"/>
                  </a:lnTo>
                  <a:lnTo>
                    <a:pt x="86154" y="73405"/>
                  </a:lnTo>
                  <a:lnTo>
                    <a:pt x="86512" y="73699"/>
                  </a:lnTo>
                  <a:lnTo>
                    <a:pt x="86848" y="73994"/>
                  </a:lnTo>
                  <a:lnTo>
                    <a:pt x="87164" y="74288"/>
                  </a:lnTo>
                  <a:lnTo>
                    <a:pt x="87459" y="74604"/>
                  </a:lnTo>
                  <a:lnTo>
                    <a:pt x="87732" y="74898"/>
                  </a:lnTo>
                  <a:lnTo>
                    <a:pt x="87985" y="75214"/>
                  </a:lnTo>
                  <a:lnTo>
                    <a:pt x="88216" y="75530"/>
                  </a:lnTo>
                  <a:lnTo>
                    <a:pt x="88447" y="75845"/>
                  </a:lnTo>
                  <a:lnTo>
                    <a:pt x="88658" y="76182"/>
                  </a:lnTo>
                  <a:lnTo>
                    <a:pt x="88847" y="76497"/>
                  </a:lnTo>
                  <a:lnTo>
                    <a:pt x="89015" y="76813"/>
                  </a:lnTo>
                  <a:lnTo>
                    <a:pt x="89184" y="77150"/>
                  </a:lnTo>
                  <a:lnTo>
                    <a:pt x="89457" y="77802"/>
                  </a:lnTo>
                  <a:lnTo>
                    <a:pt x="89689" y="78433"/>
                  </a:lnTo>
                  <a:lnTo>
                    <a:pt x="89878" y="79085"/>
                  </a:lnTo>
                  <a:lnTo>
                    <a:pt x="90004" y="79695"/>
                  </a:lnTo>
                  <a:lnTo>
                    <a:pt x="90110" y="80305"/>
                  </a:lnTo>
                  <a:lnTo>
                    <a:pt x="90173" y="80894"/>
                  </a:lnTo>
                  <a:lnTo>
                    <a:pt x="90194" y="81462"/>
                  </a:lnTo>
                  <a:lnTo>
                    <a:pt x="90215" y="81988"/>
                  </a:lnTo>
                  <a:lnTo>
                    <a:pt x="90194" y="82493"/>
                  </a:lnTo>
                  <a:lnTo>
                    <a:pt x="108519" y="82493"/>
                  </a:lnTo>
                  <a:lnTo>
                    <a:pt x="108519" y="28003"/>
                  </a:lnTo>
                  <a:lnTo>
                    <a:pt x="81568" y="28003"/>
                  </a:lnTo>
                  <a:lnTo>
                    <a:pt x="81568" y="18199"/>
                  </a:lnTo>
                  <a:lnTo>
                    <a:pt x="54259" y="18199"/>
                  </a:lnTo>
                  <a:lnTo>
                    <a:pt x="5425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32"/>
            <p:cNvSpPr/>
            <p:nvPr/>
          </p:nvSpPr>
          <p:spPr>
            <a:xfrm>
              <a:off x="2730163" y="4476575"/>
              <a:ext cx="3683670" cy="255498"/>
            </a:xfrm>
            <a:custGeom>
              <a:avLst/>
              <a:gdLst/>
              <a:ahLst/>
              <a:cxnLst/>
              <a:rect l="l" t="t" r="r" b="b"/>
              <a:pathLst>
                <a:path w="121353" h="8417" extrusionOk="0">
                  <a:moveTo>
                    <a:pt x="4208" y="1"/>
                  </a:moveTo>
                  <a:lnTo>
                    <a:pt x="3787" y="22"/>
                  </a:lnTo>
                  <a:lnTo>
                    <a:pt x="3366" y="85"/>
                  </a:lnTo>
                  <a:lnTo>
                    <a:pt x="2966" y="190"/>
                  </a:lnTo>
                  <a:lnTo>
                    <a:pt x="2567" y="337"/>
                  </a:lnTo>
                  <a:lnTo>
                    <a:pt x="2209" y="527"/>
                  </a:lnTo>
                  <a:lnTo>
                    <a:pt x="1872" y="737"/>
                  </a:lnTo>
                  <a:lnTo>
                    <a:pt x="1536" y="969"/>
                  </a:lnTo>
                  <a:lnTo>
                    <a:pt x="1241" y="1242"/>
                  </a:lnTo>
                  <a:lnTo>
                    <a:pt x="968" y="1537"/>
                  </a:lnTo>
                  <a:lnTo>
                    <a:pt x="736" y="1873"/>
                  </a:lnTo>
                  <a:lnTo>
                    <a:pt x="526" y="2210"/>
                  </a:lnTo>
                  <a:lnTo>
                    <a:pt x="337" y="2589"/>
                  </a:lnTo>
                  <a:lnTo>
                    <a:pt x="189" y="2967"/>
                  </a:lnTo>
                  <a:lnTo>
                    <a:pt x="84" y="3367"/>
                  </a:lnTo>
                  <a:lnTo>
                    <a:pt x="21" y="3788"/>
                  </a:lnTo>
                  <a:lnTo>
                    <a:pt x="0" y="4209"/>
                  </a:lnTo>
                  <a:lnTo>
                    <a:pt x="21" y="4629"/>
                  </a:lnTo>
                  <a:lnTo>
                    <a:pt x="84" y="5050"/>
                  </a:lnTo>
                  <a:lnTo>
                    <a:pt x="189" y="5450"/>
                  </a:lnTo>
                  <a:lnTo>
                    <a:pt x="337" y="5850"/>
                  </a:lnTo>
                  <a:lnTo>
                    <a:pt x="526" y="6207"/>
                  </a:lnTo>
                  <a:lnTo>
                    <a:pt x="736" y="6544"/>
                  </a:lnTo>
                  <a:lnTo>
                    <a:pt x="968" y="6880"/>
                  </a:lnTo>
                  <a:lnTo>
                    <a:pt x="1241" y="7175"/>
                  </a:lnTo>
                  <a:lnTo>
                    <a:pt x="1536" y="7448"/>
                  </a:lnTo>
                  <a:lnTo>
                    <a:pt x="1872" y="7680"/>
                  </a:lnTo>
                  <a:lnTo>
                    <a:pt x="2209" y="7911"/>
                  </a:lnTo>
                  <a:lnTo>
                    <a:pt x="2567" y="8080"/>
                  </a:lnTo>
                  <a:lnTo>
                    <a:pt x="2966" y="8227"/>
                  </a:lnTo>
                  <a:lnTo>
                    <a:pt x="3366" y="8332"/>
                  </a:lnTo>
                  <a:lnTo>
                    <a:pt x="3787" y="8395"/>
                  </a:lnTo>
                  <a:lnTo>
                    <a:pt x="4208" y="8416"/>
                  </a:lnTo>
                  <a:lnTo>
                    <a:pt x="117165" y="8416"/>
                  </a:lnTo>
                  <a:lnTo>
                    <a:pt x="117586" y="8395"/>
                  </a:lnTo>
                  <a:lnTo>
                    <a:pt x="118007" y="8332"/>
                  </a:lnTo>
                  <a:lnTo>
                    <a:pt x="118407" y="8227"/>
                  </a:lnTo>
                  <a:lnTo>
                    <a:pt x="118785" y="8080"/>
                  </a:lnTo>
                  <a:lnTo>
                    <a:pt x="119164" y="7911"/>
                  </a:lnTo>
                  <a:lnTo>
                    <a:pt x="119501" y="7680"/>
                  </a:lnTo>
                  <a:lnTo>
                    <a:pt x="119837" y="7448"/>
                  </a:lnTo>
                  <a:lnTo>
                    <a:pt x="120132" y="7175"/>
                  </a:lnTo>
                  <a:lnTo>
                    <a:pt x="120405" y="6880"/>
                  </a:lnTo>
                  <a:lnTo>
                    <a:pt x="120637" y="6544"/>
                  </a:lnTo>
                  <a:lnTo>
                    <a:pt x="120847" y="6207"/>
                  </a:lnTo>
                  <a:lnTo>
                    <a:pt x="121037" y="5850"/>
                  </a:lnTo>
                  <a:lnTo>
                    <a:pt x="121163" y="5450"/>
                  </a:lnTo>
                  <a:lnTo>
                    <a:pt x="121268" y="5050"/>
                  </a:lnTo>
                  <a:lnTo>
                    <a:pt x="121331" y="4629"/>
                  </a:lnTo>
                  <a:lnTo>
                    <a:pt x="121352" y="4209"/>
                  </a:lnTo>
                  <a:lnTo>
                    <a:pt x="121331" y="3788"/>
                  </a:lnTo>
                  <a:lnTo>
                    <a:pt x="121268" y="3367"/>
                  </a:lnTo>
                  <a:lnTo>
                    <a:pt x="121163" y="2967"/>
                  </a:lnTo>
                  <a:lnTo>
                    <a:pt x="121037" y="2589"/>
                  </a:lnTo>
                  <a:lnTo>
                    <a:pt x="120847" y="2210"/>
                  </a:lnTo>
                  <a:lnTo>
                    <a:pt x="120637" y="1873"/>
                  </a:lnTo>
                  <a:lnTo>
                    <a:pt x="120405" y="1537"/>
                  </a:lnTo>
                  <a:lnTo>
                    <a:pt x="120132" y="1242"/>
                  </a:lnTo>
                  <a:lnTo>
                    <a:pt x="119837" y="969"/>
                  </a:lnTo>
                  <a:lnTo>
                    <a:pt x="119501" y="737"/>
                  </a:lnTo>
                  <a:lnTo>
                    <a:pt x="119164" y="527"/>
                  </a:lnTo>
                  <a:lnTo>
                    <a:pt x="118785" y="337"/>
                  </a:lnTo>
                  <a:lnTo>
                    <a:pt x="118407" y="190"/>
                  </a:lnTo>
                  <a:lnTo>
                    <a:pt x="118007" y="85"/>
                  </a:lnTo>
                  <a:lnTo>
                    <a:pt x="117586" y="22"/>
                  </a:lnTo>
                  <a:lnTo>
                    <a:pt x="117165" y="1"/>
                  </a:lnTo>
                  <a:close/>
                </a:path>
              </a:pathLst>
            </a:custGeom>
            <a:solidFill>
              <a:srgbClr val="434343">
                <a:alpha val="12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2"/>
            <p:cNvSpPr/>
            <p:nvPr/>
          </p:nvSpPr>
          <p:spPr>
            <a:xfrm>
              <a:off x="2831042" y="4134259"/>
              <a:ext cx="665473" cy="419628"/>
            </a:xfrm>
            <a:custGeom>
              <a:avLst/>
              <a:gdLst/>
              <a:ahLst/>
              <a:cxnLst/>
              <a:rect l="l" t="t" r="r" b="b"/>
              <a:pathLst>
                <a:path w="21923" h="13824" extrusionOk="0">
                  <a:moveTo>
                    <a:pt x="12266" y="1"/>
                  </a:moveTo>
                  <a:lnTo>
                    <a:pt x="12119" y="22"/>
                  </a:lnTo>
                  <a:lnTo>
                    <a:pt x="11950" y="64"/>
                  </a:lnTo>
                  <a:lnTo>
                    <a:pt x="11782" y="127"/>
                  </a:lnTo>
                  <a:lnTo>
                    <a:pt x="11635" y="190"/>
                  </a:lnTo>
                  <a:lnTo>
                    <a:pt x="11487" y="274"/>
                  </a:lnTo>
                  <a:lnTo>
                    <a:pt x="11361" y="380"/>
                  </a:lnTo>
                  <a:lnTo>
                    <a:pt x="11256" y="485"/>
                  </a:lnTo>
                  <a:lnTo>
                    <a:pt x="11046" y="716"/>
                  </a:lnTo>
                  <a:lnTo>
                    <a:pt x="10856" y="969"/>
                  </a:lnTo>
                  <a:lnTo>
                    <a:pt x="10688" y="1242"/>
                  </a:lnTo>
                  <a:lnTo>
                    <a:pt x="10393" y="1726"/>
                  </a:lnTo>
                  <a:lnTo>
                    <a:pt x="10141" y="2231"/>
                  </a:lnTo>
                  <a:lnTo>
                    <a:pt x="9909" y="2736"/>
                  </a:lnTo>
                  <a:lnTo>
                    <a:pt x="9720" y="3262"/>
                  </a:lnTo>
                  <a:lnTo>
                    <a:pt x="9531" y="3809"/>
                  </a:lnTo>
                  <a:lnTo>
                    <a:pt x="9384" y="4335"/>
                  </a:lnTo>
                  <a:lnTo>
                    <a:pt x="9257" y="4903"/>
                  </a:lnTo>
                  <a:lnTo>
                    <a:pt x="9152" y="5450"/>
                  </a:lnTo>
                  <a:lnTo>
                    <a:pt x="8963" y="4882"/>
                  </a:lnTo>
                  <a:lnTo>
                    <a:pt x="8731" y="4314"/>
                  </a:lnTo>
                  <a:lnTo>
                    <a:pt x="8479" y="3767"/>
                  </a:lnTo>
                  <a:lnTo>
                    <a:pt x="8332" y="3514"/>
                  </a:lnTo>
                  <a:lnTo>
                    <a:pt x="8184" y="3262"/>
                  </a:lnTo>
                  <a:lnTo>
                    <a:pt x="8016" y="3031"/>
                  </a:lnTo>
                  <a:lnTo>
                    <a:pt x="7827" y="2799"/>
                  </a:lnTo>
                  <a:lnTo>
                    <a:pt x="7637" y="2589"/>
                  </a:lnTo>
                  <a:lnTo>
                    <a:pt x="7427" y="2399"/>
                  </a:lnTo>
                  <a:lnTo>
                    <a:pt x="7195" y="2231"/>
                  </a:lnTo>
                  <a:lnTo>
                    <a:pt x="6964" y="2105"/>
                  </a:lnTo>
                  <a:lnTo>
                    <a:pt x="6712" y="1979"/>
                  </a:lnTo>
                  <a:lnTo>
                    <a:pt x="6438" y="1894"/>
                  </a:lnTo>
                  <a:lnTo>
                    <a:pt x="6144" y="1831"/>
                  </a:lnTo>
                  <a:lnTo>
                    <a:pt x="5870" y="1810"/>
                  </a:lnTo>
                  <a:lnTo>
                    <a:pt x="5575" y="1831"/>
                  </a:lnTo>
                  <a:lnTo>
                    <a:pt x="5302" y="1873"/>
                  </a:lnTo>
                  <a:lnTo>
                    <a:pt x="5028" y="1958"/>
                  </a:lnTo>
                  <a:lnTo>
                    <a:pt x="4755" y="2063"/>
                  </a:lnTo>
                  <a:lnTo>
                    <a:pt x="4502" y="2189"/>
                  </a:lnTo>
                  <a:lnTo>
                    <a:pt x="4250" y="2336"/>
                  </a:lnTo>
                  <a:lnTo>
                    <a:pt x="4019" y="2526"/>
                  </a:lnTo>
                  <a:lnTo>
                    <a:pt x="3808" y="2736"/>
                  </a:lnTo>
                  <a:lnTo>
                    <a:pt x="3598" y="2946"/>
                  </a:lnTo>
                  <a:lnTo>
                    <a:pt x="3408" y="3178"/>
                  </a:lnTo>
                  <a:lnTo>
                    <a:pt x="3261" y="3430"/>
                  </a:lnTo>
                  <a:lnTo>
                    <a:pt x="3114" y="3704"/>
                  </a:lnTo>
                  <a:lnTo>
                    <a:pt x="3009" y="3977"/>
                  </a:lnTo>
                  <a:lnTo>
                    <a:pt x="2904" y="4251"/>
                  </a:lnTo>
                  <a:lnTo>
                    <a:pt x="2840" y="4545"/>
                  </a:lnTo>
                  <a:lnTo>
                    <a:pt x="2819" y="4840"/>
                  </a:lnTo>
                  <a:lnTo>
                    <a:pt x="2798" y="5113"/>
                  </a:lnTo>
                  <a:lnTo>
                    <a:pt x="2798" y="5408"/>
                  </a:lnTo>
                  <a:lnTo>
                    <a:pt x="2798" y="5702"/>
                  </a:lnTo>
                  <a:lnTo>
                    <a:pt x="2840" y="5997"/>
                  </a:lnTo>
                  <a:lnTo>
                    <a:pt x="2904" y="6270"/>
                  </a:lnTo>
                  <a:lnTo>
                    <a:pt x="2967" y="6565"/>
                  </a:lnTo>
                  <a:lnTo>
                    <a:pt x="3051" y="6860"/>
                  </a:lnTo>
                  <a:lnTo>
                    <a:pt x="3156" y="7133"/>
                  </a:lnTo>
                  <a:lnTo>
                    <a:pt x="3261" y="7407"/>
                  </a:lnTo>
                  <a:lnTo>
                    <a:pt x="3387" y="7680"/>
                  </a:lnTo>
                  <a:lnTo>
                    <a:pt x="3661" y="8206"/>
                  </a:lnTo>
                  <a:lnTo>
                    <a:pt x="3977" y="8711"/>
                  </a:lnTo>
                  <a:lnTo>
                    <a:pt x="3808" y="8522"/>
                  </a:lnTo>
                  <a:lnTo>
                    <a:pt x="3640" y="8353"/>
                  </a:lnTo>
                  <a:lnTo>
                    <a:pt x="3451" y="8227"/>
                  </a:lnTo>
                  <a:lnTo>
                    <a:pt x="3219" y="8122"/>
                  </a:lnTo>
                  <a:lnTo>
                    <a:pt x="3009" y="8059"/>
                  </a:lnTo>
                  <a:lnTo>
                    <a:pt x="2756" y="7996"/>
                  </a:lnTo>
                  <a:lnTo>
                    <a:pt x="2525" y="7975"/>
                  </a:lnTo>
                  <a:lnTo>
                    <a:pt x="2272" y="7975"/>
                  </a:lnTo>
                  <a:lnTo>
                    <a:pt x="2020" y="8017"/>
                  </a:lnTo>
                  <a:lnTo>
                    <a:pt x="1788" y="8059"/>
                  </a:lnTo>
                  <a:lnTo>
                    <a:pt x="1536" y="8143"/>
                  </a:lnTo>
                  <a:lnTo>
                    <a:pt x="1305" y="8227"/>
                  </a:lnTo>
                  <a:lnTo>
                    <a:pt x="1094" y="8353"/>
                  </a:lnTo>
                  <a:lnTo>
                    <a:pt x="884" y="8501"/>
                  </a:lnTo>
                  <a:lnTo>
                    <a:pt x="715" y="8669"/>
                  </a:lnTo>
                  <a:lnTo>
                    <a:pt x="547" y="8858"/>
                  </a:lnTo>
                  <a:lnTo>
                    <a:pt x="400" y="9069"/>
                  </a:lnTo>
                  <a:lnTo>
                    <a:pt x="295" y="9279"/>
                  </a:lnTo>
                  <a:lnTo>
                    <a:pt x="190" y="9510"/>
                  </a:lnTo>
                  <a:lnTo>
                    <a:pt x="105" y="9742"/>
                  </a:lnTo>
                  <a:lnTo>
                    <a:pt x="63" y="9973"/>
                  </a:lnTo>
                  <a:lnTo>
                    <a:pt x="21" y="10226"/>
                  </a:lnTo>
                  <a:lnTo>
                    <a:pt x="0" y="10457"/>
                  </a:lnTo>
                  <a:lnTo>
                    <a:pt x="0" y="10710"/>
                  </a:lnTo>
                  <a:lnTo>
                    <a:pt x="21" y="10962"/>
                  </a:lnTo>
                  <a:lnTo>
                    <a:pt x="42" y="11215"/>
                  </a:lnTo>
                  <a:lnTo>
                    <a:pt x="105" y="11467"/>
                  </a:lnTo>
                  <a:lnTo>
                    <a:pt x="168" y="11699"/>
                  </a:lnTo>
                  <a:lnTo>
                    <a:pt x="253" y="11951"/>
                  </a:lnTo>
                  <a:lnTo>
                    <a:pt x="337" y="12182"/>
                  </a:lnTo>
                  <a:lnTo>
                    <a:pt x="442" y="12393"/>
                  </a:lnTo>
                  <a:lnTo>
                    <a:pt x="568" y="12624"/>
                  </a:lnTo>
                  <a:lnTo>
                    <a:pt x="800" y="12982"/>
                  </a:lnTo>
                  <a:lnTo>
                    <a:pt x="1052" y="13297"/>
                  </a:lnTo>
                  <a:lnTo>
                    <a:pt x="1305" y="13571"/>
                  </a:lnTo>
                  <a:lnTo>
                    <a:pt x="1578" y="13823"/>
                  </a:lnTo>
                  <a:lnTo>
                    <a:pt x="21544" y="13823"/>
                  </a:lnTo>
                  <a:lnTo>
                    <a:pt x="21691" y="13424"/>
                  </a:lnTo>
                  <a:lnTo>
                    <a:pt x="21796" y="13003"/>
                  </a:lnTo>
                  <a:lnTo>
                    <a:pt x="21881" y="12582"/>
                  </a:lnTo>
                  <a:lnTo>
                    <a:pt x="21923" y="12161"/>
                  </a:lnTo>
                  <a:lnTo>
                    <a:pt x="21902" y="11762"/>
                  </a:lnTo>
                  <a:lnTo>
                    <a:pt x="21881" y="11551"/>
                  </a:lnTo>
                  <a:lnTo>
                    <a:pt x="21860" y="11341"/>
                  </a:lnTo>
                  <a:lnTo>
                    <a:pt x="21796" y="11152"/>
                  </a:lnTo>
                  <a:lnTo>
                    <a:pt x="21733" y="10962"/>
                  </a:lnTo>
                  <a:lnTo>
                    <a:pt x="21649" y="10773"/>
                  </a:lnTo>
                  <a:lnTo>
                    <a:pt x="21565" y="10583"/>
                  </a:lnTo>
                  <a:lnTo>
                    <a:pt x="21439" y="10394"/>
                  </a:lnTo>
                  <a:lnTo>
                    <a:pt x="21292" y="10226"/>
                  </a:lnTo>
                  <a:lnTo>
                    <a:pt x="21123" y="10079"/>
                  </a:lnTo>
                  <a:lnTo>
                    <a:pt x="20955" y="9952"/>
                  </a:lnTo>
                  <a:lnTo>
                    <a:pt x="20766" y="9847"/>
                  </a:lnTo>
                  <a:lnTo>
                    <a:pt x="20555" y="9742"/>
                  </a:lnTo>
                  <a:lnTo>
                    <a:pt x="20345" y="9679"/>
                  </a:lnTo>
                  <a:lnTo>
                    <a:pt x="20134" y="9616"/>
                  </a:lnTo>
                  <a:lnTo>
                    <a:pt x="19924" y="9574"/>
                  </a:lnTo>
                  <a:lnTo>
                    <a:pt x="19714" y="9574"/>
                  </a:lnTo>
                  <a:lnTo>
                    <a:pt x="19482" y="9595"/>
                  </a:lnTo>
                  <a:lnTo>
                    <a:pt x="19293" y="9616"/>
                  </a:lnTo>
                  <a:lnTo>
                    <a:pt x="19082" y="9679"/>
                  </a:lnTo>
                  <a:lnTo>
                    <a:pt x="18914" y="9763"/>
                  </a:lnTo>
                  <a:lnTo>
                    <a:pt x="18746" y="9889"/>
                  </a:lnTo>
                  <a:lnTo>
                    <a:pt x="18577" y="10015"/>
                  </a:lnTo>
                  <a:lnTo>
                    <a:pt x="18577" y="10015"/>
                  </a:lnTo>
                  <a:lnTo>
                    <a:pt x="18725" y="9805"/>
                  </a:lnTo>
                  <a:lnTo>
                    <a:pt x="18830" y="9574"/>
                  </a:lnTo>
                  <a:lnTo>
                    <a:pt x="18914" y="9342"/>
                  </a:lnTo>
                  <a:lnTo>
                    <a:pt x="18977" y="9090"/>
                  </a:lnTo>
                  <a:lnTo>
                    <a:pt x="18998" y="8837"/>
                  </a:lnTo>
                  <a:lnTo>
                    <a:pt x="19019" y="8585"/>
                  </a:lnTo>
                  <a:lnTo>
                    <a:pt x="19019" y="8332"/>
                  </a:lnTo>
                  <a:lnTo>
                    <a:pt x="18977" y="8059"/>
                  </a:lnTo>
                  <a:lnTo>
                    <a:pt x="18935" y="7827"/>
                  </a:lnTo>
                  <a:lnTo>
                    <a:pt x="18851" y="7575"/>
                  </a:lnTo>
                  <a:lnTo>
                    <a:pt x="18746" y="7343"/>
                  </a:lnTo>
                  <a:lnTo>
                    <a:pt x="18641" y="7112"/>
                  </a:lnTo>
                  <a:lnTo>
                    <a:pt x="18493" y="6902"/>
                  </a:lnTo>
                  <a:lnTo>
                    <a:pt x="18346" y="6691"/>
                  </a:lnTo>
                  <a:lnTo>
                    <a:pt x="18157" y="6523"/>
                  </a:lnTo>
                  <a:lnTo>
                    <a:pt x="17946" y="6355"/>
                  </a:lnTo>
                  <a:lnTo>
                    <a:pt x="17736" y="6228"/>
                  </a:lnTo>
                  <a:lnTo>
                    <a:pt x="17483" y="6102"/>
                  </a:lnTo>
                  <a:lnTo>
                    <a:pt x="17252" y="6018"/>
                  </a:lnTo>
                  <a:lnTo>
                    <a:pt x="16979" y="5976"/>
                  </a:lnTo>
                  <a:lnTo>
                    <a:pt x="16726" y="5934"/>
                  </a:lnTo>
                  <a:lnTo>
                    <a:pt x="16474" y="5934"/>
                  </a:lnTo>
                  <a:lnTo>
                    <a:pt x="16200" y="5955"/>
                  </a:lnTo>
                  <a:lnTo>
                    <a:pt x="15948" y="5997"/>
                  </a:lnTo>
                  <a:lnTo>
                    <a:pt x="15674" y="6060"/>
                  </a:lnTo>
                  <a:lnTo>
                    <a:pt x="15422" y="6144"/>
                  </a:lnTo>
                  <a:lnTo>
                    <a:pt x="15190" y="6249"/>
                  </a:lnTo>
                  <a:lnTo>
                    <a:pt x="14959" y="6376"/>
                  </a:lnTo>
                  <a:lnTo>
                    <a:pt x="14748" y="6544"/>
                  </a:lnTo>
                  <a:lnTo>
                    <a:pt x="14559" y="6712"/>
                  </a:lnTo>
                  <a:lnTo>
                    <a:pt x="14370" y="6902"/>
                  </a:lnTo>
                  <a:lnTo>
                    <a:pt x="14222" y="7112"/>
                  </a:lnTo>
                  <a:lnTo>
                    <a:pt x="14475" y="6649"/>
                  </a:lnTo>
                  <a:lnTo>
                    <a:pt x="14685" y="6165"/>
                  </a:lnTo>
                  <a:lnTo>
                    <a:pt x="14854" y="5660"/>
                  </a:lnTo>
                  <a:lnTo>
                    <a:pt x="14980" y="5134"/>
                  </a:lnTo>
                  <a:lnTo>
                    <a:pt x="15085" y="4629"/>
                  </a:lnTo>
                  <a:lnTo>
                    <a:pt x="15127" y="4082"/>
                  </a:lnTo>
                  <a:lnTo>
                    <a:pt x="15127" y="3556"/>
                  </a:lnTo>
                  <a:lnTo>
                    <a:pt x="15106" y="3031"/>
                  </a:lnTo>
                  <a:lnTo>
                    <a:pt x="15043" y="2694"/>
                  </a:lnTo>
                  <a:lnTo>
                    <a:pt x="14980" y="2357"/>
                  </a:lnTo>
                  <a:lnTo>
                    <a:pt x="14875" y="2021"/>
                  </a:lnTo>
                  <a:lnTo>
                    <a:pt x="14769" y="1705"/>
                  </a:lnTo>
                  <a:lnTo>
                    <a:pt x="14622" y="1389"/>
                  </a:lnTo>
                  <a:lnTo>
                    <a:pt x="14454" y="1095"/>
                  </a:lnTo>
                  <a:lnTo>
                    <a:pt x="14243" y="842"/>
                  </a:lnTo>
                  <a:lnTo>
                    <a:pt x="14012" y="590"/>
                  </a:lnTo>
                  <a:lnTo>
                    <a:pt x="13865" y="485"/>
                  </a:lnTo>
                  <a:lnTo>
                    <a:pt x="13739" y="380"/>
                  </a:lnTo>
                  <a:lnTo>
                    <a:pt x="13444" y="211"/>
                  </a:lnTo>
                  <a:lnTo>
                    <a:pt x="13107" y="85"/>
                  </a:lnTo>
                  <a:lnTo>
                    <a:pt x="12939" y="43"/>
                  </a:lnTo>
                  <a:lnTo>
                    <a:pt x="12771" y="22"/>
                  </a:lnTo>
                  <a:lnTo>
                    <a:pt x="12602" y="1"/>
                  </a:lnTo>
                  <a:close/>
                </a:path>
              </a:pathLst>
            </a:custGeom>
            <a:solidFill>
              <a:srgbClr val="145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2"/>
            <p:cNvSpPr/>
            <p:nvPr/>
          </p:nvSpPr>
          <p:spPr>
            <a:xfrm>
              <a:off x="5642354" y="4121510"/>
              <a:ext cx="682714" cy="418960"/>
            </a:xfrm>
            <a:custGeom>
              <a:avLst/>
              <a:gdLst/>
              <a:ahLst/>
              <a:cxnLst/>
              <a:rect l="l" t="t" r="r" b="b"/>
              <a:pathLst>
                <a:path w="22491" h="13802" extrusionOk="0">
                  <a:moveTo>
                    <a:pt x="11214" y="0"/>
                  </a:moveTo>
                  <a:lnTo>
                    <a:pt x="11025" y="21"/>
                  </a:lnTo>
                  <a:lnTo>
                    <a:pt x="10856" y="63"/>
                  </a:lnTo>
                  <a:lnTo>
                    <a:pt x="10688" y="126"/>
                  </a:lnTo>
                  <a:lnTo>
                    <a:pt x="10520" y="211"/>
                  </a:lnTo>
                  <a:lnTo>
                    <a:pt x="10351" y="295"/>
                  </a:lnTo>
                  <a:lnTo>
                    <a:pt x="10204" y="421"/>
                  </a:lnTo>
                  <a:lnTo>
                    <a:pt x="10057" y="547"/>
                  </a:lnTo>
                  <a:lnTo>
                    <a:pt x="9910" y="673"/>
                  </a:lnTo>
                  <a:lnTo>
                    <a:pt x="9783" y="821"/>
                  </a:lnTo>
                  <a:lnTo>
                    <a:pt x="9531" y="1157"/>
                  </a:lnTo>
                  <a:lnTo>
                    <a:pt x="9320" y="1536"/>
                  </a:lnTo>
                  <a:lnTo>
                    <a:pt x="9131" y="1915"/>
                  </a:lnTo>
                  <a:lnTo>
                    <a:pt x="9005" y="2335"/>
                  </a:lnTo>
                  <a:lnTo>
                    <a:pt x="8879" y="2756"/>
                  </a:lnTo>
                  <a:lnTo>
                    <a:pt x="8795" y="3177"/>
                  </a:lnTo>
                  <a:lnTo>
                    <a:pt x="8752" y="3619"/>
                  </a:lnTo>
                  <a:lnTo>
                    <a:pt x="8689" y="4061"/>
                  </a:lnTo>
                  <a:lnTo>
                    <a:pt x="8668" y="4502"/>
                  </a:lnTo>
                  <a:lnTo>
                    <a:pt x="8626" y="5386"/>
                  </a:lnTo>
                  <a:lnTo>
                    <a:pt x="8626" y="5134"/>
                  </a:lnTo>
                  <a:lnTo>
                    <a:pt x="8584" y="4860"/>
                  </a:lnTo>
                  <a:lnTo>
                    <a:pt x="8542" y="4608"/>
                  </a:lnTo>
                  <a:lnTo>
                    <a:pt x="8458" y="4355"/>
                  </a:lnTo>
                  <a:lnTo>
                    <a:pt x="8374" y="4124"/>
                  </a:lnTo>
                  <a:lnTo>
                    <a:pt x="8248" y="3892"/>
                  </a:lnTo>
                  <a:lnTo>
                    <a:pt x="8121" y="3661"/>
                  </a:lnTo>
                  <a:lnTo>
                    <a:pt x="7974" y="3472"/>
                  </a:lnTo>
                  <a:lnTo>
                    <a:pt x="7827" y="3282"/>
                  </a:lnTo>
                  <a:lnTo>
                    <a:pt x="7637" y="3114"/>
                  </a:lnTo>
                  <a:lnTo>
                    <a:pt x="7469" y="2946"/>
                  </a:lnTo>
                  <a:lnTo>
                    <a:pt x="7259" y="2819"/>
                  </a:lnTo>
                  <a:lnTo>
                    <a:pt x="7069" y="2714"/>
                  </a:lnTo>
                  <a:lnTo>
                    <a:pt x="6859" y="2630"/>
                  </a:lnTo>
                  <a:lnTo>
                    <a:pt x="6649" y="2546"/>
                  </a:lnTo>
                  <a:lnTo>
                    <a:pt x="6417" y="2525"/>
                  </a:lnTo>
                  <a:lnTo>
                    <a:pt x="6207" y="2504"/>
                  </a:lnTo>
                  <a:lnTo>
                    <a:pt x="5975" y="2504"/>
                  </a:lnTo>
                  <a:lnTo>
                    <a:pt x="5765" y="2546"/>
                  </a:lnTo>
                  <a:lnTo>
                    <a:pt x="5555" y="2609"/>
                  </a:lnTo>
                  <a:lnTo>
                    <a:pt x="5323" y="2672"/>
                  </a:lnTo>
                  <a:lnTo>
                    <a:pt x="5134" y="2777"/>
                  </a:lnTo>
                  <a:lnTo>
                    <a:pt x="4923" y="2882"/>
                  </a:lnTo>
                  <a:lnTo>
                    <a:pt x="4734" y="3009"/>
                  </a:lnTo>
                  <a:lnTo>
                    <a:pt x="4545" y="3156"/>
                  </a:lnTo>
                  <a:lnTo>
                    <a:pt x="4376" y="3324"/>
                  </a:lnTo>
                  <a:lnTo>
                    <a:pt x="4208" y="3514"/>
                  </a:lnTo>
                  <a:lnTo>
                    <a:pt x="4040" y="3703"/>
                  </a:lnTo>
                  <a:lnTo>
                    <a:pt x="3892" y="3892"/>
                  </a:lnTo>
                  <a:lnTo>
                    <a:pt x="3766" y="4124"/>
                  </a:lnTo>
                  <a:lnTo>
                    <a:pt x="3640" y="4355"/>
                  </a:lnTo>
                  <a:lnTo>
                    <a:pt x="3535" y="4587"/>
                  </a:lnTo>
                  <a:lnTo>
                    <a:pt x="3451" y="4818"/>
                  </a:lnTo>
                  <a:lnTo>
                    <a:pt x="3366" y="5049"/>
                  </a:lnTo>
                  <a:lnTo>
                    <a:pt x="3261" y="5512"/>
                  </a:lnTo>
                  <a:lnTo>
                    <a:pt x="3198" y="5996"/>
                  </a:lnTo>
                  <a:lnTo>
                    <a:pt x="3156" y="6501"/>
                  </a:lnTo>
                  <a:lnTo>
                    <a:pt x="3177" y="6985"/>
                  </a:lnTo>
                  <a:lnTo>
                    <a:pt x="3219" y="7490"/>
                  </a:lnTo>
                  <a:lnTo>
                    <a:pt x="3324" y="7974"/>
                  </a:lnTo>
                  <a:lnTo>
                    <a:pt x="3451" y="8458"/>
                  </a:lnTo>
                  <a:lnTo>
                    <a:pt x="3366" y="8310"/>
                  </a:lnTo>
                  <a:lnTo>
                    <a:pt x="3282" y="8184"/>
                  </a:lnTo>
                  <a:lnTo>
                    <a:pt x="3198" y="8058"/>
                  </a:lnTo>
                  <a:lnTo>
                    <a:pt x="3093" y="7953"/>
                  </a:lnTo>
                  <a:lnTo>
                    <a:pt x="2988" y="7869"/>
                  </a:lnTo>
                  <a:lnTo>
                    <a:pt x="2862" y="7785"/>
                  </a:lnTo>
                  <a:lnTo>
                    <a:pt x="2735" y="7700"/>
                  </a:lnTo>
                  <a:lnTo>
                    <a:pt x="2609" y="7658"/>
                  </a:lnTo>
                  <a:lnTo>
                    <a:pt x="2483" y="7595"/>
                  </a:lnTo>
                  <a:lnTo>
                    <a:pt x="2336" y="7574"/>
                  </a:lnTo>
                  <a:lnTo>
                    <a:pt x="2209" y="7553"/>
                  </a:lnTo>
                  <a:lnTo>
                    <a:pt x="2062" y="7532"/>
                  </a:lnTo>
                  <a:lnTo>
                    <a:pt x="1915" y="7553"/>
                  </a:lnTo>
                  <a:lnTo>
                    <a:pt x="1789" y="7574"/>
                  </a:lnTo>
                  <a:lnTo>
                    <a:pt x="1641" y="7595"/>
                  </a:lnTo>
                  <a:lnTo>
                    <a:pt x="1515" y="7658"/>
                  </a:lnTo>
                  <a:lnTo>
                    <a:pt x="1368" y="7721"/>
                  </a:lnTo>
                  <a:lnTo>
                    <a:pt x="1221" y="7806"/>
                  </a:lnTo>
                  <a:lnTo>
                    <a:pt x="1094" y="7911"/>
                  </a:lnTo>
                  <a:lnTo>
                    <a:pt x="968" y="8016"/>
                  </a:lnTo>
                  <a:lnTo>
                    <a:pt x="737" y="8268"/>
                  </a:lnTo>
                  <a:lnTo>
                    <a:pt x="547" y="8563"/>
                  </a:lnTo>
                  <a:lnTo>
                    <a:pt x="379" y="8900"/>
                  </a:lnTo>
                  <a:lnTo>
                    <a:pt x="232" y="9236"/>
                  </a:lnTo>
                  <a:lnTo>
                    <a:pt x="127" y="9615"/>
                  </a:lnTo>
                  <a:lnTo>
                    <a:pt x="63" y="9994"/>
                  </a:lnTo>
                  <a:lnTo>
                    <a:pt x="21" y="10372"/>
                  </a:lnTo>
                  <a:lnTo>
                    <a:pt x="0" y="10751"/>
                  </a:lnTo>
                  <a:lnTo>
                    <a:pt x="21" y="11130"/>
                  </a:lnTo>
                  <a:lnTo>
                    <a:pt x="42" y="11508"/>
                  </a:lnTo>
                  <a:lnTo>
                    <a:pt x="84" y="11887"/>
                  </a:lnTo>
                  <a:lnTo>
                    <a:pt x="148" y="12266"/>
                  </a:lnTo>
                  <a:lnTo>
                    <a:pt x="295" y="13002"/>
                  </a:lnTo>
                  <a:lnTo>
                    <a:pt x="421" y="13423"/>
                  </a:lnTo>
                  <a:lnTo>
                    <a:pt x="484" y="13633"/>
                  </a:lnTo>
                  <a:lnTo>
                    <a:pt x="568" y="13802"/>
                  </a:lnTo>
                  <a:lnTo>
                    <a:pt x="19903" y="13802"/>
                  </a:lnTo>
                  <a:lnTo>
                    <a:pt x="20282" y="13570"/>
                  </a:lnTo>
                  <a:lnTo>
                    <a:pt x="20450" y="13423"/>
                  </a:lnTo>
                  <a:lnTo>
                    <a:pt x="20639" y="13276"/>
                  </a:lnTo>
                  <a:lnTo>
                    <a:pt x="20808" y="13107"/>
                  </a:lnTo>
                  <a:lnTo>
                    <a:pt x="20955" y="12918"/>
                  </a:lnTo>
                  <a:lnTo>
                    <a:pt x="21123" y="12729"/>
                  </a:lnTo>
                  <a:lnTo>
                    <a:pt x="21271" y="12518"/>
                  </a:lnTo>
                  <a:lnTo>
                    <a:pt x="21418" y="12287"/>
                  </a:lnTo>
                  <a:lnTo>
                    <a:pt x="21565" y="12055"/>
                  </a:lnTo>
                  <a:lnTo>
                    <a:pt x="21691" y="11803"/>
                  </a:lnTo>
                  <a:lnTo>
                    <a:pt x="21818" y="11529"/>
                  </a:lnTo>
                  <a:lnTo>
                    <a:pt x="22070" y="10919"/>
                  </a:lnTo>
                  <a:lnTo>
                    <a:pt x="22280" y="10246"/>
                  </a:lnTo>
                  <a:lnTo>
                    <a:pt x="22344" y="9973"/>
                  </a:lnTo>
                  <a:lnTo>
                    <a:pt x="22407" y="9699"/>
                  </a:lnTo>
                  <a:lnTo>
                    <a:pt x="22449" y="9405"/>
                  </a:lnTo>
                  <a:lnTo>
                    <a:pt x="22491" y="9131"/>
                  </a:lnTo>
                  <a:lnTo>
                    <a:pt x="22491" y="8836"/>
                  </a:lnTo>
                  <a:lnTo>
                    <a:pt x="22491" y="8542"/>
                  </a:lnTo>
                  <a:lnTo>
                    <a:pt x="22491" y="8268"/>
                  </a:lnTo>
                  <a:lnTo>
                    <a:pt x="22449" y="7974"/>
                  </a:lnTo>
                  <a:lnTo>
                    <a:pt x="22407" y="7700"/>
                  </a:lnTo>
                  <a:lnTo>
                    <a:pt x="22344" y="7427"/>
                  </a:lnTo>
                  <a:lnTo>
                    <a:pt x="22280" y="7174"/>
                  </a:lnTo>
                  <a:lnTo>
                    <a:pt x="22175" y="6922"/>
                  </a:lnTo>
                  <a:lnTo>
                    <a:pt x="22070" y="6669"/>
                  </a:lnTo>
                  <a:lnTo>
                    <a:pt x="21944" y="6438"/>
                  </a:lnTo>
                  <a:lnTo>
                    <a:pt x="21797" y="6228"/>
                  </a:lnTo>
                  <a:lnTo>
                    <a:pt x="21628" y="6038"/>
                  </a:lnTo>
                  <a:lnTo>
                    <a:pt x="21460" y="5849"/>
                  </a:lnTo>
                  <a:lnTo>
                    <a:pt x="21250" y="5702"/>
                  </a:lnTo>
                  <a:lnTo>
                    <a:pt x="21039" y="5596"/>
                  </a:lnTo>
                  <a:lnTo>
                    <a:pt x="20829" y="5491"/>
                  </a:lnTo>
                  <a:lnTo>
                    <a:pt x="20597" y="5449"/>
                  </a:lnTo>
                  <a:lnTo>
                    <a:pt x="20366" y="5407"/>
                  </a:lnTo>
                  <a:lnTo>
                    <a:pt x="20134" y="5407"/>
                  </a:lnTo>
                  <a:lnTo>
                    <a:pt x="19903" y="5428"/>
                  </a:lnTo>
                  <a:lnTo>
                    <a:pt x="19672" y="5491"/>
                  </a:lnTo>
                  <a:lnTo>
                    <a:pt x="19461" y="5575"/>
                  </a:lnTo>
                  <a:lnTo>
                    <a:pt x="19251" y="5681"/>
                  </a:lnTo>
                  <a:lnTo>
                    <a:pt x="19061" y="5828"/>
                  </a:lnTo>
                  <a:lnTo>
                    <a:pt x="18893" y="5996"/>
                  </a:lnTo>
                  <a:lnTo>
                    <a:pt x="18725" y="6186"/>
                  </a:lnTo>
                  <a:lnTo>
                    <a:pt x="18599" y="6417"/>
                  </a:lnTo>
                  <a:lnTo>
                    <a:pt x="18514" y="6648"/>
                  </a:lnTo>
                  <a:lnTo>
                    <a:pt x="18514" y="6648"/>
                  </a:lnTo>
                  <a:lnTo>
                    <a:pt x="18704" y="5849"/>
                  </a:lnTo>
                  <a:lnTo>
                    <a:pt x="18788" y="5449"/>
                  </a:lnTo>
                  <a:lnTo>
                    <a:pt x="18851" y="5049"/>
                  </a:lnTo>
                  <a:lnTo>
                    <a:pt x="18914" y="4650"/>
                  </a:lnTo>
                  <a:lnTo>
                    <a:pt x="18935" y="4229"/>
                  </a:lnTo>
                  <a:lnTo>
                    <a:pt x="18956" y="3829"/>
                  </a:lnTo>
                  <a:lnTo>
                    <a:pt x="18935" y="3408"/>
                  </a:lnTo>
                  <a:lnTo>
                    <a:pt x="18872" y="2988"/>
                  </a:lnTo>
                  <a:lnTo>
                    <a:pt x="18788" y="2588"/>
                  </a:lnTo>
                  <a:lnTo>
                    <a:pt x="18662" y="2209"/>
                  </a:lnTo>
                  <a:lnTo>
                    <a:pt x="18493" y="1852"/>
                  </a:lnTo>
                  <a:lnTo>
                    <a:pt x="18388" y="1683"/>
                  </a:lnTo>
                  <a:lnTo>
                    <a:pt x="18283" y="1515"/>
                  </a:lnTo>
                  <a:lnTo>
                    <a:pt x="18157" y="1368"/>
                  </a:lnTo>
                  <a:lnTo>
                    <a:pt x="18031" y="1241"/>
                  </a:lnTo>
                  <a:lnTo>
                    <a:pt x="17904" y="1115"/>
                  </a:lnTo>
                  <a:lnTo>
                    <a:pt x="17757" y="1010"/>
                  </a:lnTo>
                  <a:lnTo>
                    <a:pt x="17610" y="926"/>
                  </a:lnTo>
                  <a:lnTo>
                    <a:pt x="17463" y="842"/>
                  </a:lnTo>
                  <a:lnTo>
                    <a:pt x="17294" y="800"/>
                  </a:lnTo>
                  <a:lnTo>
                    <a:pt x="17126" y="758"/>
                  </a:lnTo>
                  <a:lnTo>
                    <a:pt x="16768" y="758"/>
                  </a:lnTo>
                  <a:lnTo>
                    <a:pt x="16600" y="779"/>
                  </a:lnTo>
                  <a:lnTo>
                    <a:pt x="16432" y="821"/>
                  </a:lnTo>
                  <a:lnTo>
                    <a:pt x="16263" y="884"/>
                  </a:lnTo>
                  <a:lnTo>
                    <a:pt x="16095" y="968"/>
                  </a:lnTo>
                  <a:lnTo>
                    <a:pt x="15948" y="1052"/>
                  </a:lnTo>
                  <a:lnTo>
                    <a:pt x="15779" y="1157"/>
                  </a:lnTo>
                  <a:lnTo>
                    <a:pt x="15632" y="1262"/>
                  </a:lnTo>
                  <a:lnTo>
                    <a:pt x="15485" y="1389"/>
                  </a:lnTo>
                  <a:lnTo>
                    <a:pt x="15211" y="1683"/>
                  </a:lnTo>
                  <a:lnTo>
                    <a:pt x="14980" y="1999"/>
                  </a:lnTo>
                  <a:lnTo>
                    <a:pt x="14770" y="2335"/>
                  </a:lnTo>
                  <a:lnTo>
                    <a:pt x="14580" y="2714"/>
                  </a:lnTo>
                  <a:lnTo>
                    <a:pt x="14433" y="3093"/>
                  </a:lnTo>
                  <a:lnTo>
                    <a:pt x="14286" y="3493"/>
                  </a:lnTo>
                  <a:lnTo>
                    <a:pt x="14180" y="3892"/>
                  </a:lnTo>
                  <a:lnTo>
                    <a:pt x="14075" y="4313"/>
                  </a:lnTo>
                  <a:lnTo>
                    <a:pt x="13865" y="5134"/>
                  </a:lnTo>
                  <a:lnTo>
                    <a:pt x="13844" y="4313"/>
                  </a:lnTo>
                  <a:lnTo>
                    <a:pt x="13823" y="3892"/>
                  </a:lnTo>
                  <a:lnTo>
                    <a:pt x="13781" y="3493"/>
                  </a:lnTo>
                  <a:lnTo>
                    <a:pt x="13718" y="3072"/>
                  </a:lnTo>
                  <a:lnTo>
                    <a:pt x="13655" y="2672"/>
                  </a:lnTo>
                  <a:lnTo>
                    <a:pt x="13549" y="2293"/>
                  </a:lnTo>
                  <a:lnTo>
                    <a:pt x="13423" y="1894"/>
                  </a:lnTo>
                  <a:lnTo>
                    <a:pt x="13276" y="1536"/>
                  </a:lnTo>
                  <a:lnTo>
                    <a:pt x="13086" y="1178"/>
                  </a:lnTo>
                  <a:lnTo>
                    <a:pt x="12855" y="863"/>
                  </a:lnTo>
                  <a:lnTo>
                    <a:pt x="12603" y="589"/>
                  </a:lnTo>
                  <a:lnTo>
                    <a:pt x="12476" y="463"/>
                  </a:lnTo>
                  <a:lnTo>
                    <a:pt x="12329" y="358"/>
                  </a:lnTo>
                  <a:lnTo>
                    <a:pt x="12182" y="253"/>
                  </a:lnTo>
                  <a:lnTo>
                    <a:pt x="12035" y="168"/>
                  </a:lnTo>
                  <a:lnTo>
                    <a:pt x="11887" y="105"/>
                  </a:lnTo>
                  <a:lnTo>
                    <a:pt x="11719" y="42"/>
                  </a:lnTo>
                  <a:lnTo>
                    <a:pt x="11551" y="21"/>
                  </a:lnTo>
                  <a:lnTo>
                    <a:pt x="11382" y="0"/>
                  </a:lnTo>
                  <a:close/>
                </a:path>
              </a:pathLst>
            </a:custGeom>
            <a:solidFill>
              <a:srgbClr val="145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2"/>
            <p:cNvSpPr/>
            <p:nvPr/>
          </p:nvSpPr>
          <p:spPr>
            <a:xfrm>
              <a:off x="4252660" y="3744711"/>
              <a:ext cx="234401" cy="114985"/>
            </a:xfrm>
            <a:custGeom>
              <a:avLst/>
              <a:gdLst/>
              <a:ahLst/>
              <a:cxnLst/>
              <a:rect l="l" t="t" r="r" b="b"/>
              <a:pathLst>
                <a:path w="7722" h="3788" extrusionOk="0">
                  <a:moveTo>
                    <a:pt x="1200" y="0"/>
                  </a:moveTo>
                  <a:lnTo>
                    <a:pt x="1074" y="21"/>
                  </a:lnTo>
                  <a:lnTo>
                    <a:pt x="947" y="63"/>
                  </a:lnTo>
                  <a:lnTo>
                    <a:pt x="821" y="105"/>
                  </a:lnTo>
                  <a:lnTo>
                    <a:pt x="695" y="169"/>
                  </a:lnTo>
                  <a:lnTo>
                    <a:pt x="590" y="232"/>
                  </a:lnTo>
                  <a:lnTo>
                    <a:pt x="400" y="400"/>
                  </a:lnTo>
                  <a:lnTo>
                    <a:pt x="232" y="589"/>
                  </a:lnTo>
                  <a:lnTo>
                    <a:pt x="169" y="694"/>
                  </a:lnTo>
                  <a:lnTo>
                    <a:pt x="106" y="821"/>
                  </a:lnTo>
                  <a:lnTo>
                    <a:pt x="64" y="947"/>
                  </a:lnTo>
                  <a:lnTo>
                    <a:pt x="22" y="1073"/>
                  </a:lnTo>
                  <a:lnTo>
                    <a:pt x="1" y="1199"/>
                  </a:lnTo>
                  <a:lnTo>
                    <a:pt x="1" y="1347"/>
                  </a:lnTo>
                  <a:lnTo>
                    <a:pt x="1" y="2462"/>
                  </a:lnTo>
                  <a:lnTo>
                    <a:pt x="1" y="2588"/>
                  </a:lnTo>
                  <a:lnTo>
                    <a:pt x="22" y="2735"/>
                  </a:lnTo>
                  <a:lnTo>
                    <a:pt x="64" y="2861"/>
                  </a:lnTo>
                  <a:lnTo>
                    <a:pt x="106" y="2988"/>
                  </a:lnTo>
                  <a:lnTo>
                    <a:pt x="169" y="3093"/>
                  </a:lnTo>
                  <a:lnTo>
                    <a:pt x="232" y="3198"/>
                  </a:lnTo>
                  <a:lnTo>
                    <a:pt x="400" y="3408"/>
                  </a:lnTo>
                  <a:lnTo>
                    <a:pt x="590" y="3577"/>
                  </a:lnTo>
                  <a:lnTo>
                    <a:pt x="695" y="3640"/>
                  </a:lnTo>
                  <a:lnTo>
                    <a:pt x="821" y="3682"/>
                  </a:lnTo>
                  <a:lnTo>
                    <a:pt x="947" y="3745"/>
                  </a:lnTo>
                  <a:lnTo>
                    <a:pt x="1074" y="3766"/>
                  </a:lnTo>
                  <a:lnTo>
                    <a:pt x="1200" y="3787"/>
                  </a:lnTo>
                  <a:lnTo>
                    <a:pt x="6523" y="3787"/>
                  </a:lnTo>
                  <a:lnTo>
                    <a:pt x="6649" y="3766"/>
                  </a:lnTo>
                  <a:lnTo>
                    <a:pt x="6775" y="3745"/>
                  </a:lnTo>
                  <a:lnTo>
                    <a:pt x="6901" y="3682"/>
                  </a:lnTo>
                  <a:lnTo>
                    <a:pt x="7028" y="3640"/>
                  </a:lnTo>
                  <a:lnTo>
                    <a:pt x="7133" y="3577"/>
                  </a:lnTo>
                  <a:lnTo>
                    <a:pt x="7322" y="3408"/>
                  </a:lnTo>
                  <a:lnTo>
                    <a:pt x="7491" y="3198"/>
                  </a:lnTo>
                  <a:lnTo>
                    <a:pt x="7554" y="3093"/>
                  </a:lnTo>
                  <a:lnTo>
                    <a:pt x="7617" y="2988"/>
                  </a:lnTo>
                  <a:lnTo>
                    <a:pt x="7659" y="2861"/>
                  </a:lnTo>
                  <a:lnTo>
                    <a:pt x="7701" y="2735"/>
                  </a:lnTo>
                  <a:lnTo>
                    <a:pt x="7722" y="2588"/>
                  </a:lnTo>
                  <a:lnTo>
                    <a:pt x="7722" y="2462"/>
                  </a:lnTo>
                  <a:lnTo>
                    <a:pt x="7722" y="1347"/>
                  </a:lnTo>
                  <a:lnTo>
                    <a:pt x="7722" y="1199"/>
                  </a:lnTo>
                  <a:lnTo>
                    <a:pt x="7701" y="1073"/>
                  </a:lnTo>
                  <a:lnTo>
                    <a:pt x="7659" y="947"/>
                  </a:lnTo>
                  <a:lnTo>
                    <a:pt x="7617" y="821"/>
                  </a:lnTo>
                  <a:lnTo>
                    <a:pt x="7554" y="694"/>
                  </a:lnTo>
                  <a:lnTo>
                    <a:pt x="7491" y="589"/>
                  </a:lnTo>
                  <a:lnTo>
                    <a:pt x="7322" y="400"/>
                  </a:lnTo>
                  <a:lnTo>
                    <a:pt x="7133" y="232"/>
                  </a:lnTo>
                  <a:lnTo>
                    <a:pt x="7028" y="169"/>
                  </a:lnTo>
                  <a:lnTo>
                    <a:pt x="6901" y="105"/>
                  </a:lnTo>
                  <a:lnTo>
                    <a:pt x="6775" y="63"/>
                  </a:lnTo>
                  <a:lnTo>
                    <a:pt x="6649" y="21"/>
                  </a:lnTo>
                  <a:lnTo>
                    <a:pt x="6523" y="0"/>
                  </a:lnTo>
                  <a:close/>
                </a:path>
              </a:pathLst>
            </a:custGeom>
            <a:solidFill>
              <a:srgbClr val="BC8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2"/>
            <p:cNvSpPr/>
            <p:nvPr/>
          </p:nvSpPr>
          <p:spPr>
            <a:xfrm>
              <a:off x="4284594" y="3767690"/>
              <a:ext cx="41556" cy="51118"/>
            </a:xfrm>
            <a:custGeom>
              <a:avLst/>
              <a:gdLst/>
              <a:ahLst/>
              <a:cxnLst/>
              <a:rect l="l" t="t" r="r" b="b"/>
              <a:pathLst>
                <a:path w="1369" h="1684" extrusionOk="0">
                  <a:moveTo>
                    <a:pt x="1" y="1"/>
                  </a:moveTo>
                  <a:lnTo>
                    <a:pt x="1" y="316"/>
                  </a:lnTo>
                  <a:lnTo>
                    <a:pt x="506" y="316"/>
                  </a:lnTo>
                  <a:lnTo>
                    <a:pt x="506" y="1684"/>
                  </a:lnTo>
                  <a:lnTo>
                    <a:pt x="863" y="1684"/>
                  </a:lnTo>
                  <a:lnTo>
                    <a:pt x="863" y="316"/>
                  </a:lnTo>
                  <a:lnTo>
                    <a:pt x="1368" y="316"/>
                  </a:lnTo>
                  <a:lnTo>
                    <a:pt x="13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2"/>
            <p:cNvSpPr/>
            <p:nvPr/>
          </p:nvSpPr>
          <p:spPr>
            <a:xfrm>
              <a:off x="4324207" y="3767690"/>
              <a:ext cx="49843" cy="51118"/>
            </a:xfrm>
            <a:custGeom>
              <a:avLst/>
              <a:gdLst/>
              <a:ahLst/>
              <a:cxnLst/>
              <a:rect l="l" t="t" r="r" b="b"/>
              <a:pathLst>
                <a:path w="1642" h="1684" extrusionOk="0">
                  <a:moveTo>
                    <a:pt x="821" y="421"/>
                  </a:moveTo>
                  <a:lnTo>
                    <a:pt x="1052" y="1032"/>
                  </a:lnTo>
                  <a:lnTo>
                    <a:pt x="610" y="1032"/>
                  </a:lnTo>
                  <a:lnTo>
                    <a:pt x="821" y="421"/>
                  </a:lnTo>
                  <a:close/>
                  <a:moveTo>
                    <a:pt x="631" y="1"/>
                  </a:moveTo>
                  <a:lnTo>
                    <a:pt x="0" y="1684"/>
                  </a:lnTo>
                  <a:lnTo>
                    <a:pt x="379" y="1684"/>
                  </a:lnTo>
                  <a:lnTo>
                    <a:pt x="505" y="1326"/>
                  </a:lnTo>
                  <a:lnTo>
                    <a:pt x="1136" y="1326"/>
                  </a:lnTo>
                  <a:lnTo>
                    <a:pt x="1262" y="1684"/>
                  </a:lnTo>
                  <a:lnTo>
                    <a:pt x="1641" y="1684"/>
                  </a:lnTo>
                  <a:lnTo>
                    <a:pt x="10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2"/>
            <p:cNvSpPr/>
            <p:nvPr/>
          </p:nvSpPr>
          <p:spPr>
            <a:xfrm>
              <a:off x="4377845" y="3767690"/>
              <a:ext cx="48568" cy="51118"/>
            </a:xfrm>
            <a:custGeom>
              <a:avLst/>
              <a:gdLst/>
              <a:ahLst/>
              <a:cxnLst/>
              <a:rect l="l" t="t" r="r" b="b"/>
              <a:pathLst>
                <a:path w="1600" h="1684" extrusionOk="0">
                  <a:moveTo>
                    <a:pt x="42" y="1"/>
                  </a:moveTo>
                  <a:lnTo>
                    <a:pt x="589" y="800"/>
                  </a:lnTo>
                  <a:lnTo>
                    <a:pt x="0" y="1684"/>
                  </a:lnTo>
                  <a:lnTo>
                    <a:pt x="400" y="1684"/>
                  </a:lnTo>
                  <a:lnTo>
                    <a:pt x="779" y="1116"/>
                  </a:lnTo>
                  <a:lnTo>
                    <a:pt x="1157" y="1684"/>
                  </a:lnTo>
                  <a:lnTo>
                    <a:pt x="1599" y="1684"/>
                  </a:lnTo>
                  <a:lnTo>
                    <a:pt x="1010" y="821"/>
                  </a:lnTo>
                  <a:lnTo>
                    <a:pt x="1536" y="1"/>
                  </a:lnTo>
                  <a:lnTo>
                    <a:pt x="1136" y="1"/>
                  </a:lnTo>
                  <a:lnTo>
                    <a:pt x="800" y="548"/>
                  </a:lnTo>
                  <a:lnTo>
                    <a:pt x="4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2"/>
            <p:cNvSpPr/>
            <p:nvPr/>
          </p:nvSpPr>
          <p:spPr>
            <a:xfrm>
              <a:off x="4434670" y="3767690"/>
              <a:ext cx="11535" cy="51118"/>
            </a:xfrm>
            <a:custGeom>
              <a:avLst/>
              <a:gdLst/>
              <a:ahLst/>
              <a:cxnLst/>
              <a:rect l="l" t="t" r="r" b="b"/>
              <a:pathLst>
                <a:path w="380" h="1684" extrusionOk="0">
                  <a:moveTo>
                    <a:pt x="1" y="1"/>
                  </a:moveTo>
                  <a:lnTo>
                    <a:pt x="1" y="1684"/>
                  </a:lnTo>
                  <a:lnTo>
                    <a:pt x="379" y="1684"/>
                  </a:lnTo>
                  <a:lnTo>
                    <a:pt x="37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2"/>
            <p:cNvSpPr/>
            <p:nvPr/>
          </p:nvSpPr>
          <p:spPr>
            <a:xfrm>
              <a:off x="3595499" y="4244115"/>
              <a:ext cx="1947880" cy="334026"/>
            </a:xfrm>
            <a:custGeom>
              <a:avLst/>
              <a:gdLst/>
              <a:ahLst/>
              <a:cxnLst/>
              <a:rect l="l" t="t" r="r" b="b"/>
              <a:pathLst>
                <a:path w="64170" h="11004" extrusionOk="0">
                  <a:moveTo>
                    <a:pt x="1" y="1"/>
                  </a:moveTo>
                  <a:lnTo>
                    <a:pt x="1" y="11004"/>
                  </a:lnTo>
                  <a:lnTo>
                    <a:pt x="64169" y="11004"/>
                  </a:lnTo>
                  <a:lnTo>
                    <a:pt x="64169" y="1"/>
                  </a:lnTo>
                  <a:close/>
                </a:path>
              </a:pathLst>
            </a:custGeom>
            <a:solidFill>
              <a:srgbClr val="2021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2"/>
            <p:cNvSpPr/>
            <p:nvPr/>
          </p:nvSpPr>
          <p:spPr>
            <a:xfrm>
              <a:off x="3463302" y="3832832"/>
              <a:ext cx="2251855" cy="788107"/>
            </a:xfrm>
            <a:custGeom>
              <a:avLst/>
              <a:gdLst/>
              <a:ahLst/>
              <a:cxnLst/>
              <a:rect l="l" t="t" r="r" b="b"/>
              <a:pathLst>
                <a:path w="74184" h="25963" extrusionOk="0">
                  <a:moveTo>
                    <a:pt x="30549" y="1"/>
                  </a:moveTo>
                  <a:lnTo>
                    <a:pt x="29623" y="22"/>
                  </a:lnTo>
                  <a:lnTo>
                    <a:pt x="28677" y="43"/>
                  </a:lnTo>
                  <a:lnTo>
                    <a:pt x="27688" y="106"/>
                  </a:lnTo>
                  <a:lnTo>
                    <a:pt x="26678" y="190"/>
                  </a:lnTo>
                  <a:lnTo>
                    <a:pt x="25626" y="295"/>
                  </a:lnTo>
                  <a:lnTo>
                    <a:pt x="24574" y="421"/>
                  </a:lnTo>
                  <a:lnTo>
                    <a:pt x="23459" y="590"/>
                  </a:lnTo>
                  <a:lnTo>
                    <a:pt x="22344" y="779"/>
                  </a:lnTo>
                  <a:lnTo>
                    <a:pt x="21187" y="1010"/>
                  </a:lnTo>
                  <a:lnTo>
                    <a:pt x="1200" y="7217"/>
                  </a:lnTo>
                  <a:lnTo>
                    <a:pt x="1116" y="7575"/>
                  </a:lnTo>
                  <a:lnTo>
                    <a:pt x="926" y="8479"/>
                  </a:lnTo>
                  <a:lnTo>
                    <a:pt x="695" y="9826"/>
                  </a:lnTo>
                  <a:lnTo>
                    <a:pt x="569" y="10646"/>
                  </a:lnTo>
                  <a:lnTo>
                    <a:pt x="442" y="11551"/>
                  </a:lnTo>
                  <a:lnTo>
                    <a:pt x="316" y="12519"/>
                  </a:lnTo>
                  <a:lnTo>
                    <a:pt x="211" y="13550"/>
                  </a:lnTo>
                  <a:lnTo>
                    <a:pt x="127" y="14391"/>
                  </a:lnTo>
                  <a:lnTo>
                    <a:pt x="85" y="15275"/>
                  </a:lnTo>
                  <a:lnTo>
                    <a:pt x="43" y="16179"/>
                  </a:lnTo>
                  <a:lnTo>
                    <a:pt x="1" y="17084"/>
                  </a:lnTo>
                  <a:lnTo>
                    <a:pt x="1" y="18283"/>
                  </a:lnTo>
                  <a:lnTo>
                    <a:pt x="64" y="19504"/>
                  </a:lnTo>
                  <a:lnTo>
                    <a:pt x="127" y="20471"/>
                  </a:lnTo>
                  <a:lnTo>
                    <a:pt x="232" y="21439"/>
                  </a:lnTo>
                  <a:lnTo>
                    <a:pt x="379" y="22386"/>
                  </a:lnTo>
                  <a:lnTo>
                    <a:pt x="569" y="23291"/>
                  </a:lnTo>
                  <a:lnTo>
                    <a:pt x="695" y="23753"/>
                  </a:lnTo>
                  <a:lnTo>
                    <a:pt x="821" y="24174"/>
                  </a:lnTo>
                  <a:lnTo>
                    <a:pt x="3051" y="24448"/>
                  </a:lnTo>
                  <a:lnTo>
                    <a:pt x="5029" y="24658"/>
                  </a:lnTo>
                  <a:lnTo>
                    <a:pt x="6018" y="24742"/>
                  </a:lnTo>
                  <a:lnTo>
                    <a:pt x="6901" y="24805"/>
                  </a:lnTo>
                  <a:lnTo>
                    <a:pt x="6880" y="24448"/>
                  </a:lnTo>
                  <a:lnTo>
                    <a:pt x="6880" y="24027"/>
                  </a:lnTo>
                  <a:lnTo>
                    <a:pt x="6901" y="23501"/>
                  </a:lnTo>
                  <a:lnTo>
                    <a:pt x="6964" y="22849"/>
                  </a:lnTo>
                  <a:lnTo>
                    <a:pt x="7049" y="22133"/>
                  </a:lnTo>
                  <a:lnTo>
                    <a:pt x="7133" y="21755"/>
                  </a:lnTo>
                  <a:lnTo>
                    <a:pt x="7217" y="21376"/>
                  </a:lnTo>
                  <a:lnTo>
                    <a:pt x="7322" y="20976"/>
                  </a:lnTo>
                  <a:lnTo>
                    <a:pt x="7448" y="20598"/>
                  </a:lnTo>
                  <a:lnTo>
                    <a:pt x="7596" y="20198"/>
                  </a:lnTo>
                  <a:lnTo>
                    <a:pt x="7764" y="19798"/>
                  </a:lnTo>
                  <a:lnTo>
                    <a:pt x="7953" y="19419"/>
                  </a:lnTo>
                  <a:lnTo>
                    <a:pt x="8164" y="19041"/>
                  </a:lnTo>
                  <a:lnTo>
                    <a:pt x="8395" y="18683"/>
                  </a:lnTo>
                  <a:lnTo>
                    <a:pt x="8669" y="18346"/>
                  </a:lnTo>
                  <a:lnTo>
                    <a:pt x="8963" y="18010"/>
                  </a:lnTo>
                  <a:lnTo>
                    <a:pt x="9300" y="17715"/>
                  </a:lnTo>
                  <a:lnTo>
                    <a:pt x="9657" y="17442"/>
                  </a:lnTo>
                  <a:lnTo>
                    <a:pt x="10057" y="17189"/>
                  </a:lnTo>
                  <a:lnTo>
                    <a:pt x="10478" y="16958"/>
                  </a:lnTo>
                  <a:lnTo>
                    <a:pt x="10941" y="16790"/>
                  </a:lnTo>
                  <a:lnTo>
                    <a:pt x="11446" y="16642"/>
                  </a:lnTo>
                  <a:lnTo>
                    <a:pt x="11993" y="16537"/>
                  </a:lnTo>
                  <a:lnTo>
                    <a:pt x="12582" y="16474"/>
                  </a:lnTo>
                  <a:lnTo>
                    <a:pt x="13213" y="16453"/>
                  </a:lnTo>
                  <a:lnTo>
                    <a:pt x="13802" y="16453"/>
                  </a:lnTo>
                  <a:lnTo>
                    <a:pt x="14223" y="16495"/>
                  </a:lnTo>
                  <a:lnTo>
                    <a:pt x="14707" y="16600"/>
                  </a:lnTo>
                  <a:lnTo>
                    <a:pt x="14959" y="16663"/>
                  </a:lnTo>
                  <a:lnTo>
                    <a:pt x="15233" y="16748"/>
                  </a:lnTo>
                  <a:lnTo>
                    <a:pt x="15506" y="16874"/>
                  </a:lnTo>
                  <a:lnTo>
                    <a:pt x="15801" y="17000"/>
                  </a:lnTo>
                  <a:lnTo>
                    <a:pt x="16095" y="17168"/>
                  </a:lnTo>
                  <a:lnTo>
                    <a:pt x="16390" y="17337"/>
                  </a:lnTo>
                  <a:lnTo>
                    <a:pt x="16663" y="17568"/>
                  </a:lnTo>
                  <a:lnTo>
                    <a:pt x="16958" y="17820"/>
                  </a:lnTo>
                  <a:lnTo>
                    <a:pt x="17231" y="18094"/>
                  </a:lnTo>
                  <a:lnTo>
                    <a:pt x="17505" y="18410"/>
                  </a:lnTo>
                  <a:lnTo>
                    <a:pt x="17757" y="18767"/>
                  </a:lnTo>
                  <a:lnTo>
                    <a:pt x="18010" y="19167"/>
                  </a:lnTo>
                  <a:lnTo>
                    <a:pt x="18241" y="19609"/>
                  </a:lnTo>
                  <a:lnTo>
                    <a:pt x="18452" y="20093"/>
                  </a:lnTo>
                  <a:lnTo>
                    <a:pt x="18641" y="20619"/>
                  </a:lnTo>
                  <a:lnTo>
                    <a:pt x="18809" y="21208"/>
                  </a:lnTo>
                  <a:lnTo>
                    <a:pt x="18957" y="21839"/>
                  </a:lnTo>
                  <a:lnTo>
                    <a:pt x="19062" y="22512"/>
                  </a:lnTo>
                  <a:lnTo>
                    <a:pt x="19146" y="23249"/>
                  </a:lnTo>
                  <a:lnTo>
                    <a:pt x="19188" y="24048"/>
                  </a:lnTo>
                  <a:lnTo>
                    <a:pt x="19188" y="24911"/>
                  </a:lnTo>
                  <a:lnTo>
                    <a:pt x="19167" y="25836"/>
                  </a:lnTo>
                  <a:lnTo>
                    <a:pt x="53587" y="25963"/>
                  </a:lnTo>
                  <a:lnTo>
                    <a:pt x="53566" y="25521"/>
                  </a:lnTo>
                  <a:lnTo>
                    <a:pt x="53566" y="25037"/>
                  </a:lnTo>
                  <a:lnTo>
                    <a:pt x="53587" y="24385"/>
                  </a:lnTo>
                  <a:lnTo>
                    <a:pt x="53650" y="23648"/>
                  </a:lnTo>
                  <a:lnTo>
                    <a:pt x="53734" y="22807"/>
                  </a:lnTo>
                  <a:lnTo>
                    <a:pt x="53818" y="22365"/>
                  </a:lnTo>
                  <a:lnTo>
                    <a:pt x="53902" y="21902"/>
                  </a:lnTo>
                  <a:lnTo>
                    <a:pt x="54007" y="21439"/>
                  </a:lnTo>
                  <a:lnTo>
                    <a:pt x="54134" y="20976"/>
                  </a:lnTo>
                  <a:lnTo>
                    <a:pt x="54281" y="20513"/>
                  </a:lnTo>
                  <a:lnTo>
                    <a:pt x="54449" y="20072"/>
                  </a:lnTo>
                  <a:lnTo>
                    <a:pt x="54639" y="19609"/>
                  </a:lnTo>
                  <a:lnTo>
                    <a:pt x="54870" y="19188"/>
                  </a:lnTo>
                  <a:lnTo>
                    <a:pt x="55122" y="18767"/>
                  </a:lnTo>
                  <a:lnTo>
                    <a:pt x="55396" y="18346"/>
                  </a:lnTo>
                  <a:lnTo>
                    <a:pt x="55712" y="17968"/>
                  </a:lnTo>
                  <a:lnTo>
                    <a:pt x="56048" y="17631"/>
                  </a:lnTo>
                  <a:lnTo>
                    <a:pt x="56427" y="17295"/>
                  </a:lnTo>
                  <a:lnTo>
                    <a:pt x="56637" y="17147"/>
                  </a:lnTo>
                  <a:lnTo>
                    <a:pt x="56848" y="17021"/>
                  </a:lnTo>
                  <a:lnTo>
                    <a:pt x="57058" y="16874"/>
                  </a:lnTo>
                  <a:lnTo>
                    <a:pt x="57289" y="16769"/>
                  </a:lnTo>
                  <a:lnTo>
                    <a:pt x="57542" y="16642"/>
                  </a:lnTo>
                  <a:lnTo>
                    <a:pt x="57794" y="16558"/>
                  </a:lnTo>
                  <a:lnTo>
                    <a:pt x="58047" y="16474"/>
                  </a:lnTo>
                  <a:lnTo>
                    <a:pt x="58320" y="16390"/>
                  </a:lnTo>
                  <a:lnTo>
                    <a:pt x="58594" y="16327"/>
                  </a:lnTo>
                  <a:lnTo>
                    <a:pt x="58888" y="16285"/>
                  </a:lnTo>
                  <a:lnTo>
                    <a:pt x="59204" y="16243"/>
                  </a:lnTo>
                  <a:lnTo>
                    <a:pt x="59520" y="16222"/>
                  </a:lnTo>
                  <a:lnTo>
                    <a:pt x="59835" y="16200"/>
                  </a:lnTo>
                  <a:lnTo>
                    <a:pt x="60466" y="16200"/>
                  </a:lnTo>
                  <a:lnTo>
                    <a:pt x="60782" y="16222"/>
                  </a:lnTo>
                  <a:lnTo>
                    <a:pt x="61203" y="16285"/>
                  </a:lnTo>
                  <a:lnTo>
                    <a:pt x="61687" y="16390"/>
                  </a:lnTo>
                  <a:lnTo>
                    <a:pt x="61960" y="16453"/>
                  </a:lnTo>
                  <a:lnTo>
                    <a:pt x="62255" y="16558"/>
                  </a:lnTo>
                  <a:lnTo>
                    <a:pt x="62528" y="16663"/>
                  </a:lnTo>
                  <a:lnTo>
                    <a:pt x="62823" y="16790"/>
                  </a:lnTo>
                  <a:lnTo>
                    <a:pt x="63138" y="16958"/>
                  </a:lnTo>
                  <a:lnTo>
                    <a:pt x="63433" y="17147"/>
                  </a:lnTo>
                  <a:lnTo>
                    <a:pt x="63727" y="17358"/>
                  </a:lnTo>
                  <a:lnTo>
                    <a:pt x="64043" y="17589"/>
                  </a:lnTo>
                  <a:lnTo>
                    <a:pt x="64338" y="17863"/>
                  </a:lnTo>
                  <a:lnTo>
                    <a:pt x="64611" y="18178"/>
                  </a:lnTo>
                  <a:lnTo>
                    <a:pt x="64885" y="18515"/>
                  </a:lnTo>
                  <a:lnTo>
                    <a:pt x="65158" y="18893"/>
                  </a:lnTo>
                  <a:lnTo>
                    <a:pt x="65389" y="19314"/>
                  </a:lnTo>
                  <a:lnTo>
                    <a:pt x="65621" y="19777"/>
                  </a:lnTo>
                  <a:lnTo>
                    <a:pt x="65831" y="20282"/>
                  </a:lnTo>
                  <a:lnTo>
                    <a:pt x="66021" y="20829"/>
                  </a:lnTo>
                  <a:lnTo>
                    <a:pt x="66168" y="21439"/>
                  </a:lnTo>
                  <a:lnTo>
                    <a:pt x="66315" y="22091"/>
                  </a:lnTo>
                  <a:lnTo>
                    <a:pt x="66399" y="22786"/>
                  </a:lnTo>
                  <a:lnTo>
                    <a:pt x="66483" y="23522"/>
                  </a:lnTo>
                  <a:lnTo>
                    <a:pt x="66505" y="24343"/>
                  </a:lnTo>
                  <a:lnTo>
                    <a:pt x="66505" y="25184"/>
                  </a:lnTo>
                  <a:lnTo>
                    <a:pt x="73847" y="25437"/>
                  </a:lnTo>
                  <a:lnTo>
                    <a:pt x="73931" y="25121"/>
                  </a:lnTo>
                  <a:lnTo>
                    <a:pt x="73994" y="24721"/>
                  </a:lnTo>
                  <a:lnTo>
                    <a:pt x="74079" y="24216"/>
                  </a:lnTo>
                  <a:lnTo>
                    <a:pt x="74142" y="23564"/>
                  </a:lnTo>
                  <a:lnTo>
                    <a:pt x="74184" y="22849"/>
                  </a:lnTo>
                  <a:lnTo>
                    <a:pt x="74184" y="22449"/>
                  </a:lnTo>
                  <a:lnTo>
                    <a:pt x="74163" y="22028"/>
                  </a:lnTo>
                  <a:lnTo>
                    <a:pt x="74142" y="21586"/>
                  </a:lnTo>
                  <a:lnTo>
                    <a:pt x="74100" y="21145"/>
                  </a:lnTo>
                  <a:lnTo>
                    <a:pt x="74036" y="20682"/>
                  </a:lnTo>
                  <a:lnTo>
                    <a:pt x="73931" y="20219"/>
                  </a:lnTo>
                  <a:lnTo>
                    <a:pt x="73826" y="19735"/>
                  </a:lnTo>
                  <a:lnTo>
                    <a:pt x="73700" y="19251"/>
                  </a:lnTo>
                  <a:lnTo>
                    <a:pt x="73532" y="18746"/>
                  </a:lnTo>
                  <a:lnTo>
                    <a:pt x="73342" y="18262"/>
                  </a:lnTo>
                  <a:lnTo>
                    <a:pt x="73111" y="17757"/>
                  </a:lnTo>
                  <a:lnTo>
                    <a:pt x="72858" y="17273"/>
                  </a:lnTo>
                  <a:lnTo>
                    <a:pt x="72564" y="16769"/>
                  </a:lnTo>
                  <a:lnTo>
                    <a:pt x="72227" y="16285"/>
                  </a:lnTo>
                  <a:lnTo>
                    <a:pt x="71869" y="15801"/>
                  </a:lnTo>
                  <a:lnTo>
                    <a:pt x="71449" y="15317"/>
                  </a:lnTo>
                  <a:lnTo>
                    <a:pt x="71007" y="14854"/>
                  </a:lnTo>
                  <a:lnTo>
                    <a:pt x="70502" y="14412"/>
                  </a:lnTo>
                  <a:lnTo>
                    <a:pt x="69955" y="13970"/>
                  </a:lnTo>
                  <a:lnTo>
                    <a:pt x="69366" y="13550"/>
                  </a:lnTo>
                  <a:lnTo>
                    <a:pt x="68819" y="13213"/>
                  </a:lnTo>
                  <a:lnTo>
                    <a:pt x="68230" y="12876"/>
                  </a:lnTo>
                  <a:lnTo>
                    <a:pt x="67599" y="12561"/>
                  </a:lnTo>
                  <a:lnTo>
                    <a:pt x="66946" y="12266"/>
                  </a:lnTo>
                  <a:lnTo>
                    <a:pt x="66231" y="11993"/>
                  </a:lnTo>
                  <a:lnTo>
                    <a:pt x="65474" y="11719"/>
                  </a:lnTo>
                  <a:lnTo>
                    <a:pt x="64695" y="11488"/>
                  </a:lnTo>
                  <a:lnTo>
                    <a:pt x="63854" y="11277"/>
                  </a:lnTo>
                  <a:lnTo>
                    <a:pt x="61224" y="10099"/>
                  </a:lnTo>
                  <a:lnTo>
                    <a:pt x="54996" y="7385"/>
                  </a:lnTo>
                  <a:lnTo>
                    <a:pt x="51314" y="5786"/>
                  </a:lnTo>
                  <a:lnTo>
                    <a:pt x="47675" y="4229"/>
                  </a:lnTo>
                  <a:lnTo>
                    <a:pt x="44351" y="2841"/>
                  </a:lnTo>
                  <a:lnTo>
                    <a:pt x="42920" y="2252"/>
                  </a:lnTo>
                  <a:lnTo>
                    <a:pt x="41700" y="1789"/>
                  </a:lnTo>
                  <a:lnTo>
                    <a:pt x="41321" y="1642"/>
                  </a:lnTo>
                  <a:lnTo>
                    <a:pt x="40858" y="1473"/>
                  </a:lnTo>
                  <a:lnTo>
                    <a:pt x="40248" y="1284"/>
                  </a:lnTo>
                  <a:lnTo>
                    <a:pt x="39449" y="1074"/>
                  </a:lnTo>
                  <a:lnTo>
                    <a:pt x="38481" y="842"/>
                  </a:lnTo>
                  <a:lnTo>
                    <a:pt x="37366" y="611"/>
                  </a:lnTo>
                  <a:lnTo>
                    <a:pt x="36103" y="400"/>
                  </a:lnTo>
                  <a:lnTo>
                    <a:pt x="35409" y="316"/>
                  </a:lnTo>
                  <a:lnTo>
                    <a:pt x="34694" y="232"/>
                  </a:lnTo>
                  <a:lnTo>
                    <a:pt x="33915" y="148"/>
                  </a:lnTo>
                  <a:lnTo>
                    <a:pt x="33137" y="85"/>
                  </a:lnTo>
                  <a:lnTo>
                    <a:pt x="32295" y="43"/>
                  </a:lnTo>
                  <a:lnTo>
                    <a:pt x="31454" y="22"/>
                  </a:lnTo>
                  <a:lnTo>
                    <a:pt x="30549" y="1"/>
                  </a:lnTo>
                  <a:close/>
                </a:path>
              </a:pathLst>
            </a:custGeom>
            <a:solidFill>
              <a:srgbClr val="FDB8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2"/>
            <p:cNvSpPr/>
            <p:nvPr/>
          </p:nvSpPr>
          <p:spPr>
            <a:xfrm>
              <a:off x="3463302" y="3832832"/>
              <a:ext cx="2251855" cy="788107"/>
            </a:xfrm>
            <a:custGeom>
              <a:avLst/>
              <a:gdLst/>
              <a:ahLst/>
              <a:cxnLst/>
              <a:rect l="l" t="t" r="r" b="b"/>
              <a:pathLst>
                <a:path w="74184" h="25963" fill="none" extrusionOk="0">
                  <a:moveTo>
                    <a:pt x="73847" y="25437"/>
                  </a:moveTo>
                  <a:lnTo>
                    <a:pt x="66505" y="25184"/>
                  </a:lnTo>
                  <a:lnTo>
                    <a:pt x="66505" y="25184"/>
                  </a:lnTo>
                  <a:lnTo>
                    <a:pt x="66505" y="24343"/>
                  </a:lnTo>
                  <a:lnTo>
                    <a:pt x="66483" y="23522"/>
                  </a:lnTo>
                  <a:lnTo>
                    <a:pt x="66399" y="22786"/>
                  </a:lnTo>
                  <a:lnTo>
                    <a:pt x="66315" y="22091"/>
                  </a:lnTo>
                  <a:lnTo>
                    <a:pt x="66168" y="21439"/>
                  </a:lnTo>
                  <a:lnTo>
                    <a:pt x="66021" y="20829"/>
                  </a:lnTo>
                  <a:lnTo>
                    <a:pt x="65831" y="20282"/>
                  </a:lnTo>
                  <a:lnTo>
                    <a:pt x="65621" y="19777"/>
                  </a:lnTo>
                  <a:lnTo>
                    <a:pt x="65389" y="19314"/>
                  </a:lnTo>
                  <a:lnTo>
                    <a:pt x="65158" y="18893"/>
                  </a:lnTo>
                  <a:lnTo>
                    <a:pt x="64885" y="18515"/>
                  </a:lnTo>
                  <a:lnTo>
                    <a:pt x="64611" y="18178"/>
                  </a:lnTo>
                  <a:lnTo>
                    <a:pt x="64338" y="17863"/>
                  </a:lnTo>
                  <a:lnTo>
                    <a:pt x="64043" y="17589"/>
                  </a:lnTo>
                  <a:lnTo>
                    <a:pt x="63727" y="17358"/>
                  </a:lnTo>
                  <a:lnTo>
                    <a:pt x="63433" y="17147"/>
                  </a:lnTo>
                  <a:lnTo>
                    <a:pt x="63138" y="16958"/>
                  </a:lnTo>
                  <a:lnTo>
                    <a:pt x="62823" y="16790"/>
                  </a:lnTo>
                  <a:lnTo>
                    <a:pt x="62528" y="16663"/>
                  </a:lnTo>
                  <a:lnTo>
                    <a:pt x="62255" y="16558"/>
                  </a:lnTo>
                  <a:lnTo>
                    <a:pt x="61960" y="16453"/>
                  </a:lnTo>
                  <a:lnTo>
                    <a:pt x="61687" y="16390"/>
                  </a:lnTo>
                  <a:lnTo>
                    <a:pt x="61203" y="16285"/>
                  </a:lnTo>
                  <a:lnTo>
                    <a:pt x="60782" y="16222"/>
                  </a:lnTo>
                  <a:lnTo>
                    <a:pt x="60466" y="16200"/>
                  </a:lnTo>
                  <a:lnTo>
                    <a:pt x="60172" y="16200"/>
                  </a:lnTo>
                  <a:lnTo>
                    <a:pt x="60172" y="16200"/>
                  </a:lnTo>
                  <a:lnTo>
                    <a:pt x="59835" y="16200"/>
                  </a:lnTo>
                  <a:lnTo>
                    <a:pt x="59520" y="16222"/>
                  </a:lnTo>
                  <a:lnTo>
                    <a:pt x="59204" y="16243"/>
                  </a:lnTo>
                  <a:lnTo>
                    <a:pt x="58888" y="16285"/>
                  </a:lnTo>
                  <a:lnTo>
                    <a:pt x="58594" y="16327"/>
                  </a:lnTo>
                  <a:lnTo>
                    <a:pt x="58320" y="16390"/>
                  </a:lnTo>
                  <a:lnTo>
                    <a:pt x="58047" y="16474"/>
                  </a:lnTo>
                  <a:lnTo>
                    <a:pt x="57794" y="16558"/>
                  </a:lnTo>
                  <a:lnTo>
                    <a:pt x="57542" y="16642"/>
                  </a:lnTo>
                  <a:lnTo>
                    <a:pt x="57289" y="16769"/>
                  </a:lnTo>
                  <a:lnTo>
                    <a:pt x="57058" y="16874"/>
                  </a:lnTo>
                  <a:lnTo>
                    <a:pt x="56848" y="17021"/>
                  </a:lnTo>
                  <a:lnTo>
                    <a:pt x="56637" y="17147"/>
                  </a:lnTo>
                  <a:lnTo>
                    <a:pt x="56427" y="17295"/>
                  </a:lnTo>
                  <a:lnTo>
                    <a:pt x="56048" y="17631"/>
                  </a:lnTo>
                  <a:lnTo>
                    <a:pt x="55712" y="17968"/>
                  </a:lnTo>
                  <a:lnTo>
                    <a:pt x="55396" y="18346"/>
                  </a:lnTo>
                  <a:lnTo>
                    <a:pt x="55122" y="18767"/>
                  </a:lnTo>
                  <a:lnTo>
                    <a:pt x="54870" y="19188"/>
                  </a:lnTo>
                  <a:lnTo>
                    <a:pt x="54639" y="19609"/>
                  </a:lnTo>
                  <a:lnTo>
                    <a:pt x="54449" y="20072"/>
                  </a:lnTo>
                  <a:lnTo>
                    <a:pt x="54281" y="20513"/>
                  </a:lnTo>
                  <a:lnTo>
                    <a:pt x="54134" y="20976"/>
                  </a:lnTo>
                  <a:lnTo>
                    <a:pt x="54007" y="21439"/>
                  </a:lnTo>
                  <a:lnTo>
                    <a:pt x="53902" y="21902"/>
                  </a:lnTo>
                  <a:lnTo>
                    <a:pt x="53818" y="22365"/>
                  </a:lnTo>
                  <a:lnTo>
                    <a:pt x="53734" y="22807"/>
                  </a:lnTo>
                  <a:lnTo>
                    <a:pt x="53650" y="23648"/>
                  </a:lnTo>
                  <a:lnTo>
                    <a:pt x="53587" y="24385"/>
                  </a:lnTo>
                  <a:lnTo>
                    <a:pt x="53566" y="25037"/>
                  </a:lnTo>
                  <a:lnTo>
                    <a:pt x="53566" y="25521"/>
                  </a:lnTo>
                  <a:lnTo>
                    <a:pt x="53587" y="25963"/>
                  </a:lnTo>
                  <a:lnTo>
                    <a:pt x="19167" y="25836"/>
                  </a:lnTo>
                  <a:lnTo>
                    <a:pt x="19167" y="25836"/>
                  </a:lnTo>
                  <a:lnTo>
                    <a:pt x="19188" y="24911"/>
                  </a:lnTo>
                  <a:lnTo>
                    <a:pt x="19188" y="24048"/>
                  </a:lnTo>
                  <a:lnTo>
                    <a:pt x="19146" y="23249"/>
                  </a:lnTo>
                  <a:lnTo>
                    <a:pt x="19062" y="22512"/>
                  </a:lnTo>
                  <a:lnTo>
                    <a:pt x="18957" y="21839"/>
                  </a:lnTo>
                  <a:lnTo>
                    <a:pt x="18809" y="21208"/>
                  </a:lnTo>
                  <a:lnTo>
                    <a:pt x="18641" y="20619"/>
                  </a:lnTo>
                  <a:lnTo>
                    <a:pt x="18452" y="20093"/>
                  </a:lnTo>
                  <a:lnTo>
                    <a:pt x="18241" y="19609"/>
                  </a:lnTo>
                  <a:lnTo>
                    <a:pt x="18010" y="19167"/>
                  </a:lnTo>
                  <a:lnTo>
                    <a:pt x="17757" y="18767"/>
                  </a:lnTo>
                  <a:lnTo>
                    <a:pt x="17505" y="18410"/>
                  </a:lnTo>
                  <a:lnTo>
                    <a:pt x="17231" y="18094"/>
                  </a:lnTo>
                  <a:lnTo>
                    <a:pt x="16958" y="17820"/>
                  </a:lnTo>
                  <a:lnTo>
                    <a:pt x="16663" y="17568"/>
                  </a:lnTo>
                  <a:lnTo>
                    <a:pt x="16390" y="17337"/>
                  </a:lnTo>
                  <a:lnTo>
                    <a:pt x="16095" y="17168"/>
                  </a:lnTo>
                  <a:lnTo>
                    <a:pt x="15801" y="17000"/>
                  </a:lnTo>
                  <a:lnTo>
                    <a:pt x="15506" y="16874"/>
                  </a:lnTo>
                  <a:lnTo>
                    <a:pt x="15233" y="16748"/>
                  </a:lnTo>
                  <a:lnTo>
                    <a:pt x="14959" y="16663"/>
                  </a:lnTo>
                  <a:lnTo>
                    <a:pt x="14707" y="16600"/>
                  </a:lnTo>
                  <a:lnTo>
                    <a:pt x="14223" y="16495"/>
                  </a:lnTo>
                  <a:lnTo>
                    <a:pt x="13802" y="16453"/>
                  </a:lnTo>
                  <a:lnTo>
                    <a:pt x="13487" y="16453"/>
                  </a:lnTo>
                  <a:lnTo>
                    <a:pt x="13213" y="16453"/>
                  </a:lnTo>
                  <a:lnTo>
                    <a:pt x="13213" y="16453"/>
                  </a:lnTo>
                  <a:lnTo>
                    <a:pt x="12582" y="16474"/>
                  </a:lnTo>
                  <a:lnTo>
                    <a:pt x="11993" y="16537"/>
                  </a:lnTo>
                  <a:lnTo>
                    <a:pt x="11446" y="16642"/>
                  </a:lnTo>
                  <a:lnTo>
                    <a:pt x="10941" y="16790"/>
                  </a:lnTo>
                  <a:lnTo>
                    <a:pt x="10478" y="16958"/>
                  </a:lnTo>
                  <a:lnTo>
                    <a:pt x="10057" y="17189"/>
                  </a:lnTo>
                  <a:lnTo>
                    <a:pt x="9657" y="17442"/>
                  </a:lnTo>
                  <a:lnTo>
                    <a:pt x="9300" y="17715"/>
                  </a:lnTo>
                  <a:lnTo>
                    <a:pt x="8963" y="18010"/>
                  </a:lnTo>
                  <a:lnTo>
                    <a:pt x="8669" y="18346"/>
                  </a:lnTo>
                  <a:lnTo>
                    <a:pt x="8395" y="18683"/>
                  </a:lnTo>
                  <a:lnTo>
                    <a:pt x="8164" y="19041"/>
                  </a:lnTo>
                  <a:lnTo>
                    <a:pt x="7953" y="19419"/>
                  </a:lnTo>
                  <a:lnTo>
                    <a:pt x="7764" y="19798"/>
                  </a:lnTo>
                  <a:lnTo>
                    <a:pt x="7596" y="20198"/>
                  </a:lnTo>
                  <a:lnTo>
                    <a:pt x="7448" y="20598"/>
                  </a:lnTo>
                  <a:lnTo>
                    <a:pt x="7322" y="20976"/>
                  </a:lnTo>
                  <a:lnTo>
                    <a:pt x="7217" y="21376"/>
                  </a:lnTo>
                  <a:lnTo>
                    <a:pt x="7133" y="21755"/>
                  </a:lnTo>
                  <a:lnTo>
                    <a:pt x="7049" y="22133"/>
                  </a:lnTo>
                  <a:lnTo>
                    <a:pt x="6964" y="22849"/>
                  </a:lnTo>
                  <a:lnTo>
                    <a:pt x="6901" y="23501"/>
                  </a:lnTo>
                  <a:lnTo>
                    <a:pt x="6880" y="24027"/>
                  </a:lnTo>
                  <a:lnTo>
                    <a:pt x="6880" y="24448"/>
                  </a:lnTo>
                  <a:lnTo>
                    <a:pt x="6901" y="24805"/>
                  </a:lnTo>
                  <a:lnTo>
                    <a:pt x="6901" y="24805"/>
                  </a:lnTo>
                  <a:lnTo>
                    <a:pt x="6018" y="24742"/>
                  </a:lnTo>
                  <a:lnTo>
                    <a:pt x="5029" y="24658"/>
                  </a:lnTo>
                  <a:lnTo>
                    <a:pt x="3051" y="24448"/>
                  </a:lnTo>
                  <a:lnTo>
                    <a:pt x="821" y="24174"/>
                  </a:lnTo>
                  <a:lnTo>
                    <a:pt x="821" y="24174"/>
                  </a:lnTo>
                  <a:lnTo>
                    <a:pt x="695" y="23753"/>
                  </a:lnTo>
                  <a:lnTo>
                    <a:pt x="569" y="23291"/>
                  </a:lnTo>
                  <a:lnTo>
                    <a:pt x="569" y="23291"/>
                  </a:lnTo>
                  <a:lnTo>
                    <a:pt x="379" y="22386"/>
                  </a:lnTo>
                  <a:lnTo>
                    <a:pt x="232" y="21439"/>
                  </a:lnTo>
                  <a:lnTo>
                    <a:pt x="127" y="20471"/>
                  </a:lnTo>
                  <a:lnTo>
                    <a:pt x="64" y="19504"/>
                  </a:lnTo>
                  <a:lnTo>
                    <a:pt x="64" y="19504"/>
                  </a:lnTo>
                  <a:lnTo>
                    <a:pt x="1" y="18283"/>
                  </a:lnTo>
                  <a:lnTo>
                    <a:pt x="1" y="17084"/>
                  </a:lnTo>
                  <a:lnTo>
                    <a:pt x="1" y="17084"/>
                  </a:lnTo>
                  <a:lnTo>
                    <a:pt x="43" y="16179"/>
                  </a:lnTo>
                  <a:lnTo>
                    <a:pt x="85" y="15275"/>
                  </a:lnTo>
                  <a:lnTo>
                    <a:pt x="127" y="14391"/>
                  </a:lnTo>
                  <a:lnTo>
                    <a:pt x="211" y="13550"/>
                  </a:lnTo>
                  <a:lnTo>
                    <a:pt x="211" y="13550"/>
                  </a:lnTo>
                  <a:lnTo>
                    <a:pt x="316" y="12519"/>
                  </a:lnTo>
                  <a:lnTo>
                    <a:pt x="442" y="11551"/>
                  </a:lnTo>
                  <a:lnTo>
                    <a:pt x="569" y="10646"/>
                  </a:lnTo>
                  <a:lnTo>
                    <a:pt x="695" y="9826"/>
                  </a:lnTo>
                  <a:lnTo>
                    <a:pt x="926" y="8479"/>
                  </a:lnTo>
                  <a:lnTo>
                    <a:pt x="1116" y="7575"/>
                  </a:lnTo>
                  <a:lnTo>
                    <a:pt x="1116" y="7575"/>
                  </a:lnTo>
                  <a:lnTo>
                    <a:pt x="1200" y="7217"/>
                  </a:lnTo>
                  <a:lnTo>
                    <a:pt x="21187" y="1010"/>
                  </a:lnTo>
                  <a:lnTo>
                    <a:pt x="21187" y="1010"/>
                  </a:lnTo>
                  <a:lnTo>
                    <a:pt x="22344" y="779"/>
                  </a:lnTo>
                  <a:lnTo>
                    <a:pt x="23459" y="590"/>
                  </a:lnTo>
                  <a:lnTo>
                    <a:pt x="24574" y="421"/>
                  </a:lnTo>
                  <a:lnTo>
                    <a:pt x="25626" y="295"/>
                  </a:lnTo>
                  <a:lnTo>
                    <a:pt x="26678" y="190"/>
                  </a:lnTo>
                  <a:lnTo>
                    <a:pt x="27688" y="106"/>
                  </a:lnTo>
                  <a:lnTo>
                    <a:pt x="28677" y="43"/>
                  </a:lnTo>
                  <a:lnTo>
                    <a:pt x="29623" y="22"/>
                  </a:lnTo>
                  <a:lnTo>
                    <a:pt x="30549" y="1"/>
                  </a:lnTo>
                  <a:lnTo>
                    <a:pt x="31454" y="22"/>
                  </a:lnTo>
                  <a:lnTo>
                    <a:pt x="32295" y="43"/>
                  </a:lnTo>
                  <a:lnTo>
                    <a:pt x="33137" y="85"/>
                  </a:lnTo>
                  <a:lnTo>
                    <a:pt x="33915" y="148"/>
                  </a:lnTo>
                  <a:lnTo>
                    <a:pt x="34694" y="232"/>
                  </a:lnTo>
                  <a:lnTo>
                    <a:pt x="35409" y="316"/>
                  </a:lnTo>
                  <a:lnTo>
                    <a:pt x="36103" y="400"/>
                  </a:lnTo>
                  <a:lnTo>
                    <a:pt x="37366" y="611"/>
                  </a:lnTo>
                  <a:lnTo>
                    <a:pt x="38481" y="842"/>
                  </a:lnTo>
                  <a:lnTo>
                    <a:pt x="39449" y="1074"/>
                  </a:lnTo>
                  <a:lnTo>
                    <a:pt x="40248" y="1284"/>
                  </a:lnTo>
                  <a:lnTo>
                    <a:pt x="40858" y="1473"/>
                  </a:lnTo>
                  <a:lnTo>
                    <a:pt x="41321" y="1642"/>
                  </a:lnTo>
                  <a:lnTo>
                    <a:pt x="41700" y="1789"/>
                  </a:lnTo>
                  <a:lnTo>
                    <a:pt x="41700" y="1789"/>
                  </a:lnTo>
                  <a:lnTo>
                    <a:pt x="42920" y="2252"/>
                  </a:lnTo>
                  <a:lnTo>
                    <a:pt x="44351" y="2841"/>
                  </a:lnTo>
                  <a:lnTo>
                    <a:pt x="47675" y="4229"/>
                  </a:lnTo>
                  <a:lnTo>
                    <a:pt x="51314" y="5786"/>
                  </a:lnTo>
                  <a:lnTo>
                    <a:pt x="54996" y="7385"/>
                  </a:lnTo>
                  <a:lnTo>
                    <a:pt x="61224" y="10099"/>
                  </a:lnTo>
                  <a:lnTo>
                    <a:pt x="63854" y="11277"/>
                  </a:lnTo>
                  <a:lnTo>
                    <a:pt x="63854" y="11277"/>
                  </a:lnTo>
                  <a:lnTo>
                    <a:pt x="64695" y="11488"/>
                  </a:lnTo>
                  <a:lnTo>
                    <a:pt x="65474" y="11719"/>
                  </a:lnTo>
                  <a:lnTo>
                    <a:pt x="66231" y="11993"/>
                  </a:lnTo>
                  <a:lnTo>
                    <a:pt x="66946" y="12266"/>
                  </a:lnTo>
                  <a:lnTo>
                    <a:pt x="67599" y="12561"/>
                  </a:lnTo>
                  <a:lnTo>
                    <a:pt x="68230" y="12876"/>
                  </a:lnTo>
                  <a:lnTo>
                    <a:pt x="68819" y="13213"/>
                  </a:lnTo>
                  <a:lnTo>
                    <a:pt x="69366" y="13550"/>
                  </a:lnTo>
                  <a:lnTo>
                    <a:pt x="69366" y="13550"/>
                  </a:lnTo>
                  <a:lnTo>
                    <a:pt x="69955" y="13970"/>
                  </a:lnTo>
                  <a:lnTo>
                    <a:pt x="70502" y="14412"/>
                  </a:lnTo>
                  <a:lnTo>
                    <a:pt x="71007" y="14854"/>
                  </a:lnTo>
                  <a:lnTo>
                    <a:pt x="71449" y="15317"/>
                  </a:lnTo>
                  <a:lnTo>
                    <a:pt x="71869" y="15801"/>
                  </a:lnTo>
                  <a:lnTo>
                    <a:pt x="72227" y="16285"/>
                  </a:lnTo>
                  <a:lnTo>
                    <a:pt x="72564" y="16769"/>
                  </a:lnTo>
                  <a:lnTo>
                    <a:pt x="72858" y="17273"/>
                  </a:lnTo>
                  <a:lnTo>
                    <a:pt x="73111" y="17757"/>
                  </a:lnTo>
                  <a:lnTo>
                    <a:pt x="73342" y="18262"/>
                  </a:lnTo>
                  <a:lnTo>
                    <a:pt x="73532" y="18746"/>
                  </a:lnTo>
                  <a:lnTo>
                    <a:pt x="73700" y="19251"/>
                  </a:lnTo>
                  <a:lnTo>
                    <a:pt x="73826" y="19735"/>
                  </a:lnTo>
                  <a:lnTo>
                    <a:pt x="73931" y="20219"/>
                  </a:lnTo>
                  <a:lnTo>
                    <a:pt x="74036" y="20682"/>
                  </a:lnTo>
                  <a:lnTo>
                    <a:pt x="74100" y="21145"/>
                  </a:lnTo>
                  <a:lnTo>
                    <a:pt x="74142" y="21586"/>
                  </a:lnTo>
                  <a:lnTo>
                    <a:pt x="74163" y="22028"/>
                  </a:lnTo>
                  <a:lnTo>
                    <a:pt x="74184" y="22449"/>
                  </a:lnTo>
                  <a:lnTo>
                    <a:pt x="74184" y="22849"/>
                  </a:lnTo>
                  <a:lnTo>
                    <a:pt x="74142" y="23564"/>
                  </a:lnTo>
                  <a:lnTo>
                    <a:pt x="74079" y="24216"/>
                  </a:lnTo>
                  <a:lnTo>
                    <a:pt x="73994" y="24721"/>
                  </a:lnTo>
                  <a:lnTo>
                    <a:pt x="73931" y="25121"/>
                  </a:lnTo>
                  <a:lnTo>
                    <a:pt x="73847" y="2543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2"/>
            <p:cNvSpPr/>
            <p:nvPr/>
          </p:nvSpPr>
          <p:spPr>
            <a:xfrm>
              <a:off x="3463302" y="4244115"/>
              <a:ext cx="2251855" cy="376827"/>
            </a:xfrm>
            <a:custGeom>
              <a:avLst/>
              <a:gdLst/>
              <a:ahLst/>
              <a:cxnLst/>
              <a:rect l="l" t="t" r="r" b="b"/>
              <a:pathLst>
                <a:path w="74184" h="12414" extrusionOk="0">
                  <a:moveTo>
                    <a:pt x="211" y="1"/>
                  </a:moveTo>
                  <a:lnTo>
                    <a:pt x="127" y="842"/>
                  </a:lnTo>
                  <a:lnTo>
                    <a:pt x="85" y="1726"/>
                  </a:lnTo>
                  <a:lnTo>
                    <a:pt x="43" y="2630"/>
                  </a:lnTo>
                  <a:lnTo>
                    <a:pt x="1" y="3535"/>
                  </a:lnTo>
                  <a:lnTo>
                    <a:pt x="1" y="4734"/>
                  </a:lnTo>
                  <a:lnTo>
                    <a:pt x="64" y="5955"/>
                  </a:lnTo>
                  <a:lnTo>
                    <a:pt x="127" y="6796"/>
                  </a:lnTo>
                  <a:lnTo>
                    <a:pt x="211" y="7638"/>
                  </a:lnTo>
                  <a:lnTo>
                    <a:pt x="274" y="8164"/>
                  </a:lnTo>
                  <a:lnTo>
                    <a:pt x="358" y="8711"/>
                  </a:lnTo>
                  <a:lnTo>
                    <a:pt x="463" y="9237"/>
                  </a:lnTo>
                  <a:lnTo>
                    <a:pt x="569" y="9742"/>
                  </a:lnTo>
                  <a:lnTo>
                    <a:pt x="695" y="10204"/>
                  </a:lnTo>
                  <a:lnTo>
                    <a:pt x="821" y="10625"/>
                  </a:lnTo>
                  <a:lnTo>
                    <a:pt x="3051" y="10899"/>
                  </a:lnTo>
                  <a:lnTo>
                    <a:pt x="5029" y="11109"/>
                  </a:lnTo>
                  <a:lnTo>
                    <a:pt x="6018" y="11193"/>
                  </a:lnTo>
                  <a:lnTo>
                    <a:pt x="6901" y="11256"/>
                  </a:lnTo>
                  <a:lnTo>
                    <a:pt x="6901" y="11256"/>
                  </a:lnTo>
                  <a:lnTo>
                    <a:pt x="6880" y="11046"/>
                  </a:lnTo>
                  <a:lnTo>
                    <a:pt x="6880" y="10436"/>
                  </a:lnTo>
                  <a:lnTo>
                    <a:pt x="6901" y="10036"/>
                  </a:lnTo>
                  <a:lnTo>
                    <a:pt x="6922" y="9552"/>
                  </a:lnTo>
                  <a:lnTo>
                    <a:pt x="6986" y="9026"/>
                  </a:lnTo>
                  <a:lnTo>
                    <a:pt x="7070" y="8458"/>
                  </a:lnTo>
                  <a:lnTo>
                    <a:pt x="7175" y="7995"/>
                  </a:lnTo>
                  <a:lnTo>
                    <a:pt x="7301" y="7511"/>
                  </a:lnTo>
                  <a:lnTo>
                    <a:pt x="7448" y="7028"/>
                  </a:lnTo>
                  <a:lnTo>
                    <a:pt x="7617" y="6544"/>
                  </a:lnTo>
                  <a:lnTo>
                    <a:pt x="7848" y="6081"/>
                  </a:lnTo>
                  <a:lnTo>
                    <a:pt x="8101" y="5618"/>
                  </a:lnTo>
                  <a:lnTo>
                    <a:pt x="8374" y="5155"/>
                  </a:lnTo>
                  <a:lnTo>
                    <a:pt x="8542" y="4945"/>
                  </a:lnTo>
                  <a:lnTo>
                    <a:pt x="8711" y="4734"/>
                  </a:lnTo>
                  <a:lnTo>
                    <a:pt x="8900" y="4545"/>
                  </a:lnTo>
                  <a:lnTo>
                    <a:pt x="9089" y="4356"/>
                  </a:lnTo>
                  <a:lnTo>
                    <a:pt x="9300" y="4166"/>
                  </a:lnTo>
                  <a:lnTo>
                    <a:pt x="9510" y="3998"/>
                  </a:lnTo>
                  <a:lnTo>
                    <a:pt x="9742" y="3830"/>
                  </a:lnTo>
                  <a:lnTo>
                    <a:pt x="9994" y="3661"/>
                  </a:lnTo>
                  <a:lnTo>
                    <a:pt x="10247" y="3535"/>
                  </a:lnTo>
                  <a:lnTo>
                    <a:pt x="10520" y="3409"/>
                  </a:lnTo>
                  <a:lnTo>
                    <a:pt x="10794" y="3283"/>
                  </a:lnTo>
                  <a:lnTo>
                    <a:pt x="11109" y="3177"/>
                  </a:lnTo>
                  <a:lnTo>
                    <a:pt x="11425" y="3093"/>
                  </a:lnTo>
                  <a:lnTo>
                    <a:pt x="11740" y="3030"/>
                  </a:lnTo>
                  <a:lnTo>
                    <a:pt x="12098" y="2967"/>
                  </a:lnTo>
                  <a:lnTo>
                    <a:pt x="12456" y="2925"/>
                  </a:lnTo>
                  <a:lnTo>
                    <a:pt x="12834" y="2904"/>
                  </a:lnTo>
                  <a:lnTo>
                    <a:pt x="13697" y="2904"/>
                  </a:lnTo>
                  <a:lnTo>
                    <a:pt x="14034" y="2925"/>
                  </a:lnTo>
                  <a:lnTo>
                    <a:pt x="14454" y="2988"/>
                  </a:lnTo>
                  <a:lnTo>
                    <a:pt x="14896" y="3093"/>
                  </a:lnTo>
                  <a:lnTo>
                    <a:pt x="15149" y="3177"/>
                  </a:lnTo>
                  <a:lnTo>
                    <a:pt x="15401" y="3262"/>
                  </a:lnTo>
                  <a:lnTo>
                    <a:pt x="15654" y="3367"/>
                  </a:lnTo>
                  <a:lnTo>
                    <a:pt x="15906" y="3514"/>
                  </a:lnTo>
                  <a:lnTo>
                    <a:pt x="16158" y="3661"/>
                  </a:lnTo>
                  <a:lnTo>
                    <a:pt x="16432" y="3830"/>
                  </a:lnTo>
                  <a:lnTo>
                    <a:pt x="16684" y="4019"/>
                  </a:lnTo>
                  <a:lnTo>
                    <a:pt x="16937" y="4250"/>
                  </a:lnTo>
                  <a:lnTo>
                    <a:pt x="17189" y="4503"/>
                  </a:lnTo>
                  <a:lnTo>
                    <a:pt x="17442" y="4776"/>
                  </a:lnTo>
                  <a:lnTo>
                    <a:pt x="17673" y="5092"/>
                  </a:lnTo>
                  <a:lnTo>
                    <a:pt x="17905" y="5429"/>
                  </a:lnTo>
                  <a:lnTo>
                    <a:pt x="18115" y="5807"/>
                  </a:lnTo>
                  <a:lnTo>
                    <a:pt x="18304" y="6207"/>
                  </a:lnTo>
                  <a:lnTo>
                    <a:pt x="18494" y="6649"/>
                  </a:lnTo>
                  <a:lnTo>
                    <a:pt x="18662" y="7133"/>
                  </a:lnTo>
                  <a:lnTo>
                    <a:pt x="18809" y="7659"/>
                  </a:lnTo>
                  <a:lnTo>
                    <a:pt x="18936" y="8227"/>
                  </a:lnTo>
                  <a:lnTo>
                    <a:pt x="19041" y="8837"/>
                  </a:lnTo>
                  <a:lnTo>
                    <a:pt x="19125" y="9489"/>
                  </a:lnTo>
                  <a:lnTo>
                    <a:pt x="19167" y="10120"/>
                  </a:lnTo>
                  <a:lnTo>
                    <a:pt x="19188" y="10794"/>
                  </a:lnTo>
                  <a:lnTo>
                    <a:pt x="19188" y="11509"/>
                  </a:lnTo>
                  <a:lnTo>
                    <a:pt x="19167" y="12287"/>
                  </a:lnTo>
                  <a:lnTo>
                    <a:pt x="53587" y="12414"/>
                  </a:lnTo>
                  <a:lnTo>
                    <a:pt x="53587" y="12245"/>
                  </a:lnTo>
                  <a:lnTo>
                    <a:pt x="53566" y="11761"/>
                  </a:lnTo>
                  <a:lnTo>
                    <a:pt x="53587" y="11067"/>
                  </a:lnTo>
                  <a:lnTo>
                    <a:pt x="53608" y="10625"/>
                  </a:lnTo>
                  <a:lnTo>
                    <a:pt x="53629" y="10162"/>
                  </a:lnTo>
                  <a:lnTo>
                    <a:pt x="53692" y="9594"/>
                  </a:lnTo>
                  <a:lnTo>
                    <a:pt x="53776" y="8984"/>
                  </a:lnTo>
                  <a:lnTo>
                    <a:pt x="53902" y="8374"/>
                  </a:lnTo>
                  <a:lnTo>
                    <a:pt x="54050" y="7722"/>
                  </a:lnTo>
                  <a:lnTo>
                    <a:pt x="54239" y="7091"/>
                  </a:lnTo>
                  <a:lnTo>
                    <a:pt x="54470" y="6460"/>
                  </a:lnTo>
                  <a:lnTo>
                    <a:pt x="54618" y="6144"/>
                  </a:lnTo>
                  <a:lnTo>
                    <a:pt x="54765" y="5828"/>
                  </a:lnTo>
                  <a:lnTo>
                    <a:pt x="54912" y="5534"/>
                  </a:lnTo>
                  <a:lnTo>
                    <a:pt x="55101" y="5239"/>
                  </a:lnTo>
                  <a:lnTo>
                    <a:pt x="55291" y="4966"/>
                  </a:lnTo>
                  <a:lnTo>
                    <a:pt x="55480" y="4692"/>
                  </a:lnTo>
                  <a:lnTo>
                    <a:pt x="55712" y="4440"/>
                  </a:lnTo>
                  <a:lnTo>
                    <a:pt x="55943" y="4187"/>
                  </a:lnTo>
                  <a:lnTo>
                    <a:pt x="56195" y="3956"/>
                  </a:lnTo>
                  <a:lnTo>
                    <a:pt x="56448" y="3724"/>
                  </a:lnTo>
                  <a:lnTo>
                    <a:pt x="56742" y="3535"/>
                  </a:lnTo>
                  <a:lnTo>
                    <a:pt x="57037" y="3346"/>
                  </a:lnTo>
                  <a:lnTo>
                    <a:pt x="57374" y="3177"/>
                  </a:lnTo>
                  <a:lnTo>
                    <a:pt x="57710" y="3030"/>
                  </a:lnTo>
                  <a:lnTo>
                    <a:pt x="58068" y="2904"/>
                  </a:lnTo>
                  <a:lnTo>
                    <a:pt x="58447" y="2820"/>
                  </a:lnTo>
                  <a:lnTo>
                    <a:pt x="58846" y="2736"/>
                  </a:lnTo>
                  <a:lnTo>
                    <a:pt x="59267" y="2673"/>
                  </a:lnTo>
                  <a:lnTo>
                    <a:pt x="59709" y="2651"/>
                  </a:lnTo>
                  <a:lnTo>
                    <a:pt x="60424" y="2651"/>
                  </a:lnTo>
                  <a:lnTo>
                    <a:pt x="60698" y="2673"/>
                  </a:lnTo>
                  <a:lnTo>
                    <a:pt x="61055" y="2715"/>
                  </a:lnTo>
                  <a:lnTo>
                    <a:pt x="61497" y="2778"/>
                  </a:lnTo>
                  <a:lnTo>
                    <a:pt x="61981" y="2904"/>
                  </a:lnTo>
                  <a:lnTo>
                    <a:pt x="62255" y="3009"/>
                  </a:lnTo>
                  <a:lnTo>
                    <a:pt x="62528" y="3114"/>
                  </a:lnTo>
                  <a:lnTo>
                    <a:pt x="62802" y="3220"/>
                  </a:lnTo>
                  <a:lnTo>
                    <a:pt x="63075" y="3367"/>
                  </a:lnTo>
                  <a:lnTo>
                    <a:pt x="63349" y="3535"/>
                  </a:lnTo>
                  <a:lnTo>
                    <a:pt x="63622" y="3724"/>
                  </a:lnTo>
                  <a:lnTo>
                    <a:pt x="63917" y="3935"/>
                  </a:lnTo>
                  <a:lnTo>
                    <a:pt x="64190" y="4187"/>
                  </a:lnTo>
                  <a:lnTo>
                    <a:pt x="64443" y="4440"/>
                  </a:lnTo>
                  <a:lnTo>
                    <a:pt x="64716" y="4734"/>
                  </a:lnTo>
                  <a:lnTo>
                    <a:pt x="64969" y="5071"/>
                  </a:lnTo>
                  <a:lnTo>
                    <a:pt x="65200" y="5429"/>
                  </a:lnTo>
                  <a:lnTo>
                    <a:pt x="65432" y="5828"/>
                  </a:lnTo>
                  <a:lnTo>
                    <a:pt x="65642" y="6249"/>
                  </a:lnTo>
                  <a:lnTo>
                    <a:pt x="65831" y="6733"/>
                  </a:lnTo>
                  <a:lnTo>
                    <a:pt x="66000" y="7238"/>
                  </a:lnTo>
                  <a:lnTo>
                    <a:pt x="66147" y="7785"/>
                  </a:lnTo>
                  <a:lnTo>
                    <a:pt x="66273" y="8353"/>
                  </a:lnTo>
                  <a:lnTo>
                    <a:pt x="66378" y="8984"/>
                  </a:lnTo>
                  <a:lnTo>
                    <a:pt x="66441" y="9657"/>
                  </a:lnTo>
                  <a:lnTo>
                    <a:pt x="66483" y="10141"/>
                  </a:lnTo>
                  <a:lnTo>
                    <a:pt x="66505" y="10625"/>
                  </a:lnTo>
                  <a:lnTo>
                    <a:pt x="66505" y="11130"/>
                  </a:lnTo>
                  <a:lnTo>
                    <a:pt x="66505" y="11635"/>
                  </a:lnTo>
                  <a:lnTo>
                    <a:pt x="73847" y="11888"/>
                  </a:lnTo>
                  <a:lnTo>
                    <a:pt x="73889" y="11698"/>
                  </a:lnTo>
                  <a:lnTo>
                    <a:pt x="74015" y="11151"/>
                  </a:lnTo>
                  <a:lnTo>
                    <a:pt x="74057" y="10751"/>
                  </a:lnTo>
                  <a:lnTo>
                    <a:pt x="74121" y="10289"/>
                  </a:lnTo>
                  <a:lnTo>
                    <a:pt x="74163" y="9763"/>
                  </a:lnTo>
                  <a:lnTo>
                    <a:pt x="74184" y="9174"/>
                  </a:lnTo>
                  <a:lnTo>
                    <a:pt x="74163" y="8690"/>
                  </a:lnTo>
                  <a:lnTo>
                    <a:pt x="74142" y="8164"/>
                  </a:lnTo>
                  <a:lnTo>
                    <a:pt x="74100" y="7596"/>
                  </a:lnTo>
                  <a:lnTo>
                    <a:pt x="74015" y="7028"/>
                  </a:lnTo>
                  <a:lnTo>
                    <a:pt x="73889" y="6460"/>
                  </a:lnTo>
                  <a:lnTo>
                    <a:pt x="73742" y="5849"/>
                  </a:lnTo>
                  <a:lnTo>
                    <a:pt x="73553" y="5239"/>
                  </a:lnTo>
                  <a:lnTo>
                    <a:pt x="73300" y="4629"/>
                  </a:lnTo>
                  <a:lnTo>
                    <a:pt x="73027" y="4019"/>
                  </a:lnTo>
                  <a:lnTo>
                    <a:pt x="72690" y="3409"/>
                  </a:lnTo>
                  <a:lnTo>
                    <a:pt x="72501" y="3114"/>
                  </a:lnTo>
                  <a:lnTo>
                    <a:pt x="72290" y="2820"/>
                  </a:lnTo>
                  <a:lnTo>
                    <a:pt x="72080" y="2504"/>
                  </a:lnTo>
                  <a:lnTo>
                    <a:pt x="71848" y="2210"/>
                  </a:lnTo>
                  <a:lnTo>
                    <a:pt x="71596" y="1915"/>
                  </a:lnTo>
                  <a:lnTo>
                    <a:pt x="71322" y="1642"/>
                  </a:lnTo>
                  <a:lnTo>
                    <a:pt x="71049" y="1347"/>
                  </a:lnTo>
                  <a:lnTo>
                    <a:pt x="70733" y="1074"/>
                  </a:lnTo>
                  <a:lnTo>
                    <a:pt x="70418" y="800"/>
                  </a:lnTo>
                  <a:lnTo>
                    <a:pt x="70081" y="527"/>
                  </a:lnTo>
                  <a:lnTo>
                    <a:pt x="69723" y="253"/>
                  </a:lnTo>
                  <a:lnTo>
                    <a:pt x="69366" y="1"/>
                  </a:lnTo>
                  <a:close/>
                </a:path>
              </a:pathLst>
            </a:custGeom>
            <a:solidFill>
              <a:srgbClr val="DDA2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2"/>
            <p:cNvSpPr/>
            <p:nvPr/>
          </p:nvSpPr>
          <p:spPr>
            <a:xfrm>
              <a:off x="4033617" y="4309257"/>
              <a:ext cx="55580" cy="56217"/>
            </a:xfrm>
            <a:custGeom>
              <a:avLst/>
              <a:gdLst/>
              <a:ahLst/>
              <a:cxnLst/>
              <a:rect l="l" t="t" r="r" b="b"/>
              <a:pathLst>
                <a:path w="1831" h="1852" extrusionOk="0">
                  <a:moveTo>
                    <a:pt x="0" y="1"/>
                  </a:moveTo>
                  <a:lnTo>
                    <a:pt x="0" y="1852"/>
                  </a:lnTo>
                  <a:lnTo>
                    <a:pt x="1831" y="1852"/>
                  </a:lnTo>
                  <a:lnTo>
                    <a:pt x="1831" y="1"/>
                  </a:lnTo>
                  <a:close/>
                </a:path>
              </a:pathLst>
            </a:custGeom>
            <a:solidFill>
              <a:srgbClr val="282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2"/>
            <p:cNvSpPr/>
            <p:nvPr/>
          </p:nvSpPr>
          <p:spPr>
            <a:xfrm>
              <a:off x="4144747" y="4309257"/>
              <a:ext cx="56217" cy="56217"/>
            </a:xfrm>
            <a:custGeom>
              <a:avLst/>
              <a:gdLst/>
              <a:ahLst/>
              <a:cxnLst/>
              <a:rect l="l" t="t" r="r" b="b"/>
              <a:pathLst>
                <a:path w="1852" h="1852" extrusionOk="0">
                  <a:moveTo>
                    <a:pt x="0" y="1"/>
                  </a:moveTo>
                  <a:lnTo>
                    <a:pt x="0" y="1852"/>
                  </a:lnTo>
                  <a:lnTo>
                    <a:pt x="1852" y="1852"/>
                  </a:lnTo>
                  <a:lnTo>
                    <a:pt x="1852" y="1"/>
                  </a:lnTo>
                  <a:close/>
                </a:path>
              </a:pathLst>
            </a:custGeom>
            <a:solidFill>
              <a:srgbClr val="282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2"/>
            <p:cNvSpPr/>
            <p:nvPr/>
          </p:nvSpPr>
          <p:spPr>
            <a:xfrm>
              <a:off x="4089167" y="4365445"/>
              <a:ext cx="55610" cy="55610"/>
            </a:xfrm>
            <a:custGeom>
              <a:avLst/>
              <a:gdLst/>
              <a:ahLst/>
              <a:cxnLst/>
              <a:rect l="l" t="t" r="r" b="b"/>
              <a:pathLst>
                <a:path w="1832" h="1832" extrusionOk="0">
                  <a:moveTo>
                    <a:pt x="1" y="1"/>
                  </a:moveTo>
                  <a:lnTo>
                    <a:pt x="1" y="1831"/>
                  </a:lnTo>
                  <a:lnTo>
                    <a:pt x="1831" y="1831"/>
                  </a:lnTo>
                  <a:lnTo>
                    <a:pt x="1831" y="1"/>
                  </a:lnTo>
                  <a:close/>
                </a:path>
              </a:pathLst>
            </a:custGeom>
            <a:solidFill>
              <a:srgbClr val="282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2"/>
            <p:cNvSpPr/>
            <p:nvPr/>
          </p:nvSpPr>
          <p:spPr>
            <a:xfrm>
              <a:off x="4256485" y="4309257"/>
              <a:ext cx="55610" cy="56217"/>
            </a:xfrm>
            <a:custGeom>
              <a:avLst/>
              <a:gdLst/>
              <a:ahLst/>
              <a:cxnLst/>
              <a:rect l="l" t="t" r="r" b="b"/>
              <a:pathLst>
                <a:path w="1832" h="1852" extrusionOk="0">
                  <a:moveTo>
                    <a:pt x="1" y="1"/>
                  </a:moveTo>
                  <a:lnTo>
                    <a:pt x="1" y="1852"/>
                  </a:lnTo>
                  <a:lnTo>
                    <a:pt x="1831" y="1852"/>
                  </a:lnTo>
                  <a:lnTo>
                    <a:pt x="1831" y="1"/>
                  </a:lnTo>
                  <a:close/>
                </a:path>
              </a:pathLst>
            </a:custGeom>
            <a:solidFill>
              <a:srgbClr val="282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2"/>
            <p:cNvSpPr/>
            <p:nvPr/>
          </p:nvSpPr>
          <p:spPr>
            <a:xfrm>
              <a:off x="4200935" y="4365445"/>
              <a:ext cx="55580" cy="55610"/>
            </a:xfrm>
            <a:custGeom>
              <a:avLst/>
              <a:gdLst/>
              <a:ahLst/>
              <a:cxnLst/>
              <a:rect l="l" t="t" r="r" b="b"/>
              <a:pathLst>
                <a:path w="1831" h="1832" extrusionOk="0">
                  <a:moveTo>
                    <a:pt x="1" y="1"/>
                  </a:moveTo>
                  <a:lnTo>
                    <a:pt x="1" y="1831"/>
                  </a:lnTo>
                  <a:lnTo>
                    <a:pt x="1831" y="1831"/>
                  </a:lnTo>
                  <a:lnTo>
                    <a:pt x="1831" y="1"/>
                  </a:lnTo>
                  <a:close/>
                </a:path>
              </a:pathLst>
            </a:custGeom>
            <a:solidFill>
              <a:srgbClr val="282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2"/>
            <p:cNvSpPr/>
            <p:nvPr/>
          </p:nvSpPr>
          <p:spPr>
            <a:xfrm>
              <a:off x="4813382" y="4313082"/>
              <a:ext cx="55610" cy="56248"/>
            </a:xfrm>
            <a:custGeom>
              <a:avLst/>
              <a:gdLst/>
              <a:ahLst/>
              <a:cxnLst/>
              <a:rect l="l" t="t" r="r" b="b"/>
              <a:pathLst>
                <a:path w="1832" h="1853" extrusionOk="0">
                  <a:moveTo>
                    <a:pt x="1" y="1"/>
                  </a:moveTo>
                  <a:lnTo>
                    <a:pt x="1" y="1852"/>
                  </a:lnTo>
                  <a:lnTo>
                    <a:pt x="1831" y="1852"/>
                  </a:lnTo>
                  <a:lnTo>
                    <a:pt x="1831" y="1"/>
                  </a:lnTo>
                  <a:close/>
                </a:path>
              </a:pathLst>
            </a:custGeom>
            <a:solidFill>
              <a:srgbClr val="282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2"/>
            <p:cNvSpPr/>
            <p:nvPr/>
          </p:nvSpPr>
          <p:spPr>
            <a:xfrm>
              <a:off x="4925150" y="4313082"/>
              <a:ext cx="55580" cy="56248"/>
            </a:xfrm>
            <a:custGeom>
              <a:avLst/>
              <a:gdLst/>
              <a:ahLst/>
              <a:cxnLst/>
              <a:rect l="l" t="t" r="r" b="b"/>
              <a:pathLst>
                <a:path w="1831" h="1853" extrusionOk="0">
                  <a:moveTo>
                    <a:pt x="1" y="1"/>
                  </a:moveTo>
                  <a:lnTo>
                    <a:pt x="1" y="1852"/>
                  </a:lnTo>
                  <a:lnTo>
                    <a:pt x="1831" y="1852"/>
                  </a:lnTo>
                  <a:lnTo>
                    <a:pt x="1831" y="1"/>
                  </a:lnTo>
                  <a:close/>
                </a:path>
              </a:pathLst>
            </a:custGeom>
            <a:solidFill>
              <a:srgbClr val="282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2"/>
            <p:cNvSpPr/>
            <p:nvPr/>
          </p:nvSpPr>
          <p:spPr>
            <a:xfrm>
              <a:off x="4868963" y="4369300"/>
              <a:ext cx="56217" cy="55580"/>
            </a:xfrm>
            <a:custGeom>
              <a:avLst/>
              <a:gdLst/>
              <a:ahLst/>
              <a:cxnLst/>
              <a:rect l="l" t="t" r="r" b="b"/>
              <a:pathLst>
                <a:path w="1852" h="1831" extrusionOk="0">
                  <a:moveTo>
                    <a:pt x="0" y="0"/>
                  </a:moveTo>
                  <a:lnTo>
                    <a:pt x="0" y="1831"/>
                  </a:lnTo>
                  <a:lnTo>
                    <a:pt x="1852" y="1831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282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2"/>
            <p:cNvSpPr/>
            <p:nvPr/>
          </p:nvSpPr>
          <p:spPr>
            <a:xfrm>
              <a:off x="5036281" y="4313082"/>
              <a:ext cx="55580" cy="56248"/>
            </a:xfrm>
            <a:custGeom>
              <a:avLst/>
              <a:gdLst/>
              <a:ahLst/>
              <a:cxnLst/>
              <a:rect l="l" t="t" r="r" b="b"/>
              <a:pathLst>
                <a:path w="1831" h="1853" extrusionOk="0">
                  <a:moveTo>
                    <a:pt x="0" y="1"/>
                  </a:moveTo>
                  <a:lnTo>
                    <a:pt x="0" y="1852"/>
                  </a:lnTo>
                  <a:lnTo>
                    <a:pt x="1831" y="1852"/>
                  </a:lnTo>
                  <a:lnTo>
                    <a:pt x="1831" y="1"/>
                  </a:lnTo>
                  <a:close/>
                </a:path>
              </a:pathLst>
            </a:custGeom>
            <a:solidFill>
              <a:srgbClr val="282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2"/>
            <p:cNvSpPr/>
            <p:nvPr/>
          </p:nvSpPr>
          <p:spPr>
            <a:xfrm>
              <a:off x="4980700" y="4369300"/>
              <a:ext cx="55610" cy="55580"/>
            </a:xfrm>
            <a:custGeom>
              <a:avLst/>
              <a:gdLst/>
              <a:ahLst/>
              <a:cxnLst/>
              <a:rect l="l" t="t" r="r" b="b"/>
              <a:pathLst>
                <a:path w="1832" h="1831" extrusionOk="0">
                  <a:moveTo>
                    <a:pt x="1" y="0"/>
                  </a:moveTo>
                  <a:lnTo>
                    <a:pt x="1" y="1831"/>
                  </a:lnTo>
                  <a:lnTo>
                    <a:pt x="1831" y="1831"/>
                  </a:lnTo>
                  <a:lnTo>
                    <a:pt x="1831" y="0"/>
                  </a:lnTo>
                  <a:close/>
                </a:path>
              </a:pathLst>
            </a:custGeom>
            <a:solidFill>
              <a:srgbClr val="282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2"/>
            <p:cNvSpPr/>
            <p:nvPr/>
          </p:nvSpPr>
          <p:spPr>
            <a:xfrm>
              <a:off x="4378483" y="4305432"/>
              <a:ext cx="93281" cy="113710"/>
            </a:xfrm>
            <a:custGeom>
              <a:avLst/>
              <a:gdLst/>
              <a:ahLst/>
              <a:cxnLst/>
              <a:rect l="l" t="t" r="r" b="b"/>
              <a:pathLst>
                <a:path w="3073" h="3746" extrusionOk="0">
                  <a:moveTo>
                    <a:pt x="0" y="0"/>
                  </a:moveTo>
                  <a:lnTo>
                    <a:pt x="0" y="695"/>
                  </a:lnTo>
                  <a:lnTo>
                    <a:pt x="1136" y="695"/>
                  </a:lnTo>
                  <a:lnTo>
                    <a:pt x="1136" y="3745"/>
                  </a:lnTo>
                  <a:lnTo>
                    <a:pt x="1957" y="3745"/>
                  </a:lnTo>
                  <a:lnTo>
                    <a:pt x="1957" y="695"/>
                  </a:lnTo>
                  <a:lnTo>
                    <a:pt x="3072" y="695"/>
                  </a:lnTo>
                  <a:lnTo>
                    <a:pt x="3072" y="0"/>
                  </a:lnTo>
                  <a:close/>
                </a:path>
              </a:pathLst>
            </a:custGeom>
            <a:solidFill>
              <a:srgbClr val="282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2"/>
            <p:cNvSpPr/>
            <p:nvPr/>
          </p:nvSpPr>
          <p:spPr>
            <a:xfrm>
              <a:off x="4467879" y="4305432"/>
              <a:ext cx="110523" cy="113710"/>
            </a:xfrm>
            <a:custGeom>
              <a:avLst/>
              <a:gdLst/>
              <a:ahLst/>
              <a:cxnLst/>
              <a:rect l="l" t="t" r="r" b="b"/>
              <a:pathLst>
                <a:path w="3641" h="3746" extrusionOk="0">
                  <a:moveTo>
                    <a:pt x="1831" y="926"/>
                  </a:moveTo>
                  <a:lnTo>
                    <a:pt x="2294" y="2294"/>
                  </a:lnTo>
                  <a:lnTo>
                    <a:pt x="1326" y="2294"/>
                  </a:lnTo>
                  <a:lnTo>
                    <a:pt x="1810" y="926"/>
                  </a:lnTo>
                  <a:close/>
                  <a:moveTo>
                    <a:pt x="1410" y="0"/>
                  </a:moveTo>
                  <a:lnTo>
                    <a:pt x="1" y="3745"/>
                  </a:lnTo>
                  <a:lnTo>
                    <a:pt x="821" y="3745"/>
                  </a:lnTo>
                  <a:lnTo>
                    <a:pt x="1116" y="2904"/>
                  </a:lnTo>
                  <a:lnTo>
                    <a:pt x="2504" y="2904"/>
                  </a:lnTo>
                  <a:lnTo>
                    <a:pt x="2799" y="3745"/>
                  </a:lnTo>
                  <a:lnTo>
                    <a:pt x="3641" y="3745"/>
                  </a:lnTo>
                  <a:lnTo>
                    <a:pt x="2252" y="0"/>
                  </a:lnTo>
                  <a:close/>
                </a:path>
              </a:pathLst>
            </a:custGeom>
            <a:solidFill>
              <a:srgbClr val="282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2"/>
            <p:cNvSpPr/>
            <p:nvPr/>
          </p:nvSpPr>
          <p:spPr>
            <a:xfrm>
              <a:off x="4586021" y="4305432"/>
              <a:ext cx="107973" cy="113710"/>
            </a:xfrm>
            <a:custGeom>
              <a:avLst/>
              <a:gdLst/>
              <a:ahLst/>
              <a:cxnLst/>
              <a:rect l="l" t="t" r="r" b="b"/>
              <a:pathLst>
                <a:path w="3557" h="3746" extrusionOk="0">
                  <a:moveTo>
                    <a:pt x="106" y="0"/>
                  </a:moveTo>
                  <a:lnTo>
                    <a:pt x="1305" y="1789"/>
                  </a:lnTo>
                  <a:lnTo>
                    <a:pt x="1" y="3745"/>
                  </a:lnTo>
                  <a:lnTo>
                    <a:pt x="927" y="3745"/>
                  </a:lnTo>
                  <a:lnTo>
                    <a:pt x="1747" y="2441"/>
                  </a:lnTo>
                  <a:lnTo>
                    <a:pt x="2568" y="3745"/>
                  </a:lnTo>
                  <a:lnTo>
                    <a:pt x="3557" y="3745"/>
                  </a:lnTo>
                  <a:lnTo>
                    <a:pt x="2252" y="1789"/>
                  </a:lnTo>
                  <a:lnTo>
                    <a:pt x="3451" y="0"/>
                  </a:lnTo>
                  <a:lnTo>
                    <a:pt x="2547" y="0"/>
                  </a:lnTo>
                  <a:lnTo>
                    <a:pt x="1789" y="1200"/>
                  </a:lnTo>
                  <a:lnTo>
                    <a:pt x="1053" y="0"/>
                  </a:lnTo>
                  <a:close/>
                </a:path>
              </a:pathLst>
            </a:custGeom>
            <a:solidFill>
              <a:srgbClr val="282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2"/>
            <p:cNvSpPr/>
            <p:nvPr/>
          </p:nvSpPr>
          <p:spPr>
            <a:xfrm>
              <a:off x="4713119" y="4305432"/>
              <a:ext cx="24952" cy="113710"/>
            </a:xfrm>
            <a:custGeom>
              <a:avLst/>
              <a:gdLst/>
              <a:ahLst/>
              <a:cxnLst/>
              <a:rect l="l" t="t" r="r" b="b"/>
              <a:pathLst>
                <a:path w="822" h="3746" extrusionOk="0">
                  <a:moveTo>
                    <a:pt x="1" y="0"/>
                  </a:moveTo>
                  <a:lnTo>
                    <a:pt x="1" y="3745"/>
                  </a:lnTo>
                  <a:lnTo>
                    <a:pt x="821" y="3745"/>
                  </a:lnTo>
                  <a:lnTo>
                    <a:pt x="821" y="0"/>
                  </a:lnTo>
                  <a:close/>
                </a:path>
              </a:pathLst>
            </a:custGeom>
            <a:solidFill>
              <a:srgbClr val="282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2"/>
            <p:cNvSpPr/>
            <p:nvPr/>
          </p:nvSpPr>
          <p:spPr>
            <a:xfrm>
              <a:off x="3463302" y="4062743"/>
              <a:ext cx="159060" cy="288706"/>
            </a:xfrm>
            <a:custGeom>
              <a:avLst/>
              <a:gdLst/>
              <a:ahLst/>
              <a:cxnLst/>
              <a:rect l="l" t="t" r="r" b="b"/>
              <a:pathLst>
                <a:path w="5240" h="9511" extrusionOk="0">
                  <a:moveTo>
                    <a:pt x="1116" y="1"/>
                  </a:moveTo>
                  <a:lnTo>
                    <a:pt x="926" y="905"/>
                  </a:lnTo>
                  <a:lnTo>
                    <a:pt x="695" y="2252"/>
                  </a:lnTo>
                  <a:lnTo>
                    <a:pt x="569" y="3072"/>
                  </a:lnTo>
                  <a:lnTo>
                    <a:pt x="442" y="3977"/>
                  </a:lnTo>
                  <a:lnTo>
                    <a:pt x="316" y="4945"/>
                  </a:lnTo>
                  <a:lnTo>
                    <a:pt x="211" y="5976"/>
                  </a:lnTo>
                  <a:lnTo>
                    <a:pt x="127" y="6817"/>
                  </a:lnTo>
                  <a:lnTo>
                    <a:pt x="85" y="7701"/>
                  </a:lnTo>
                  <a:lnTo>
                    <a:pt x="43" y="8605"/>
                  </a:lnTo>
                  <a:lnTo>
                    <a:pt x="1" y="9510"/>
                  </a:lnTo>
                  <a:lnTo>
                    <a:pt x="379" y="9447"/>
                  </a:lnTo>
                  <a:lnTo>
                    <a:pt x="716" y="9342"/>
                  </a:lnTo>
                  <a:lnTo>
                    <a:pt x="1053" y="9216"/>
                  </a:lnTo>
                  <a:lnTo>
                    <a:pt x="1368" y="9068"/>
                  </a:lnTo>
                  <a:lnTo>
                    <a:pt x="1663" y="8900"/>
                  </a:lnTo>
                  <a:lnTo>
                    <a:pt x="1957" y="8711"/>
                  </a:lnTo>
                  <a:lnTo>
                    <a:pt x="2231" y="8500"/>
                  </a:lnTo>
                  <a:lnTo>
                    <a:pt x="2483" y="8248"/>
                  </a:lnTo>
                  <a:lnTo>
                    <a:pt x="2715" y="8016"/>
                  </a:lnTo>
                  <a:lnTo>
                    <a:pt x="2946" y="7743"/>
                  </a:lnTo>
                  <a:lnTo>
                    <a:pt x="3178" y="7469"/>
                  </a:lnTo>
                  <a:lnTo>
                    <a:pt x="3367" y="7196"/>
                  </a:lnTo>
                  <a:lnTo>
                    <a:pt x="3556" y="6901"/>
                  </a:lnTo>
                  <a:lnTo>
                    <a:pt x="3725" y="6586"/>
                  </a:lnTo>
                  <a:lnTo>
                    <a:pt x="4061" y="5976"/>
                  </a:lnTo>
                  <a:lnTo>
                    <a:pt x="4229" y="5597"/>
                  </a:lnTo>
                  <a:lnTo>
                    <a:pt x="4377" y="5239"/>
                  </a:lnTo>
                  <a:lnTo>
                    <a:pt x="4629" y="4503"/>
                  </a:lnTo>
                  <a:lnTo>
                    <a:pt x="4840" y="3830"/>
                  </a:lnTo>
                  <a:lnTo>
                    <a:pt x="5008" y="3198"/>
                  </a:lnTo>
                  <a:lnTo>
                    <a:pt x="5113" y="2694"/>
                  </a:lnTo>
                  <a:lnTo>
                    <a:pt x="5197" y="2273"/>
                  </a:lnTo>
                  <a:lnTo>
                    <a:pt x="5239" y="1915"/>
                  </a:lnTo>
                  <a:lnTo>
                    <a:pt x="11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2"/>
            <p:cNvSpPr/>
            <p:nvPr/>
          </p:nvSpPr>
          <p:spPr>
            <a:xfrm>
              <a:off x="3469707" y="4475938"/>
              <a:ext cx="208205" cy="109885"/>
            </a:xfrm>
            <a:custGeom>
              <a:avLst/>
              <a:gdLst/>
              <a:ahLst/>
              <a:cxnLst/>
              <a:rect l="l" t="t" r="r" b="b"/>
              <a:pathLst>
                <a:path w="6859" h="3620" extrusionOk="0">
                  <a:moveTo>
                    <a:pt x="0" y="1"/>
                  </a:moveTo>
                  <a:lnTo>
                    <a:pt x="63" y="527"/>
                  </a:lnTo>
                  <a:lnTo>
                    <a:pt x="147" y="1074"/>
                  </a:lnTo>
                  <a:lnTo>
                    <a:pt x="252" y="1600"/>
                  </a:lnTo>
                  <a:lnTo>
                    <a:pt x="358" y="2105"/>
                  </a:lnTo>
                  <a:lnTo>
                    <a:pt x="484" y="2567"/>
                  </a:lnTo>
                  <a:lnTo>
                    <a:pt x="610" y="2988"/>
                  </a:lnTo>
                  <a:lnTo>
                    <a:pt x="2840" y="3262"/>
                  </a:lnTo>
                  <a:lnTo>
                    <a:pt x="4818" y="3472"/>
                  </a:lnTo>
                  <a:lnTo>
                    <a:pt x="5807" y="3556"/>
                  </a:lnTo>
                  <a:lnTo>
                    <a:pt x="6690" y="3619"/>
                  </a:lnTo>
                  <a:lnTo>
                    <a:pt x="6690" y="3619"/>
                  </a:lnTo>
                  <a:lnTo>
                    <a:pt x="6669" y="3409"/>
                  </a:lnTo>
                  <a:lnTo>
                    <a:pt x="6669" y="2799"/>
                  </a:lnTo>
                  <a:lnTo>
                    <a:pt x="6690" y="2399"/>
                  </a:lnTo>
                  <a:lnTo>
                    <a:pt x="6711" y="1915"/>
                  </a:lnTo>
                  <a:lnTo>
                    <a:pt x="6775" y="1389"/>
                  </a:lnTo>
                  <a:lnTo>
                    <a:pt x="6859" y="821"/>
                  </a:lnTo>
                  <a:lnTo>
                    <a:pt x="4713" y="590"/>
                  </a:lnTo>
                  <a:lnTo>
                    <a:pt x="2840" y="358"/>
                  </a:lnTo>
                  <a:lnTo>
                    <a:pt x="1262" y="16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C8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2"/>
            <p:cNvSpPr/>
            <p:nvPr/>
          </p:nvSpPr>
          <p:spPr>
            <a:xfrm>
              <a:off x="4043816" y="4532156"/>
              <a:ext cx="1047399" cy="88788"/>
            </a:xfrm>
            <a:custGeom>
              <a:avLst/>
              <a:gdLst/>
              <a:ahLst/>
              <a:cxnLst/>
              <a:rect l="l" t="t" r="r" b="b"/>
              <a:pathLst>
                <a:path w="34505" h="2925" extrusionOk="0">
                  <a:moveTo>
                    <a:pt x="1" y="0"/>
                  </a:moveTo>
                  <a:lnTo>
                    <a:pt x="43" y="631"/>
                  </a:lnTo>
                  <a:lnTo>
                    <a:pt x="64" y="1305"/>
                  </a:lnTo>
                  <a:lnTo>
                    <a:pt x="64" y="2020"/>
                  </a:lnTo>
                  <a:lnTo>
                    <a:pt x="43" y="2798"/>
                  </a:lnTo>
                  <a:lnTo>
                    <a:pt x="34463" y="2925"/>
                  </a:lnTo>
                  <a:lnTo>
                    <a:pt x="34463" y="2756"/>
                  </a:lnTo>
                  <a:lnTo>
                    <a:pt x="34442" y="2272"/>
                  </a:lnTo>
                  <a:lnTo>
                    <a:pt x="34463" y="1578"/>
                  </a:lnTo>
                  <a:lnTo>
                    <a:pt x="34484" y="1136"/>
                  </a:lnTo>
                  <a:lnTo>
                    <a:pt x="34505" y="673"/>
                  </a:lnTo>
                  <a:lnTo>
                    <a:pt x="31959" y="736"/>
                  </a:lnTo>
                  <a:lnTo>
                    <a:pt x="29455" y="758"/>
                  </a:lnTo>
                  <a:lnTo>
                    <a:pt x="26994" y="779"/>
                  </a:lnTo>
                  <a:lnTo>
                    <a:pt x="22239" y="779"/>
                  </a:lnTo>
                  <a:lnTo>
                    <a:pt x="19925" y="758"/>
                  </a:lnTo>
                  <a:lnTo>
                    <a:pt x="17674" y="736"/>
                  </a:lnTo>
                  <a:lnTo>
                    <a:pt x="15486" y="673"/>
                  </a:lnTo>
                  <a:lnTo>
                    <a:pt x="11257" y="568"/>
                  </a:lnTo>
                  <a:lnTo>
                    <a:pt x="7280" y="400"/>
                  </a:lnTo>
                  <a:lnTo>
                    <a:pt x="3514" y="2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C8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2"/>
            <p:cNvSpPr/>
            <p:nvPr/>
          </p:nvSpPr>
          <p:spPr>
            <a:xfrm>
              <a:off x="5480135" y="4522563"/>
              <a:ext cx="235039" cy="82414"/>
            </a:xfrm>
            <a:custGeom>
              <a:avLst/>
              <a:gdLst/>
              <a:ahLst/>
              <a:cxnLst/>
              <a:rect l="l" t="t" r="r" b="b"/>
              <a:pathLst>
                <a:path w="7743" h="2715" extrusionOk="0">
                  <a:moveTo>
                    <a:pt x="7743" y="1"/>
                  </a:moveTo>
                  <a:lnTo>
                    <a:pt x="3829" y="274"/>
                  </a:lnTo>
                  <a:lnTo>
                    <a:pt x="0" y="484"/>
                  </a:lnTo>
                  <a:lnTo>
                    <a:pt x="42" y="968"/>
                  </a:lnTo>
                  <a:lnTo>
                    <a:pt x="64" y="1452"/>
                  </a:lnTo>
                  <a:lnTo>
                    <a:pt x="64" y="1957"/>
                  </a:lnTo>
                  <a:lnTo>
                    <a:pt x="64" y="2462"/>
                  </a:lnTo>
                  <a:lnTo>
                    <a:pt x="7406" y="2715"/>
                  </a:lnTo>
                  <a:lnTo>
                    <a:pt x="7448" y="2525"/>
                  </a:lnTo>
                  <a:lnTo>
                    <a:pt x="7574" y="1978"/>
                  </a:lnTo>
                  <a:lnTo>
                    <a:pt x="7616" y="1578"/>
                  </a:lnTo>
                  <a:lnTo>
                    <a:pt x="7680" y="1116"/>
                  </a:lnTo>
                  <a:lnTo>
                    <a:pt x="7722" y="590"/>
                  </a:lnTo>
                  <a:lnTo>
                    <a:pt x="7743" y="1"/>
                  </a:lnTo>
                  <a:close/>
                </a:path>
              </a:pathLst>
            </a:custGeom>
            <a:solidFill>
              <a:srgbClr val="BC8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2"/>
            <p:cNvSpPr/>
            <p:nvPr/>
          </p:nvSpPr>
          <p:spPr>
            <a:xfrm>
              <a:off x="3691938" y="4362895"/>
              <a:ext cx="334026" cy="334694"/>
            </a:xfrm>
            <a:custGeom>
              <a:avLst/>
              <a:gdLst/>
              <a:ahLst/>
              <a:cxnLst/>
              <a:rect l="l" t="t" r="r" b="b"/>
              <a:pathLst>
                <a:path w="11004" h="11026" extrusionOk="0">
                  <a:moveTo>
                    <a:pt x="5492" y="1"/>
                  </a:moveTo>
                  <a:lnTo>
                    <a:pt x="5218" y="22"/>
                  </a:lnTo>
                  <a:lnTo>
                    <a:pt x="4945" y="43"/>
                  </a:lnTo>
                  <a:lnTo>
                    <a:pt x="4650" y="85"/>
                  </a:lnTo>
                  <a:lnTo>
                    <a:pt x="4398" y="127"/>
                  </a:lnTo>
                  <a:lnTo>
                    <a:pt x="4124" y="190"/>
                  </a:lnTo>
                  <a:lnTo>
                    <a:pt x="3851" y="253"/>
                  </a:lnTo>
                  <a:lnTo>
                    <a:pt x="3598" y="337"/>
                  </a:lnTo>
                  <a:lnTo>
                    <a:pt x="3346" y="443"/>
                  </a:lnTo>
                  <a:lnTo>
                    <a:pt x="3114" y="548"/>
                  </a:lnTo>
                  <a:lnTo>
                    <a:pt x="2883" y="674"/>
                  </a:lnTo>
                  <a:lnTo>
                    <a:pt x="2651" y="800"/>
                  </a:lnTo>
                  <a:lnTo>
                    <a:pt x="2420" y="948"/>
                  </a:lnTo>
                  <a:lnTo>
                    <a:pt x="2210" y="1095"/>
                  </a:lnTo>
                  <a:lnTo>
                    <a:pt x="1999" y="1263"/>
                  </a:lnTo>
                  <a:lnTo>
                    <a:pt x="1600" y="1621"/>
                  </a:lnTo>
                  <a:lnTo>
                    <a:pt x="1242" y="2021"/>
                  </a:lnTo>
                  <a:lnTo>
                    <a:pt x="1095" y="2231"/>
                  </a:lnTo>
                  <a:lnTo>
                    <a:pt x="926" y="2441"/>
                  </a:lnTo>
                  <a:lnTo>
                    <a:pt x="779" y="2652"/>
                  </a:lnTo>
                  <a:lnTo>
                    <a:pt x="653" y="2883"/>
                  </a:lnTo>
                  <a:lnTo>
                    <a:pt x="527" y="3136"/>
                  </a:lnTo>
                  <a:lnTo>
                    <a:pt x="421" y="3367"/>
                  </a:lnTo>
                  <a:lnTo>
                    <a:pt x="316" y="3620"/>
                  </a:lnTo>
                  <a:lnTo>
                    <a:pt x="232" y="3872"/>
                  </a:lnTo>
                  <a:lnTo>
                    <a:pt x="169" y="4145"/>
                  </a:lnTo>
                  <a:lnTo>
                    <a:pt x="106" y="4398"/>
                  </a:lnTo>
                  <a:lnTo>
                    <a:pt x="64" y="4671"/>
                  </a:lnTo>
                  <a:lnTo>
                    <a:pt x="22" y="4945"/>
                  </a:lnTo>
                  <a:lnTo>
                    <a:pt x="1" y="5240"/>
                  </a:lnTo>
                  <a:lnTo>
                    <a:pt x="1" y="5513"/>
                  </a:lnTo>
                  <a:lnTo>
                    <a:pt x="1" y="5808"/>
                  </a:lnTo>
                  <a:lnTo>
                    <a:pt x="22" y="6081"/>
                  </a:lnTo>
                  <a:lnTo>
                    <a:pt x="64" y="6355"/>
                  </a:lnTo>
                  <a:lnTo>
                    <a:pt x="106" y="6628"/>
                  </a:lnTo>
                  <a:lnTo>
                    <a:pt x="169" y="6902"/>
                  </a:lnTo>
                  <a:lnTo>
                    <a:pt x="232" y="7154"/>
                  </a:lnTo>
                  <a:lnTo>
                    <a:pt x="316" y="7407"/>
                  </a:lnTo>
                  <a:lnTo>
                    <a:pt x="421" y="7659"/>
                  </a:lnTo>
                  <a:lnTo>
                    <a:pt x="527" y="7911"/>
                  </a:lnTo>
                  <a:lnTo>
                    <a:pt x="653" y="8143"/>
                  </a:lnTo>
                  <a:lnTo>
                    <a:pt x="779" y="8374"/>
                  </a:lnTo>
                  <a:lnTo>
                    <a:pt x="926" y="8585"/>
                  </a:lnTo>
                  <a:lnTo>
                    <a:pt x="1095" y="8816"/>
                  </a:lnTo>
                  <a:lnTo>
                    <a:pt x="1242" y="9026"/>
                  </a:lnTo>
                  <a:lnTo>
                    <a:pt x="1600" y="9405"/>
                  </a:lnTo>
                  <a:lnTo>
                    <a:pt x="1999" y="9763"/>
                  </a:lnTo>
                  <a:lnTo>
                    <a:pt x="2210" y="9931"/>
                  </a:lnTo>
                  <a:lnTo>
                    <a:pt x="2420" y="10078"/>
                  </a:lnTo>
                  <a:lnTo>
                    <a:pt x="2651" y="10226"/>
                  </a:lnTo>
                  <a:lnTo>
                    <a:pt x="2883" y="10352"/>
                  </a:lnTo>
                  <a:lnTo>
                    <a:pt x="3114" y="10478"/>
                  </a:lnTo>
                  <a:lnTo>
                    <a:pt x="3346" y="10583"/>
                  </a:lnTo>
                  <a:lnTo>
                    <a:pt x="3598" y="10689"/>
                  </a:lnTo>
                  <a:lnTo>
                    <a:pt x="3851" y="10773"/>
                  </a:lnTo>
                  <a:lnTo>
                    <a:pt x="4124" y="10857"/>
                  </a:lnTo>
                  <a:lnTo>
                    <a:pt x="4398" y="10920"/>
                  </a:lnTo>
                  <a:lnTo>
                    <a:pt x="4650" y="10962"/>
                  </a:lnTo>
                  <a:lnTo>
                    <a:pt x="4945" y="11004"/>
                  </a:lnTo>
                  <a:lnTo>
                    <a:pt x="5218" y="11025"/>
                  </a:lnTo>
                  <a:lnTo>
                    <a:pt x="5786" y="11025"/>
                  </a:lnTo>
                  <a:lnTo>
                    <a:pt x="6060" y="11004"/>
                  </a:lnTo>
                  <a:lnTo>
                    <a:pt x="6333" y="10962"/>
                  </a:lnTo>
                  <a:lnTo>
                    <a:pt x="6607" y="10920"/>
                  </a:lnTo>
                  <a:lnTo>
                    <a:pt x="6880" y="10857"/>
                  </a:lnTo>
                  <a:lnTo>
                    <a:pt x="7133" y="10773"/>
                  </a:lnTo>
                  <a:lnTo>
                    <a:pt x="7385" y="10689"/>
                  </a:lnTo>
                  <a:lnTo>
                    <a:pt x="7638" y="10583"/>
                  </a:lnTo>
                  <a:lnTo>
                    <a:pt x="7890" y="10478"/>
                  </a:lnTo>
                  <a:lnTo>
                    <a:pt x="8122" y="10352"/>
                  </a:lnTo>
                  <a:lnTo>
                    <a:pt x="8353" y="10226"/>
                  </a:lnTo>
                  <a:lnTo>
                    <a:pt x="8584" y="10078"/>
                  </a:lnTo>
                  <a:lnTo>
                    <a:pt x="8795" y="9931"/>
                  </a:lnTo>
                  <a:lnTo>
                    <a:pt x="9005" y="9763"/>
                  </a:lnTo>
                  <a:lnTo>
                    <a:pt x="9384" y="9405"/>
                  </a:lnTo>
                  <a:lnTo>
                    <a:pt x="9742" y="9026"/>
                  </a:lnTo>
                  <a:lnTo>
                    <a:pt x="9910" y="8816"/>
                  </a:lnTo>
                  <a:lnTo>
                    <a:pt x="10057" y="8585"/>
                  </a:lnTo>
                  <a:lnTo>
                    <a:pt x="10204" y="8374"/>
                  </a:lnTo>
                  <a:lnTo>
                    <a:pt x="10331" y="8143"/>
                  </a:lnTo>
                  <a:lnTo>
                    <a:pt x="10457" y="7911"/>
                  </a:lnTo>
                  <a:lnTo>
                    <a:pt x="10562" y="7659"/>
                  </a:lnTo>
                  <a:lnTo>
                    <a:pt x="10667" y="7407"/>
                  </a:lnTo>
                  <a:lnTo>
                    <a:pt x="10751" y="7154"/>
                  </a:lnTo>
                  <a:lnTo>
                    <a:pt x="10836" y="6902"/>
                  </a:lnTo>
                  <a:lnTo>
                    <a:pt x="10899" y="6628"/>
                  </a:lnTo>
                  <a:lnTo>
                    <a:pt x="10941" y="6355"/>
                  </a:lnTo>
                  <a:lnTo>
                    <a:pt x="10983" y="6081"/>
                  </a:lnTo>
                  <a:lnTo>
                    <a:pt x="11004" y="5808"/>
                  </a:lnTo>
                  <a:lnTo>
                    <a:pt x="11004" y="5513"/>
                  </a:lnTo>
                  <a:lnTo>
                    <a:pt x="11004" y="5240"/>
                  </a:lnTo>
                  <a:lnTo>
                    <a:pt x="10983" y="4945"/>
                  </a:lnTo>
                  <a:lnTo>
                    <a:pt x="10941" y="4671"/>
                  </a:lnTo>
                  <a:lnTo>
                    <a:pt x="10899" y="4398"/>
                  </a:lnTo>
                  <a:lnTo>
                    <a:pt x="10836" y="4145"/>
                  </a:lnTo>
                  <a:lnTo>
                    <a:pt x="10751" y="3872"/>
                  </a:lnTo>
                  <a:lnTo>
                    <a:pt x="10667" y="3620"/>
                  </a:lnTo>
                  <a:lnTo>
                    <a:pt x="10562" y="3367"/>
                  </a:lnTo>
                  <a:lnTo>
                    <a:pt x="10457" y="3136"/>
                  </a:lnTo>
                  <a:lnTo>
                    <a:pt x="10331" y="2883"/>
                  </a:lnTo>
                  <a:lnTo>
                    <a:pt x="10204" y="2652"/>
                  </a:lnTo>
                  <a:lnTo>
                    <a:pt x="10057" y="2441"/>
                  </a:lnTo>
                  <a:lnTo>
                    <a:pt x="9910" y="2231"/>
                  </a:lnTo>
                  <a:lnTo>
                    <a:pt x="9742" y="2021"/>
                  </a:lnTo>
                  <a:lnTo>
                    <a:pt x="9384" y="1621"/>
                  </a:lnTo>
                  <a:lnTo>
                    <a:pt x="9005" y="1263"/>
                  </a:lnTo>
                  <a:lnTo>
                    <a:pt x="8795" y="1095"/>
                  </a:lnTo>
                  <a:lnTo>
                    <a:pt x="8584" y="948"/>
                  </a:lnTo>
                  <a:lnTo>
                    <a:pt x="8353" y="800"/>
                  </a:lnTo>
                  <a:lnTo>
                    <a:pt x="8122" y="674"/>
                  </a:lnTo>
                  <a:lnTo>
                    <a:pt x="7890" y="548"/>
                  </a:lnTo>
                  <a:lnTo>
                    <a:pt x="7638" y="443"/>
                  </a:lnTo>
                  <a:lnTo>
                    <a:pt x="7385" y="337"/>
                  </a:lnTo>
                  <a:lnTo>
                    <a:pt x="7133" y="253"/>
                  </a:lnTo>
                  <a:lnTo>
                    <a:pt x="6880" y="190"/>
                  </a:lnTo>
                  <a:lnTo>
                    <a:pt x="6607" y="127"/>
                  </a:lnTo>
                  <a:lnTo>
                    <a:pt x="6333" y="85"/>
                  </a:lnTo>
                  <a:lnTo>
                    <a:pt x="6060" y="43"/>
                  </a:lnTo>
                  <a:lnTo>
                    <a:pt x="5786" y="22"/>
                  </a:lnTo>
                  <a:lnTo>
                    <a:pt x="5492" y="1"/>
                  </a:lnTo>
                  <a:close/>
                </a:path>
              </a:pathLst>
            </a:custGeom>
            <a:solidFill>
              <a:srgbClr val="2021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2"/>
            <p:cNvSpPr/>
            <p:nvPr/>
          </p:nvSpPr>
          <p:spPr>
            <a:xfrm>
              <a:off x="3757080" y="4428675"/>
              <a:ext cx="203743" cy="203773"/>
            </a:xfrm>
            <a:custGeom>
              <a:avLst/>
              <a:gdLst/>
              <a:ahLst/>
              <a:cxnLst/>
              <a:rect l="l" t="t" r="r" b="b"/>
              <a:pathLst>
                <a:path w="6712" h="6713" extrusionOk="0">
                  <a:moveTo>
                    <a:pt x="3346" y="1"/>
                  </a:moveTo>
                  <a:lnTo>
                    <a:pt x="3009" y="22"/>
                  </a:lnTo>
                  <a:lnTo>
                    <a:pt x="2672" y="64"/>
                  </a:lnTo>
                  <a:lnTo>
                    <a:pt x="2357" y="148"/>
                  </a:lnTo>
                  <a:lnTo>
                    <a:pt x="2041" y="253"/>
                  </a:lnTo>
                  <a:lnTo>
                    <a:pt x="1747" y="401"/>
                  </a:lnTo>
                  <a:lnTo>
                    <a:pt x="1473" y="569"/>
                  </a:lnTo>
                  <a:lnTo>
                    <a:pt x="1221" y="758"/>
                  </a:lnTo>
                  <a:lnTo>
                    <a:pt x="989" y="969"/>
                  </a:lnTo>
                  <a:lnTo>
                    <a:pt x="758" y="1221"/>
                  </a:lnTo>
                  <a:lnTo>
                    <a:pt x="569" y="1474"/>
                  </a:lnTo>
                  <a:lnTo>
                    <a:pt x="400" y="1747"/>
                  </a:lnTo>
                  <a:lnTo>
                    <a:pt x="253" y="2042"/>
                  </a:lnTo>
                  <a:lnTo>
                    <a:pt x="148" y="2357"/>
                  </a:lnTo>
                  <a:lnTo>
                    <a:pt x="64" y="2673"/>
                  </a:lnTo>
                  <a:lnTo>
                    <a:pt x="22" y="3009"/>
                  </a:lnTo>
                  <a:lnTo>
                    <a:pt x="1" y="3346"/>
                  </a:lnTo>
                  <a:lnTo>
                    <a:pt x="22" y="3683"/>
                  </a:lnTo>
                  <a:lnTo>
                    <a:pt x="64" y="4019"/>
                  </a:lnTo>
                  <a:lnTo>
                    <a:pt x="148" y="4356"/>
                  </a:lnTo>
                  <a:lnTo>
                    <a:pt x="253" y="4650"/>
                  </a:lnTo>
                  <a:lnTo>
                    <a:pt x="400" y="4945"/>
                  </a:lnTo>
                  <a:lnTo>
                    <a:pt x="569" y="5218"/>
                  </a:lnTo>
                  <a:lnTo>
                    <a:pt x="758" y="5492"/>
                  </a:lnTo>
                  <a:lnTo>
                    <a:pt x="989" y="5723"/>
                  </a:lnTo>
                  <a:lnTo>
                    <a:pt x="1221" y="5934"/>
                  </a:lnTo>
                  <a:lnTo>
                    <a:pt x="1473" y="6123"/>
                  </a:lnTo>
                  <a:lnTo>
                    <a:pt x="1747" y="6291"/>
                  </a:lnTo>
                  <a:lnTo>
                    <a:pt x="2041" y="6439"/>
                  </a:lnTo>
                  <a:lnTo>
                    <a:pt x="2357" y="6544"/>
                  </a:lnTo>
                  <a:lnTo>
                    <a:pt x="2672" y="6628"/>
                  </a:lnTo>
                  <a:lnTo>
                    <a:pt x="3009" y="6691"/>
                  </a:lnTo>
                  <a:lnTo>
                    <a:pt x="3346" y="6712"/>
                  </a:lnTo>
                  <a:lnTo>
                    <a:pt x="3703" y="6691"/>
                  </a:lnTo>
                  <a:lnTo>
                    <a:pt x="4019" y="6628"/>
                  </a:lnTo>
                  <a:lnTo>
                    <a:pt x="4356" y="6544"/>
                  </a:lnTo>
                  <a:lnTo>
                    <a:pt x="4650" y="6439"/>
                  </a:lnTo>
                  <a:lnTo>
                    <a:pt x="4945" y="6291"/>
                  </a:lnTo>
                  <a:lnTo>
                    <a:pt x="5218" y="6123"/>
                  </a:lnTo>
                  <a:lnTo>
                    <a:pt x="5492" y="5934"/>
                  </a:lnTo>
                  <a:lnTo>
                    <a:pt x="5723" y="5723"/>
                  </a:lnTo>
                  <a:lnTo>
                    <a:pt x="5933" y="5492"/>
                  </a:lnTo>
                  <a:lnTo>
                    <a:pt x="6123" y="5218"/>
                  </a:lnTo>
                  <a:lnTo>
                    <a:pt x="6291" y="4945"/>
                  </a:lnTo>
                  <a:lnTo>
                    <a:pt x="6438" y="4650"/>
                  </a:lnTo>
                  <a:lnTo>
                    <a:pt x="6565" y="4356"/>
                  </a:lnTo>
                  <a:lnTo>
                    <a:pt x="6628" y="4019"/>
                  </a:lnTo>
                  <a:lnTo>
                    <a:pt x="6691" y="3683"/>
                  </a:lnTo>
                  <a:lnTo>
                    <a:pt x="6712" y="3346"/>
                  </a:lnTo>
                  <a:lnTo>
                    <a:pt x="6691" y="3009"/>
                  </a:lnTo>
                  <a:lnTo>
                    <a:pt x="6628" y="2673"/>
                  </a:lnTo>
                  <a:lnTo>
                    <a:pt x="6565" y="2357"/>
                  </a:lnTo>
                  <a:lnTo>
                    <a:pt x="6438" y="2042"/>
                  </a:lnTo>
                  <a:lnTo>
                    <a:pt x="6291" y="1747"/>
                  </a:lnTo>
                  <a:lnTo>
                    <a:pt x="6123" y="1474"/>
                  </a:lnTo>
                  <a:lnTo>
                    <a:pt x="5933" y="1221"/>
                  </a:lnTo>
                  <a:lnTo>
                    <a:pt x="5723" y="969"/>
                  </a:lnTo>
                  <a:lnTo>
                    <a:pt x="5492" y="758"/>
                  </a:lnTo>
                  <a:lnTo>
                    <a:pt x="5218" y="569"/>
                  </a:lnTo>
                  <a:lnTo>
                    <a:pt x="4945" y="401"/>
                  </a:lnTo>
                  <a:lnTo>
                    <a:pt x="4650" y="253"/>
                  </a:lnTo>
                  <a:lnTo>
                    <a:pt x="4356" y="148"/>
                  </a:lnTo>
                  <a:lnTo>
                    <a:pt x="4019" y="64"/>
                  </a:lnTo>
                  <a:lnTo>
                    <a:pt x="3703" y="22"/>
                  </a:lnTo>
                  <a:lnTo>
                    <a:pt x="33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2"/>
            <p:cNvSpPr/>
            <p:nvPr/>
          </p:nvSpPr>
          <p:spPr>
            <a:xfrm>
              <a:off x="5116753" y="4362895"/>
              <a:ext cx="334664" cy="334694"/>
            </a:xfrm>
            <a:custGeom>
              <a:avLst/>
              <a:gdLst/>
              <a:ahLst/>
              <a:cxnLst/>
              <a:rect l="l" t="t" r="r" b="b"/>
              <a:pathLst>
                <a:path w="11025" h="11026" extrusionOk="0">
                  <a:moveTo>
                    <a:pt x="5512" y="1"/>
                  </a:moveTo>
                  <a:lnTo>
                    <a:pt x="5239" y="22"/>
                  </a:lnTo>
                  <a:lnTo>
                    <a:pt x="4944" y="43"/>
                  </a:lnTo>
                  <a:lnTo>
                    <a:pt x="4671" y="85"/>
                  </a:lnTo>
                  <a:lnTo>
                    <a:pt x="4397" y="127"/>
                  </a:lnTo>
                  <a:lnTo>
                    <a:pt x="4145" y="190"/>
                  </a:lnTo>
                  <a:lnTo>
                    <a:pt x="3871" y="253"/>
                  </a:lnTo>
                  <a:lnTo>
                    <a:pt x="3619" y="337"/>
                  </a:lnTo>
                  <a:lnTo>
                    <a:pt x="3366" y="443"/>
                  </a:lnTo>
                  <a:lnTo>
                    <a:pt x="3135" y="548"/>
                  </a:lnTo>
                  <a:lnTo>
                    <a:pt x="2883" y="674"/>
                  </a:lnTo>
                  <a:lnTo>
                    <a:pt x="2651" y="800"/>
                  </a:lnTo>
                  <a:lnTo>
                    <a:pt x="2441" y="948"/>
                  </a:lnTo>
                  <a:lnTo>
                    <a:pt x="2230" y="1095"/>
                  </a:lnTo>
                  <a:lnTo>
                    <a:pt x="2020" y="1263"/>
                  </a:lnTo>
                  <a:lnTo>
                    <a:pt x="1620" y="1621"/>
                  </a:lnTo>
                  <a:lnTo>
                    <a:pt x="1263" y="2021"/>
                  </a:lnTo>
                  <a:lnTo>
                    <a:pt x="1094" y="2231"/>
                  </a:lnTo>
                  <a:lnTo>
                    <a:pt x="947" y="2441"/>
                  </a:lnTo>
                  <a:lnTo>
                    <a:pt x="800" y="2652"/>
                  </a:lnTo>
                  <a:lnTo>
                    <a:pt x="674" y="2883"/>
                  </a:lnTo>
                  <a:lnTo>
                    <a:pt x="547" y="3136"/>
                  </a:lnTo>
                  <a:lnTo>
                    <a:pt x="442" y="3367"/>
                  </a:lnTo>
                  <a:lnTo>
                    <a:pt x="337" y="3620"/>
                  </a:lnTo>
                  <a:lnTo>
                    <a:pt x="253" y="3872"/>
                  </a:lnTo>
                  <a:lnTo>
                    <a:pt x="190" y="4145"/>
                  </a:lnTo>
                  <a:lnTo>
                    <a:pt x="127" y="4398"/>
                  </a:lnTo>
                  <a:lnTo>
                    <a:pt x="63" y="4671"/>
                  </a:lnTo>
                  <a:lnTo>
                    <a:pt x="42" y="4945"/>
                  </a:lnTo>
                  <a:lnTo>
                    <a:pt x="21" y="5240"/>
                  </a:lnTo>
                  <a:lnTo>
                    <a:pt x="0" y="5513"/>
                  </a:lnTo>
                  <a:lnTo>
                    <a:pt x="21" y="5808"/>
                  </a:lnTo>
                  <a:lnTo>
                    <a:pt x="42" y="6081"/>
                  </a:lnTo>
                  <a:lnTo>
                    <a:pt x="63" y="6355"/>
                  </a:lnTo>
                  <a:lnTo>
                    <a:pt x="127" y="6628"/>
                  </a:lnTo>
                  <a:lnTo>
                    <a:pt x="190" y="6902"/>
                  </a:lnTo>
                  <a:lnTo>
                    <a:pt x="253" y="7154"/>
                  </a:lnTo>
                  <a:lnTo>
                    <a:pt x="337" y="7407"/>
                  </a:lnTo>
                  <a:lnTo>
                    <a:pt x="442" y="7659"/>
                  </a:lnTo>
                  <a:lnTo>
                    <a:pt x="547" y="7911"/>
                  </a:lnTo>
                  <a:lnTo>
                    <a:pt x="674" y="8143"/>
                  </a:lnTo>
                  <a:lnTo>
                    <a:pt x="800" y="8374"/>
                  </a:lnTo>
                  <a:lnTo>
                    <a:pt x="947" y="8585"/>
                  </a:lnTo>
                  <a:lnTo>
                    <a:pt x="1094" y="8816"/>
                  </a:lnTo>
                  <a:lnTo>
                    <a:pt x="1263" y="9026"/>
                  </a:lnTo>
                  <a:lnTo>
                    <a:pt x="1620" y="9405"/>
                  </a:lnTo>
                  <a:lnTo>
                    <a:pt x="2020" y="9763"/>
                  </a:lnTo>
                  <a:lnTo>
                    <a:pt x="2230" y="9931"/>
                  </a:lnTo>
                  <a:lnTo>
                    <a:pt x="2441" y="10078"/>
                  </a:lnTo>
                  <a:lnTo>
                    <a:pt x="2651" y="10226"/>
                  </a:lnTo>
                  <a:lnTo>
                    <a:pt x="2883" y="10352"/>
                  </a:lnTo>
                  <a:lnTo>
                    <a:pt x="3135" y="10478"/>
                  </a:lnTo>
                  <a:lnTo>
                    <a:pt x="3366" y="10583"/>
                  </a:lnTo>
                  <a:lnTo>
                    <a:pt x="3619" y="10689"/>
                  </a:lnTo>
                  <a:lnTo>
                    <a:pt x="3871" y="10773"/>
                  </a:lnTo>
                  <a:lnTo>
                    <a:pt x="4145" y="10857"/>
                  </a:lnTo>
                  <a:lnTo>
                    <a:pt x="4397" y="10920"/>
                  </a:lnTo>
                  <a:lnTo>
                    <a:pt x="4671" y="10962"/>
                  </a:lnTo>
                  <a:lnTo>
                    <a:pt x="4944" y="11004"/>
                  </a:lnTo>
                  <a:lnTo>
                    <a:pt x="5239" y="11025"/>
                  </a:lnTo>
                  <a:lnTo>
                    <a:pt x="5807" y="11025"/>
                  </a:lnTo>
                  <a:lnTo>
                    <a:pt x="6081" y="11004"/>
                  </a:lnTo>
                  <a:lnTo>
                    <a:pt x="6354" y="10962"/>
                  </a:lnTo>
                  <a:lnTo>
                    <a:pt x="6628" y="10920"/>
                  </a:lnTo>
                  <a:lnTo>
                    <a:pt x="6901" y="10857"/>
                  </a:lnTo>
                  <a:lnTo>
                    <a:pt x="7153" y="10773"/>
                  </a:lnTo>
                  <a:lnTo>
                    <a:pt x="7406" y="10689"/>
                  </a:lnTo>
                  <a:lnTo>
                    <a:pt x="7658" y="10583"/>
                  </a:lnTo>
                  <a:lnTo>
                    <a:pt x="7911" y="10478"/>
                  </a:lnTo>
                  <a:lnTo>
                    <a:pt x="8142" y="10352"/>
                  </a:lnTo>
                  <a:lnTo>
                    <a:pt x="8374" y="10226"/>
                  </a:lnTo>
                  <a:lnTo>
                    <a:pt x="8584" y="10078"/>
                  </a:lnTo>
                  <a:lnTo>
                    <a:pt x="8816" y="9931"/>
                  </a:lnTo>
                  <a:lnTo>
                    <a:pt x="9026" y="9763"/>
                  </a:lnTo>
                  <a:lnTo>
                    <a:pt x="9405" y="9405"/>
                  </a:lnTo>
                  <a:lnTo>
                    <a:pt x="9762" y="9026"/>
                  </a:lnTo>
                  <a:lnTo>
                    <a:pt x="9931" y="8816"/>
                  </a:lnTo>
                  <a:lnTo>
                    <a:pt x="10078" y="8585"/>
                  </a:lnTo>
                  <a:lnTo>
                    <a:pt x="10225" y="8374"/>
                  </a:lnTo>
                  <a:lnTo>
                    <a:pt x="10351" y="8143"/>
                  </a:lnTo>
                  <a:lnTo>
                    <a:pt x="10478" y="7911"/>
                  </a:lnTo>
                  <a:lnTo>
                    <a:pt x="10583" y="7659"/>
                  </a:lnTo>
                  <a:lnTo>
                    <a:pt x="10688" y="7407"/>
                  </a:lnTo>
                  <a:lnTo>
                    <a:pt x="10772" y="7154"/>
                  </a:lnTo>
                  <a:lnTo>
                    <a:pt x="10856" y="6902"/>
                  </a:lnTo>
                  <a:lnTo>
                    <a:pt x="10919" y="6628"/>
                  </a:lnTo>
                  <a:lnTo>
                    <a:pt x="10962" y="6355"/>
                  </a:lnTo>
                  <a:lnTo>
                    <a:pt x="11004" y="6081"/>
                  </a:lnTo>
                  <a:lnTo>
                    <a:pt x="11025" y="5808"/>
                  </a:lnTo>
                  <a:lnTo>
                    <a:pt x="11025" y="5513"/>
                  </a:lnTo>
                  <a:lnTo>
                    <a:pt x="11025" y="5240"/>
                  </a:lnTo>
                  <a:lnTo>
                    <a:pt x="11004" y="4945"/>
                  </a:lnTo>
                  <a:lnTo>
                    <a:pt x="10962" y="4671"/>
                  </a:lnTo>
                  <a:lnTo>
                    <a:pt x="10919" y="4398"/>
                  </a:lnTo>
                  <a:lnTo>
                    <a:pt x="10856" y="4145"/>
                  </a:lnTo>
                  <a:lnTo>
                    <a:pt x="10772" y="3872"/>
                  </a:lnTo>
                  <a:lnTo>
                    <a:pt x="10688" y="3620"/>
                  </a:lnTo>
                  <a:lnTo>
                    <a:pt x="10583" y="3367"/>
                  </a:lnTo>
                  <a:lnTo>
                    <a:pt x="10478" y="3136"/>
                  </a:lnTo>
                  <a:lnTo>
                    <a:pt x="10351" y="2883"/>
                  </a:lnTo>
                  <a:lnTo>
                    <a:pt x="10225" y="2652"/>
                  </a:lnTo>
                  <a:lnTo>
                    <a:pt x="10078" y="2441"/>
                  </a:lnTo>
                  <a:lnTo>
                    <a:pt x="9931" y="2231"/>
                  </a:lnTo>
                  <a:lnTo>
                    <a:pt x="9762" y="2021"/>
                  </a:lnTo>
                  <a:lnTo>
                    <a:pt x="9405" y="1621"/>
                  </a:lnTo>
                  <a:lnTo>
                    <a:pt x="9026" y="1263"/>
                  </a:lnTo>
                  <a:lnTo>
                    <a:pt x="8816" y="1095"/>
                  </a:lnTo>
                  <a:lnTo>
                    <a:pt x="8584" y="948"/>
                  </a:lnTo>
                  <a:lnTo>
                    <a:pt x="8374" y="800"/>
                  </a:lnTo>
                  <a:lnTo>
                    <a:pt x="8142" y="674"/>
                  </a:lnTo>
                  <a:lnTo>
                    <a:pt x="7911" y="548"/>
                  </a:lnTo>
                  <a:lnTo>
                    <a:pt x="7658" y="443"/>
                  </a:lnTo>
                  <a:lnTo>
                    <a:pt x="7406" y="337"/>
                  </a:lnTo>
                  <a:lnTo>
                    <a:pt x="7153" y="253"/>
                  </a:lnTo>
                  <a:lnTo>
                    <a:pt x="6901" y="190"/>
                  </a:lnTo>
                  <a:lnTo>
                    <a:pt x="6628" y="127"/>
                  </a:lnTo>
                  <a:lnTo>
                    <a:pt x="6354" y="85"/>
                  </a:lnTo>
                  <a:lnTo>
                    <a:pt x="6081" y="43"/>
                  </a:lnTo>
                  <a:lnTo>
                    <a:pt x="5807" y="22"/>
                  </a:lnTo>
                  <a:lnTo>
                    <a:pt x="5512" y="1"/>
                  </a:lnTo>
                  <a:close/>
                </a:path>
              </a:pathLst>
            </a:custGeom>
            <a:solidFill>
              <a:srgbClr val="2021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2"/>
            <p:cNvSpPr/>
            <p:nvPr/>
          </p:nvSpPr>
          <p:spPr>
            <a:xfrm>
              <a:off x="5182532" y="4428675"/>
              <a:ext cx="203743" cy="203773"/>
            </a:xfrm>
            <a:custGeom>
              <a:avLst/>
              <a:gdLst/>
              <a:ahLst/>
              <a:cxnLst/>
              <a:rect l="l" t="t" r="r" b="b"/>
              <a:pathLst>
                <a:path w="6712" h="6713" extrusionOk="0">
                  <a:moveTo>
                    <a:pt x="3345" y="1"/>
                  </a:moveTo>
                  <a:lnTo>
                    <a:pt x="3009" y="22"/>
                  </a:lnTo>
                  <a:lnTo>
                    <a:pt x="2672" y="64"/>
                  </a:lnTo>
                  <a:lnTo>
                    <a:pt x="2357" y="148"/>
                  </a:lnTo>
                  <a:lnTo>
                    <a:pt x="2041" y="253"/>
                  </a:lnTo>
                  <a:lnTo>
                    <a:pt x="1747" y="401"/>
                  </a:lnTo>
                  <a:lnTo>
                    <a:pt x="1473" y="569"/>
                  </a:lnTo>
                  <a:lnTo>
                    <a:pt x="1221" y="758"/>
                  </a:lnTo>
                  <a:lnTo>
                    <a:pt x="968" y="969"/>
                  </a:lnTo>
                  <a:lnTo>
                    <a:pt x="758" y="1221"/>
                  </a:lnTo>
                  <a:lnTo>
                    <a:pt x="568" y="1474"/>
                  </a:lnTo>
                  <a:lnTo>
                    <a:pt x="400" y="1747"/>
                  </a:lnTo>
                  <a:lnTo>
                    <a:pt x="253" y="2042"/>
                  </a:lnTo>
                  <a:lnTo>
                    <a:pt x="148" y="2357"/>
                  </a:lnTo>
                  <a:lnTo>
                    <a:pt x="63" y="2673"/>
                  </a:lnTo>
                  <a:lnTo>
                    <a:pt x="21" y="3009"/>
                  </a:lnTo>
                  <a:lnTo>
                    <a:pt x="0" y="3346"/>
                  </a:lnTo>
                  <a:lnTo>
                    <a:pt x="21" y="3683"/>
                  </a:lnTo>
                  <a:lnTo>
                    <a:pt x="63" y="4019"/>
                  </a:lnTo>
                  <a:lnTo>
                    <a:pt x="148" y="4356"/>
                  </a:lnTo>
                  <a:lnTo>
                    <a:pt x="253" y="4650"/>
                  </a:lnTo>
                  <a:lnTo>
                    <a:pt x="400" y="4945"/>
                  </a:lnTo>
                  <a:lnTo>
                    <a:pt x="568" y="5218"/>
                  </a:lnTo>
                  <a:lnTo>
                    <a:pt x="758" y="5492"/>
                  </a:lnTo>
                  <a:lnTo>
                    <a:pt x="968" y="5723"/>
                  </a:lnTo>
                  <a:lnTo>
                    <a:pt x="1221" y="5934"/>
                  </a:lnTo>
                  <a:lnTo>
                    <a:pt x="1473" y="6123"/>
                  </a:lnTo>
                  <a:lnTo>
                    <a:pt x="1747" y="6291"/>
                  </a:lnTo>
                  <a:lnTo>
                    <a:pt x="2041" y="6439"/>
                  </a:lnTo>
                  <a:lnTo>
                    <a:pt x="2357" y="6544"/>
                  </a:lnTo>
                  <a:lnTo>
                    <a:pt x="2672" y="6628"/>
                  </a:lnTo>
                  <a:lnTo>
                    <a:pt x="3009" y="6691"/>
                  </a:lnTo>
                  <a:lnTo>
                    <a:pt x="3345" y="6712"/>
                  </a:lnTo>
                  <a:lnTo>
                    <a:pt x="3682" y="6691"/>
                  </a:lnTo>
                  <a:lnTo>
                    <a:pt x="4019" y="6628"/>
                  </a:lnTo>
                  <a:lnTo>
                    <a:pt x="4355" y="6544"/>
                  </a:lnTo>
                  <a:lnTo>
                    <a:pt x="4650" y="6439"/>
                  </a:lnTo>
                  <a:lnTo>
                    <a:pt x="4944" y="6291"/>
                  </a:lnTo>
                  <a:lnTo>
                    <a:pt x="5218" y="6123"/>
                  </a:lnTo>
                  <a:lnTo>
                    <a:pt x="5491" y="5934"/>
                  </a:lnTo>
                  <a:lnTo>
                    <a:pt x="5723" y="5723"/>
                  </a:lnTo>
                  <a:lnTo>
                    <a:pt x="5933" y="5492"/>
                  </a:lnTo>
                  <a:lnTo>
                    <a:pt x="6123" y="5218"/>
                  </a:lnTo>
                  <a:lnTo>
                    <a:pt x="6291" y="4945"/>
                  </a:lnTo>
                  <a:lnTo>
                    <a:pt x="6438" y="4650"/>
                  </a:lnTo>
                  <a:lnTo>
                    <a:pt x="6543" y="4356"/>
                  </a:lnTo>
                  <a:lnTo>
                    <a:pt x="6628" y="4019"/>
                  </a:lnTo>
                  <a:lnTo>
                    <a:pt x="6691" y="3683"/>
                  </a:lnTo>
                  <a:lnTo>
                    <a:pt x="6712" y="3346"/>
                  </a:lnTo>
                  <a:lnTo>
                    <a:pt x="6691" y="3009"/>
                  </a:lnTo>
                  <a:lnTo>
                    <a:pt x="6628" y="2673"/>
                  </a:lnTo>
                  <a:lnTo>
                    <a:pt x="6543" y="2357"/>
                  </a:lnTo>
                  <a:lnTo>
                    <a:pt x="6438" y="2042"/>
                  </a:lnTo>
                  <a:lnTo>
                    <a:pt x="6291" y="1747"/>
                  </a:lnTo>
                  <a:lnTo>
                    <a:pt x="6123" y="1474"/>
                  </a:lnTo>
                  <a:lnTo>
                    <a:pt x="5933" y="1221"/>
                  </a:lnTo>
                  <a:lnTo>
                    <a:pt x="5723" y="969"/>
                  </a:lnTo>
                  <a:lnTo>
                    <a:pt x="5491" y="758"/>
                  </a:lnTo>
                  <a:lnTo>
                    <a:pt x="5218" y="569"/>
                  </a:lnTo>
                  <a:lnTo>
                    <a:pt x="4944" y="401"/>
                  </a:lnTo>
                  <a:lnTo>
                    <a:pt x="4650" y="253"/>
                  </a:lnTo>
                  <a:lnTo>
                    <a:pt x="4355" y="148"/>
                  </a:lnTo>
                  <a:lnTo>
                    <a:pt x="4019" y="64"/>
                  </a:lnTo>
                  <a:lnTo>
                    <a:pt x="3682" y="22"/>
                  </a:lnTo>
                  <a:lnTo>
                    <a:pt x="33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2"/>
            <p:cNvSpPr/>
            <p:nvPr/>
          </p:nvSpPr>
          <p:spPr>
            <a:xfrm>
              <a:off x="3883540" y="3883282"/>
              <a:ext cx="418960" cy="268885"/>
            </a:xfrm>
            <a:custGeom>
              <a:avLst/>
              <a:gdLst/>
              <a:ahLst/>
              <a:cxnLst/>
              <a:rect l="l" t="t" r="r" b="b"/>
              <a:pathLst>
                <a:path w="13802" h="8858" extrusionOk="0">
                  <a:moveTo>
                    <a:pt x="13423" y="1"/>
                  </a:moveTo>
                  <a:lnTo>
                    <a:pt x="12161" y="106"/>
                  </a:lnTo>
                  <a:lnTo>
                    <a:pt x="10983" y="232"/>
                  </a:lnTo>
                  <a:lnTo>
                    <a:pt x="9867" y="379"/>
                  </a:lnTo>
                  <a:lnTo>
                    <a:pt x="8837" y="569"/>
                  </a:lnTo>
                  <a:lnTo>
                    <a:pt x="7911" y="737"/>
                  </a:lnTo>
                  <a:lnTo>
                    <a:pt x="7048" y="926"/>
                  </a:lnTo>
                  <a:lnTo>
                    <a:pt x="6270" y="1137"/>
                  </a:lnTo>
                  <a:lnTo>
                    <a:pt x="5554" y="1326"/>
                  </a:lnTo>
                  <a:lnTo>
                    <a:pt x="4944" y="1515"/>
                  </a:lnTo>
                  <a:lnTo>
                    <a:pt x="4397" y="1684"/>
                  </a:lnTo>
                  <a:lnTo>
                    <a:pt x="3577" y="1978"/>
                  </a:lnTo>
                  <a:lnTo>
                    <a:pt x="3093" y="2189"/>
                  </a:lnTo>
                  <a:lnTo>
                    <a:pt x="2925" y="2273"/>
                  </a:lnTo>
                  <a:lnTo>
                    <a:pt x="2672" y="2462"/>
                  </a:lnTo>
                  <a:lnTo>
                    <a:pt x="2441" y="2652"/>
                  </a:lnTo>
                  <a:lnTo>
                    <a:pt x="2230" y="2883"/>
                  </a:lnTo>
                  <a:lnTo>
                    <a:pt x="2020" y="3114"/>
                  </a:lnTo>
                  <a:lnTo>
                    <a:pt x="1831" y="3367"/>
                  </a:lnTo>
                  <a:lnTo>
                    <a:pt x="1641" y="3619"/>
                  </a:lnTo>
                  <a:lnTo>
                    <a:pt x="1473" y="3872"/>
                  </a:lnTo>
                  <a:lnTo>
                    <a:pt x="1326" y="4145"/>
                  </a:lnTo>
                  <a:lnTo>
                    <a:pt x="1052" y="4713"/>
                  </a:lnTo>
                  <a:lnTo>
                    <a:pt x="800" y="5281"/>
                  </a:lnTo>
                  <a:lnTo>
                    <a:pt x="610" y="5870"/>
                  </a:lnTo>
                  <a:lnTo>
                    <a:pt x="442" y="6417"/>
                  </a:lnTo>
                  <a:lnTo>
                    <a:pt x="316" y="6880"/>
                  </a:lnTo>
                  <a:lnTo>
                    <a:pt x="232" y="7322"/>
                  </a:lnTo>
                  <a:lnTo>
                    <a:pt x="84" y="8059"/>
                  </a:lnTo>
                  <a:lnTo>
                    <a:pt x="21" y="8542"/>
                  </a:lnTo>
                  <a:lnTo>
                    <a:pt x="0" y="8732"/>
                  </a:lnTo>
                  <a:lnTo>
                    <a:pt x="13802" y="8858"/>
                  </a:lnTo>
                  <a:lnTo>
                    <a:pt x="13591" y="3977"/>
                  </a:lnTo>
                  <a:lnTo>
                    <a:pt x="134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2"/>
            <p:cNvSpPr/>
            <p:nvPr/>
          </p:nvSpPr>
          <p:spPr>
            <a:xfrm>
              <a:off x="3883540" y="3883282"/>
              <a:ext cx="418960" cy="268885"/>
            </a:xfrm>
            <a:custGeom>
              <a:avLst/>
              <a:gdLst/>
              <a:ahLst/>
              <a:cxnLst/>
              <a:rect l="l" t="t" r="r" b="b"/>
              <a:pathLst>
                <a:path w="13802" h="8858" fill="none" extrusionOk="0">
                  <a:moveTo>
                    <a:pt x="13802" y="8858"/>
                  </a:moveTo>
                  <a:lnTo>
                    <a:pt x="0" y="8732"/>
                  </a:lnTo>
                  <a:lnTo>
                    <a:pt x="0" y="8732"/>
                  </a:lnTo>
                  <a:lnTo>
                    <a:pt x="21" y="8542"/>
                  </a:lnTo>
                  <a:lnTo>
                    <a:pt x="84" y="8059"/>
                  </a:lnTo>
                  <a:lnTo>
                    <a:pt x="232" y="7322"/>
                  </a:lnTo>
                  <a:lnTo>
                    <a:pt x="316" y="6880"/>
                  </a:lnTo>
                  <a:lnTo>
                    <a:pt x="442" y="6417"/>
                  </a:lnTo>
                  <a:lnTo>
                    <a:pt x="442" y="6417"/>
                  </a:lnTo>
                  <a:lnTo>
                    <a:pt x="610" y="5870"/>
                  </a:lnTo>
                  <a:lnTo>
                    <a:pt x="800" y="5281"/>
                  </a:lnTo>
                  <a:lnTo>
                    <a:pt x="1052" y="4713"/>
                  </a:lnTo>
                  <a:lnTo>
                    <a:pt x="1326" y="4145"/>
                  </a:lnTo>
                  <a:lnTo>
                    <a:pt x="1473" y="3872"/>
                  </a:lnTo>
                  <a:lnTo>
                    <a:pt x="1641" y="3619"/>
                  </a:lnTo>
                  <a:lnTo>
                    <a:pt x="1831" y="3367"/>
                  </a:lnTo>
                  <a:lnTo>
                    <a:pt x="2020" y="3114"/>
                  </a:lnTo>
                  <a:lnTo>
                    <a:pt x="2230" y="2883"/>
                  </a:lnTo>
                  <a:lnTo>
                    <a:pt x="2441" y="2652"/>
                  </a:lnTo>
                  <a:lnTo>
                    <a:pt x="2672" y="2462"/>
                  </a:lnTo>
                  <a:lnTo>
                    <a:pt x="2925" y="2273"/>
                  </a:lnTo>
                  <a:lnTo>
                    <a:pt x="2925" y="2273"/>
                  </a:lnTo>
                  <a:lnTo>
                    <a:pt x="3093" y="2189"/>
                  </a:lnTo>
                  <a:lnTo>
                    <a:pt x="3577" y="1978"/>
                  </a:lnTo>
                  <a:lnTo>
                    <a:pt x="4397" y="1684"/>
                  </a:lnTo>
                  <a:lnTo>
                    <a:pt x="4944" y="1515"/>
                  </a:lnTo>
                  <a:lnTo>
                    <a:pt x="5554" y="1326"/>
                  </a:lnTo>
                  <a:lnTo>
                    <a:pt x="6270" y="1137"/>
                  </a:lnTo>
                  <a:lnTo>
                    <a:pt x="7048" y="926"/>
                  </a:lnTo>
                  <a:lnTo>
                    <a:pt x="7911" y="737"/>
                  </a:lnTo>
                  <a:lnTo>
                    <a:pt x="8837" y="569"/>
                  </a:lnTo>
                  <a:lnTo>
                    <a:pt x="9867" y="379"/>
                  </a:lnTo>
                  <a:lnTo>
                    <a:pt x="10983" y="232"/>
                  </a:lnTo>
                  <a:lnTo>
                    <a:pt x="12161" y="106"/>
                  </a:lnTo>
                  <a:lnTo>
                    <a:pt x="13423" y="1"/>
                  </a:lnTo>
                  <a:lnTo>
                    <a:pt x="13591" y="3977"/>
                  </a:lnTo>
                  <a:lnTo>
                    <a:pt x="13802" y="885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2"/>
            <p:cNvSpPr/>
            <p:nvPr/>
          </p:nvSpPr>
          <p:spPr>
            <a:xfrm>
              <a:off x="4356111" y="3878820"/>
              <a:ext cx="788107" cy="269522"/>
            </a:xfrm>
            <a:custGeom>
              <a:avLst/>
              <a:gdLst/>
              <a:ahLst/>
              <a:cxnLst/>
              <a:rect l="l" t="t" r="r" b="b"/>
              <a:pathLst>
                <a:path w="25963" h="8879" extrusionOk="0">
                  <a:moveTo>
                    <a:pt x="1" y="0"/>
                  </a:moveTo>
                  <a:lnTo>
                    <a:pt x="232" y="3935"/>
                  </a:lnTo>
                  <a:lnTo>
                    <a:pt x="506" y="8879"/>
                  </a:lnTo>
                  <a:lnTo>
                    <a:pt x="25963" y="8753"/>
                  </a:lnTo>
                  <a:lnTo>
                    <a:pt x="25563" y="8479"/>
                  </a:lnTo>
                  <a:lnTo>
                    <a:pt x="25079" y="8163"/>
                  </a:lnTo>
                  <a:lnTo>
                    <a:pt x="24427" y="7743"/>
                  </a:lnTo>
                  <a:lnTo>
                    <a:pt x="23607" y="7238"/>
                  </a:lnTo>
                  <a:lnTo>
                    <a:pt x="22618" y="6670"/>
                  </a:lnTo>
                  <a:lnTo>
                    <a:pt x="21503" y="6060"/>
                  </a:lnTo>
                  <a:lnTo>
                    <a:pt x="20261" y="5407"/>
                  </a:lnTo>
                  <a:lnTo>
                    <a:pt x="19294" y="4923"/>
                  </a:lnTo>
                  <a:lnTo>
                    <a:pt x="18284" y="4419"/>
                  </a:lnTo>
                  <a:lnTo>
                    <a:pt x="17190" y="3935"/>
                  </a:lnTo>
                  <a:lnTo>
                    <a:pt x="16075" y="3451"/>
                  </a:lnTo>
                  <a:lnTo>
                    <a:pt x="14897" y="2967"/>
                  </a:lnTo>
                  <a:lnTo>
                    <a:pt x="13676" y="2504"/>
                  </a:lnTo>
                  <a:lnTo>
                    <a:pt x="12435" y="2083"/>
                  </a:lnTo>
                  <a:lnTo>
                    <a:pt x="11131" y="1662"/>
                  </a:lnTo>
                  <a:lnTo>
                    <a:pt x="9826" y="1284"/>
                  </a:lnTo>
                  <a:lnTo>
                    <a:pt x="8459" y="947"/>
                  </a:lnTo>
                  <a:lnTo>
                    <a:pt x="7785" y="779"/>
                  </a:lnTo>
                  <a:lnTo>
                    <a:pt x="7091" y="653"/>
                  </a:lnTo>
                  <a:lnTo>
                    <a:pt x="6397" y="526"/>
                  </a:lnTo>
                  <a:lnTo>
                    <a:pt x="5703" y="400"/>
                  </a:lnTo>
                  <a:lnTo>
                    <a:pt x="5008" y="295"/>
                  </a:lnTo>
                  <a:lnTo>
                    <a:pt x="4293" y="211"/>
                  </a:lnTo>
                  <a:lnTo>
                    <a:pt x="3578" y="127"/>
                  </a:lnTo>
                  <a:lnTo>
                    <a:pt x="2862" y="63"/>
                  </a:lnTo>
                  <a:lnTo>
                    <a:pt x="2168" y="21"/>
                  </a:lnTo>
                  <a:lnTo>
                    <a:pt x="14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2"/>
            <p:cNvSpPr/>
            <p:nvPr/>
          </p:nvSpPr>
          <p:spPr>
            <a:xfrm>
              <a:off x="4356111" y="3878820"/>
              <a:ext cx="788107" cy="269522"/>
            </a:xfrm>
            <a:custGeom>
              <a:avLst/>
              <a:gdLst/>
              <a:ahLst/>
              <a:cxnLst/>
              <a:rect l="l" t="t" r="r" b="b"/>
              <a:pathLst>
                <a:path w="25963" h="8879" fill="none" extrusionOk="0">
                  <a:moveTo>
                    <a:pt x="25963" y="8753"/>
                  </a:moveTo>
                  <a:lnTo>
                    <a:pt x="506" y="8879"/>
                  </a:lnTo>
                  <a:lnTo>
                    <a:pt x="232" y="3935"/>
                  </a:lnTo>
                  <a:lnTo>
                    <a:pt x="1" y="0"/>
                  </a:lnTo>
                  <a:lnTo>
                    <a:pt x="1" y="0"/>
                  </a:lnTo>
                  <a:lnTo>
                    <a:pt x="716" y="0"/>
                  </a:lnTo>
                  <a:lnTo>
                    <a:pt x="1453" y="0"/>
                  </a:lnTo>
                  <a:lnTo>
                    <a:pt x="2168" y="21"/>
                  </a:lnTo>
                  <a:lnTo>
                    <a:pt x="2862" y="63"/>
                  </a:lnTo>
                  <a:lnTo>
                    <a:pt x="3578" y="127"/>
                  </a:lnTo>
                  <a:lnTo>
                    <a:pt x="4293" y="211"/>
                  </a:lnTo>
                  <a:lnTo>
                    <a:pt x="5008" y="295"/>
                  </a:lnTo>
                  <a:lnTo>
                    <a:pt x="5703" y="400"/>
                  </a:lnTo>
                  <a:lnTo>
                    <a:pt x="6397" y="526"/>
                  </a:lnTo>
                  <a:lnTo>
                    <a:pt x="7091" y="653"/>
                  </a:lnTo>
                  <a:lnTo>
                    <a:pt x="7785" y="779"/>
                  </a:lnTo>
                  <a:lnTo>
                    <a:pt x="8459" y="947"/>
                  </a:lnTo>
                  <a:lnTo>
                    <a:pt x="9826" y="1284"/>
                  </a:lnTo>
                  <a:lnTo>
                    <a:pt x="11131" y="1662"/>
                  </a:lnTo>
                  <a:lnTo>
                    <a:pt x="12435" y="2083"/>
                  </a:lnTo>
                  <a:lnTo>
                    <a:pt x="13676" y="2504"/>
                  </a:lnTo>
                  <a:lnTo>
                    <a:pt x="14897" y="2967"/>
                  </a:lnTo>
                  <a:lnTo>
                    <a:pt x="16075" y="3451"/>
                  </a:lnTo>
                  <a:lnTo>
                    <a:pt x="17190" y="3935"/>
                  </a:lnTo>
                  <a:lnTo>
                    <a:pt x="18284" y="4419"/>
                  </a:lnTo>
                  <a:lnTo>
                    <a:pt x="19294" y="4923"/>
                  </a:lnTo>
                  <a:lnTo>
                    <a:pt x="20261" y="5407"/>
                  </a:lnTo>
                  <a:lnTo>
                    <a:pt x="20261" y="5407"/>
                  </a:lnTo>
                  <a:lnTo>
                    <a:pt x="21503" y="6060"/>
                  </a:lnTo>
                  <a:lnTo>
                    <a:pt x="22618" y="6670"/>
                  </a:lnTo>
                  <a:lnTo>
                    <a:pt x="23607" y="7238"/>
                  </a:lnTo>
                  <a:lnTo>
                    <a:pt x="24427" y="7743"/>
                  </a:lnTo>
                  <a:lnTo>
                    <a:pt x="25079" y="8163"/>
                  </a:lnTo>
                  <a:lnTo>
                    <a:pt x="25563" y="8479"/>
                  </a:lnTo>
                  <a:lnTo>
                    <a:pt x="25963" y="875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2"/>
            <p:cNvSpPr/>
            <p:nvPr/>
          </p:nvSpPr>
          <p:spPr>
            <a:xfrm>
              <a:off x="5335796" y="4207719"/>
              <a:ext cx="235039" cy="101568"/>
            </a:xfrm>
            <a:custGeom>
              <a:avLst/>
              <a:gdLst/>
              <a:ahLst/>
              <a:cxnLst/>
              <a:rect l="l" t="t" r="r" b="b"/>
              <a:pathLst>
                <a:path w="7743" h="3346" extrusionOk="0">
                  <a:moveTo>
                    <a:pt x="1116" y="0"/>
                  </a:moveTo>
                  <a:lnTo>
                    <a:pt x="569" y="21"/>
                  </a:lnTo>
                  <a:lnTo>
                    <a:pt x="1" y="42"/>
                  </a:lnTo>
                  <a:lnTo>
                    <a:pt x="3135" y="2567"/>
                  </a:lnTo>
                  <a:lnTo>
                    <a:pt x="3556" y="2672"/>
                  </a:lnTo>
                  <a:lnTo>
                    <a:pt x="4629" y="2904"/>
                  </a:lnTo>
                  <a:lnTo>
                    <a:pt x="5344" y="3030"/>
                  </a:lnTo>
                  <a:lnTo>
                    <a:pt x="6123" y="3156"/>
                  </a:lnTo>
                  <a:lnTo>
                    <a:pt x="6922" y="3261"/>
                  </a:lnTo>
                  <a:lnTo>
                    <a:pt x="7743" y="3346"/>
                  </a:lnTo>
                  <a:lnTo>
                    <a:pt x="7680" y="3198"/>
                  </a:lnTo>
                  <a:lnTo>
                    <a:pt x="7575" y="3009"/>
                  </a:lnTo>
                  <a:lnTo>
                    <a:pt x="7406" y="2778"/>
                  </a:lnTo>
                  <a:lnTo>
                    <a:pt x="7196" y="2504"/>
                  </a:lnTo>
                  <a:lnTo>
                    <a:pt x="6922" y="2188"/>
                  </a:lnTo>
                  <a:lnTo>
                    <a:pt x="6607" y="1873"/>
                  </a:lnTo>
                  <a:lnTo>
                    <a:pt x="6207" y="1536"/>
                  </a:lnTo>
                  <a:lnTo>
                    <a:pt x="5976" y="1368"/>
                  </a:lnTo>
                  <a:lnTo>
                    <a:pt x="5723" y="1200"/>
                  </a:lnTo>
                  <a:lnTo>
                    <a:pt x="5450" y="1052"/>
                  </a:lnTo>
                  <a:lnTo>
                    <a:pt x="5176" y="905"/>
                  </a:lnTo>
                  <a:lnTo>
                    <a:pt x="4861" y="758"/>
                  </a:lnTo>
                  <a:lnTo>
                    <a:pt x="4545" y="611"/>
                  </a:lnTo>
                  <a:lnTo>
                    <a:pt x="4187" y="484"/>
                  </a:lnTo>
                  <a:lnTo>
                    <a:pt x="3830" y="379"/>
                  </a:lnTo>
                  <a:lnTo>
                    <a:pt x="3430" y="274"/>
                  </a:lnTo>
                  <a:lnTo>
                    <a:pt x="3009" y="190"/>
                  </a:lnTo>
                  <a:lnTo>
                    <a:pt x="2588" y="127"/>
                  </a:lnTo>
                  <a:lnTo>
                    <a:pt x="2126" y="63"/>
                  </a:lnTo>
                  <a:lnTo>
                    <a:pt x="1621" y="21"/>
                  </a:lnTo>
                  <a:lnTo>
                    <a:pt x="11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2"/>
            <p:cNvSpPr/>
            <p:nvPr/>
          </p:nvSpPr>
          <p:spPr>
            <a:xfrm>
              <a:off x="3883540" y="4003975"/>
              <a:ext cx="418960" cy="148193"/>
            </a:xfrm>
            <a:custGeom>
              <a:avLst/>
              <a:gdLst/>
              <a:ahLst/>
              <a:cxnLst/>
              <a:rect l="l" t="t" r="r" b="b"/>
              <a:pathLst>
                <a:path w="13802" h="4882" extrusionOk="0">
                  <a:moveTo>
                    <a:pt x="13591" y="1"/>
                  </a:moveTo>
                  <a:lnTo>
                    <a:pt x="12518" y="127"/>
                  </a:lnTo>
                  <a:lnTo>
                    <a:pt x="11487" y="253"/>
                  </a:lnTo>
                  <a:lnTo>
                    <a:pt x="10478" y="380"/>
                  </a:lnTo>
                  <a:lnTo>
                    <a:pt x="9489" y="527"/>
                  </a:lnTo>
                  <a:lnTo>
                    <a:pt x="7616" y="843"/>
                  </a:lnTo>
                  <a:lnTo>
                    <a:pt x="5870" y="1158"/>
                  </a:lnTo>
                  <a:lnTo>
                    <a:pt x="4271" y="1495"/>
                  </a:lnTo>
                  <a:lnTo>
                    <a:pt x="2840" y="1831"/>
                  </a:lnTo>
                  <a:lnTo>
                    <a:pt x="1557" y="2147"/>
                  </a:lnTo>
                  <a:lnTo>
                    <a:pt x="442" y="2441"/>
                  </a:lnTo>
                  <a:lnTo>
                    <a:pt x="316" y="2904"/>
                  </a:lnTo>
                  <a:lnTo>
                    <a:pt x="232" y="3346"/>
                  </a:lnTo>
                  <a:lnTo>
                    <a:pt x="84" y="4083"/>
                  </a:lnTo>
                  <a:lnTo>
                    <a:pt x="21" y="4566"/>
                  </a:lnTo>
                  <a:lnTo>
                    <a:pt x="0" y="4756"/>
                  </a:lnTo>
                  <a:lnTo>
                    <a:pt x="13802" y="4882"/>
                  </a:lnTo>
                  <a:lnTo>
                    <a:pt x="13591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2"/>
            <p:cNvSpPr/>
            <p:nvPr/>
          </p:nvSpPr>
          <p:spPr>
            <a:xfrm>
              <a:off x="3883540" y="4003975"/>
              <a:ext cx="418960" cy="148193"/>
            </a:xfrm>
            <a:custGeom>
              <a:avLst/>
              <a:gdLst/>
              <a:ahLst/>
              <a:cxnLst/>
              <a:rect l="l" t="t" r="r" b="b"/>
              <a:pathLst>
                <a:path w="13802" h="4882" fill="none" extrusionOk="0">
                  <a:moveTo>
                    <a:pt x="13591" y="1"/>
                  </a:moveTo>
                  <a:lnTo>
                    <a:pt x="13591" y="1"/>
                  </a:lnTo>
                  <a:lnTo>
                    <a:pt x="12518" y="127"/>
                  </a:lnTo>
                  <a:lnTo>
                    <a:pt x="11487" y="253"/>
                  </a:lnTo>
                  <a:lnTo>
                    <a:pt x="10478" y="380"/>
                  </a:lnTo>
                  <a:lnTo>
                    <a:pt x="9489" y="527"/>
                  </a:lnTo>
                  <a:lnTo>
                    <a:pt x="7616" y="843"/>
                  </a:lnTo>
                  <a:lnTo>
                    <a:pt x="5870" y="1158"/>
                  </a:lnTo>
                  <a:lnTo>
                    <a:pt x="4271" y="1495"/>
                  </a:lnTo>
                  <a:lnTo>
                    <a:pt x="2840" y="1831"/>
                  </a:lnTo>
                  <a:lnTo>
                    <a:pt x="1557" y="2147"/>
                  </a:lnTo>
                  <a:lnTo>
                    <a:pt x="442" y="2441"/>
                  </a:lnTo>
                  <a:lnTo>
                    <a:pt x="442" y="2441"/>
                  </a:lnTo>
                  <a:lnTo>
                    <a:pt x="442" y="2441"/>
                  </a:lnTo>
                  <a:lnTo>
                    <a:pt x="316" y="2904"/>
                  </a:lnTo>
                  <a:lnTo>
                    <a:pt x="232" y="3346"/>
                  </a:lnTo>
                  <a:lnTo>
                    <a:pt x="84" y="4083"/>
                  </a:lnTo>
                  <a:lnTo>
                    <a:pt x="21" y="4566"/>
                  </a:lnTo>
                  <a:lnTo>
                    <a:pt x="0" y="4756"/>
                  </a:lnTo>
                  <a:lnTo>
                    <a:pt x="13802" y="4882"/>
                  </a:lnTo>
                  <a:lnTo>
                    <a:pt x="1359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2"/>
            <p:cNvSpPr/>
            <p:nvPr/>
          </p:nvSpPr>
          <p:spPr>
            <a:xfrm>
              <a:off x="4363153" y="3992501"/>
              <a:ext cx="781065" cy="155843"/>
            </a:xfrm>
            <a:custGeom>
              <a:avLst/>
              <a:gdLst/>
              <a:ahLst/>
              <a:cxnLst/>
              <a:rect l="l" t="t" r="r" b="b"/>
              <a:pathLst>
                <a:path w="25731" h="5134" extrusionOk="0">
                  <a:moveTo>
                    <a:pt x="5365" y="0"/>
                  </a:moveTo>
                  <a:lnTo>
                    <a:pt x="3977" y="21"/>
                  </a:lnTo>
                  <a:lnTo>
                    <a:pt x="2630" y="42"/>
                  </a:lnTo>
                  <a:lnTo>
                    <a:pt x="1305" y="105"/>
                  </a:lnTo>
                  <a:lnTo>
                    <a:pt x="0" y="190"/>
                  </a:lnTo>
                  <a:lnTo>
                    <a:pt x="274" y="5134"/>
                  </a:lnTo>
                  <a:lnTo>
                    <a:pt x="25731" y="5008"/>
                  </a:lnTo>
                  <a:lnTo>
                    <a:pt x="25331" y="4734"/>
                  </a:lnTo>
                  <a:lnTo>
                    <a:pt x="24847" y="4418"/>
                  </a:lnTo>
                  <a:lnTo>
                    <a:pt x="24195" y="3998"/>
                  </a:lnTo>
                  <a:lnTo>
                    <a:pt x="23375" y="3493"/>
                  </a:lnTo>
                  <a:lnTo>
                    <a:pt x="22386" y="2925"/>
                  </a:lnTo>
                  <a:lnTo>
                    <a:pt x="21271" y="2315"/>
                  </a:lnTo>
                  <a:lnTo>
                    <a:pt x="20029" y="1662"/>
                  </a:lnTo>
                  <a:lnTo>
                    <a:pt x="19083" y="1431"/>
                  </a:lnTo>
                  <a:lnTo>
                    <a:pt x="18136" y="1242"/>
                  </a:lnTo>
                  <a:lnTo>
                    <a:pt x="17189" y="1052"/>
                  </a:lnTo>
                  <a:lnTo>
                    <a:pt x="16263" y="884"/>
                  </a:lnTo>
                  <a:lnTo>
                    <a:pt x="15317" y="737"/>
                  </a:lnTo>
                  <a:lnTo>
                    <a:pt x="14391" y="589"/>
                  </a:lnTo>
                  <a:lnTo>
                    <a:pt x="13465" y="484"/>
                  </a:lnTo>
                  <a:lnTo>
                    <a:pt x="12540" y="379"/>
                  </a:lnTo>
                  <a:lnTo>
                    <a:pt x="11614" y="274"/>
                  </a:lnTo>
                  <a:lnTo>
                    <a:pt x="10709" y="211"/>
                  </a:lnTo>
                  <a:lnTo>
                    <a:pt x="8900" y="84"/>
                  </a:lnTo>
                  <a:lnTo>
                    <a:pt x="7112" y="21"/>
                  </a:lnTo>
                  <a:lnTo>
                    <a:pt x="5365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2"/>
            <p:cNvSpPr/>
            <p:nvPr/>
          </p:nvSpPr>
          <p:spPr>
            <a:xfrm>
              <a:off x="4363153" y="3992501"/>
              <a:ext cx="781065" cy="155843"/>
            </a:xfrm>
            <a:custGeom>
              <a:avLst/>
              <a:gdLst/>
              <a:ahLst/>
              <a:cxnLst/>
              <a:rect l="l" t="t" r="r" b="b"/>
              <a:pathLst>
                <a:path w="25731" h="5134" fill="none" extrusionOk="0">
                  <a:moveTo>
                    <a:pt x="5365" y="0"/>
                  </a:moveTo>
                  <a:lnTo>
                    <a:pt x="5365" y="0"/>
                  </a:lnTo>
                  <a:lnTo>
                    <a:pt x="3977" y="21"/>
                  </a:lnTo>
                  <a:lnTo>
                    <a:pt x="2630" y="42"/>
                  </a:lnTo>
                  <a:lnTo>
                    <a:pt x="1305" y="105"/>
                  </a:lnTo>
                  <a:lnTo>
                    <a:pt x="0" y="190"/>
                  </a:lnTo>
                  <a:lnTo>
                    <a:pt x="274" y="5134"/>
                  </a:lnTo>
                  <a:lnTo>
                    <a:pt x="25731" y="5008"/>
                  </a:lnTo>
                  <a:lnTo>
                    <a:pt x="25731" y="5008"/>
                  </a:lnTo>
                  <a:lnTo>
                    <a:pt x="25331" y="4734"/>
                  </a:lnTo>
                  <a:lnTo>
                    <a:pt x="24847" y="4418"/>
                  </a:lnTo>
                  <a:lnTo>
                    <a:pt x="24195" y="3998"/>
                  </a:lnTo>
                  <a:lnTo>
                    <a:pt x="23375" y="3493"/>
                  </a:lnTo>
                  <a:lnTo>
                    <a:pt x="22386" y="2925"/>
                  </a:lnTo>
                  <a:lnTo>
                    <a:pt x="21271" y="2315"/>
                  </a:lnTo>
                  <a:lnTo>
                    <a:pt x="20029" y="1662"/>
                  </a:lnTo>
                  <a:lnTo>
                    <a:pt x="20029" y="1662"/>
                  </a:lnTo>
                  <a:lnTo>
                    <a:pt x="20029" y="1662"/>
                  </a:lnTo>
                  <a:lnTo>
                    <a:pt x="19083" y="1431"/>
                  </a:lnTo>
                  <a:lnTo>
                    <a:pt x="18136" y="1242"/>
                  </a:lnTo>
                  <a:lnTo>
                    <a:pt x="17189" y="1052"/>
                  </a:lnTo>
                  <a:lnTo>
                    <a:pt x="16263" y="884"/>
                  </a:lnTo>
                  <a:lnTo>
                    <a:pt x="15317" y="737"/>
                  </a:lnTo>
                  <a:lnTo>
                    <a:pt x="14391" y="589"/>
                  </a:lnTo>
                  <a:lnTo>
                    <a:pt x="13465" y="484"/>
                  </a:lnTo>
                  <a:lnTo>
                    <a:pt x="12540" y="379"/>
                  </a:lnTo>
                  <a:lnTo>
                    <a:pt x="11614" y="274"/>
                  </a:lnTo>
                  <a:lnTo>
                    <a:pt x="10709" y="211"/>
                  </a:lnTo>
                  <a:lnTo>
                    <a:pt x="8900" y="84"/>
                  </a:lnTo>
                  <a:lnTo>
                    <a:pt x="7112" y="21"/>
                  </a:lnTo>
                  <a:lnTo>
                    <a:pt x="536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2"/>
            <p:cNvSpPr/>
            <p:nvPr/>
          </p:nvSpPr>
          <p:spPr>
            <a:xfrm>
              <a:off x="4913646" y="4094039"/>
              <a:ext cx="160973" cy="100293"/>
            </a:xfrm>
            <a:custGeom>
              <a:avLst/>
              <a:gdLst/>
              <a:ahLst/>
              <a:cxnLst/>
              <a:rect l="l" t="t" r="r" b="b"/>
              <a:pathLst>
                <a:path w="5303" h="3304" extrusionOk="0">
                  <a:moveTo>
                    <a:pt x="1158" y="0"/>
                  </a:moveTo>
                  <a:lnTo>
                    <a:pt x="927" y="43"/>
                  </a:lnTo>
                  <a:lnTo>
                    <a:pt x="695" y="106"/>
                  </a:lnTo>
                  <a:lnTo>
                    <a:pt x="506" y="211"/>
                  </a:lnTo>
                  <a:lnTo>
                    <a:pt x="338" y="358"/>
                  </a:lnTo>
                  <a:lnTo>
                    <a:pt x="190" y="526"/>
                  </a:lnTo>
                  <a:lnTo>
                    <a:pt x="85" y="716"/>
                  </a:lnTo>
                  <a:lnTo>
                    <a:pt x="22" y="947"/>
                  </a:lnTo>
                  <a:lnTo>
                    <a:pt x="1" y="1179"/>
                  </a:lnTo>
                  <a:lnTo>
                    <a:pt x="1" y="2146"/>
                  </a:lnTo>
                  <a:lnTo>
                    <a:pt x="22" y="2378"/>
                  </a:lnTo>
                  <a:lnTo>
                    <a:pt x="85" y="2588"/>
                  </a:lnTo>
                  <a:lnTo>
                    <a:pt x="190" y="2778"/>
                  </a:lnTo>
                  <a:lnTo>
                    <a:pt x="338" y="2967"/>
                  </a:lnTo>
                  <a:lnTo>
                    <a:pt x="506" y="3093"/>
                  </a:lnTo>
                  <a:lnTo>
                    <a:pt x="695" y="3198"/>
                  </a:lnTo>
                  <a:lnTo>
                    <a:pt x="927" y="3283"/>
                  </a:lnTo>
                  <a:lnTo>
                    <a:pt x="1158" y="3304"/>
                  </a:lnTo>
                  <a:lnTo>
                    <a:pt x="4146" y="3304"/>
                  </a:lnTo>
                  <a:lnTo>
                    <a:pt x="4377" y="3283"/>
                  </a:lnTo>
                  <a:lnTo>
                    <a:pt x="4608" y="3198"/>
                  </a:lnTo>
                  <a:lnTo>
                    <a:pt x="4798" y="3093"/>
                  </a:lnTo>
                  <a:lnTo>
                    <a:pt x="4966" y="2967"/>
                  </a:lnTo>
                  <a:lnTo>
                    <a:pt x="5113" y="2778"/>
                  </a:lnTo>
                  <a:lnTo>
                    <a:pt x="5219" y="2588"/>
                  </a:lnTo>
                  <a:lnTo>
                    <a:pt x="5282" y="2378"/>
                  </a:lnTo>
                  <a:lnTo>
                    <a:pt x="5303" y="2146"/>
                  </a:lnTo>
                  <a:lnTo>
                    <a:pt x="5303" y="1179"/>
                  </a:lnTo>
                  <a:lnTo>
                    <a:pt x="5282" y="947"/>
                  </a:lnTo>
                  <a:lnTo>
                    <a:pt x="5219" y="716"/>
                  </a:lnTo>
                  <a:lnTo>
                    <a:pt x="5113" y="526"/>
                  </a:lnTo>
                  <a:lnTo>
                    <a:pt x="4966" y="358"/>
                  </a:lnTo>
                  <a:lnTo>
                    <a:pt x="4798" y="211"/>
                  </a:lnTo>
                  <a:lnTo>
                    <a:pt x="4608" y="106"/>
                  </a:lnTo>
                  <a:lnTo>
                    <a:pt x="4377" y="43"/>
                  </a:lnTo>
                  <a:lnTo>
                    <a:pt x="4146" y="0"/>
                  </a:lnTo>
                  <a:close/>
                </a:path>
              </a:pathLst>
            </a:custGeom>
            <a:solidFill>
              <a:srgbClr val="BC8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88" name="Google Shape;388;p32"/>
          <p:cNvPicPr preferRelativeResize="0"/>
          <p:nvPr/>
        </p:nvPicPr>
        <p:blipFill rotWithShape="1">
          <a:blip r:embed="rId3">
            <a:alphaModFix/>
          </a:blip>
          <a:srcRect t="31963" b="28176"/>
          <a:stretch/>
        </p:blipFill>
        <p:spPr>
          <a:xfrm>
            <a:off x="2910270" y="4771372"/>
            <a:ext cx="2923950" cy="35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32"/>
          <p:cNvPicPr preferRelativeResize="0"/>
          <p:nvPr/>
        </p:nvPicPr>
        <p:blipFill rotWithShape="1">
          <a:blip r:embed="rId3">
            <a:alphaModFix/>
          </a:blip>
          <a:srcRect t="31963" b="28176"/>
          <a:stretch/>
        </p:blipFill>
        <p:spPr>
          <a:xfrm>
            <a:off x="5820541" y="4771372"/>
            <a:ext cx="2923950" cy="35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32"/>
          <p:cNvPicPr preferRelativeResize="0"/>
          <p:nvPr/>
        </p:nvPicPr>
        <p:blipFill rotWithShape="1">
          <a:blip r:embed="rId3">
            <a:alphaModFix/>
          </a:blip>
          <a:srcRect t="31963" b="28176"/>
          <a:stretch/>
        </p:blipFill>
        <p:spPr>
          <a:xfrm>
            <a:off x="6220050" y="4771372"/>
            <a:ext cx="2923950" cy="3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32"/>
          <p:cNvSpPr/>
          <p:nvPr/>
        </p:nvSpPr>
        <p:spPr>
          <a:xfrm>
            <a:off x="0" y="0"/>
            <a:ext cx="9144000" cy="766200"/>
          </a:xfrm>
          <a:prstGeom prst="rect">
            <a:avLst/>
          </a:prstGeom>
          <a:solidFill>
            <a:srgbClr val="FFE7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chemeClr val="dk1"/>
                </a:solidFill>
                <a:highlight>
                  <a:srgbClr val="FFE750"/>
                </a:highlight>
                <a:latin typeface="Oswald"/>
                <a:ea typeface="Oswald"/>
                <a:cs typeface="Oswald"/>
                <a:sym typeface="Oswald"/>
              </a:rPr>
              <a:t>Business Model Analysis</a:t>
            </a:r>
            <a:endParaRPr sz="2000" b="1"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220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3">
            <a:alphaModFix/>
          </a:blip>
          <a:srcRect b="3278"/>
          <a:stretch/>
        </p:blipFill>
        <p:spPr>
          <a:xfrm>
            <a:off x="45171" y="205173"/>
            <a:ext cx="4790524" cy="2818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4900" y="2898022"/>
            <a:ext cx="4790525" cy="21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 txBox="1"/>
          <p:nvPr/>
        </p:nvSpPr>
        <p:spPr>
          <a:xfrm>
            <a:off x="345450" y="3185875"/>
            <a:ext cx="3435300" cy="18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FFE750"/>
                </a:solidFill>
                <a:latin typeface="Oswald"/>
                <a:ea typeface="Oswald"/>
                <a:cs typeface="Oswald"/>
                <a:sym typeface="Oswald"/>
              </a:rPr>
              <a:t>The Mobility Battlefield</a:t>
            </a:r>
            <a:endParaRPr sz="1900" b="1">
              <a:solidFill>
                <a:srgbClr val="FFE75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FFE750"/>
                </a:solidFill>
                <a:latin typeface="Oswald"/>
                <a:ea typeface="Oswald"/>
                <a:cs typeface="Oswald"/>
                <a:sym typeface="Oswald"/>
              </a:rPr>
              <a:t>This driver-centric model has enabled Rapido to aggressively capture market share from the long-standing Ola-Uber duopoly across all major vehicle segments.</a:t>
            </a:r>
            <a:endParaRPr sz="1100" b="1">
              <a:solidFill>
                <a:srgbClr val="FFE75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400"/>
              </a:spcAft>
              <a:buNone/>
            </a:pPr>
            <a:endParaRPr sz="1700" b="1">
              <a:solidFill>
                <a:srgbClr val="FFE750"/>
              </a:solidFill>
            </a:endParaRPr>
          </a:p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5">
            <a:alphaModFix/>
          </a:blip>
          <a:srcRect r="51512"/>
          <a:stretch/>
        </p:blipFill>
        <p:spPr>
          <a:xfrm>
            <a:off x="4704242" y="844547"/>
            <a:ext cx="2163105" cy="18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33"/>
          <p:cNvPicPr preferRelativeResize="0"/>
          <p:nvPr/>
        </p:nvPicPr>
        <p:blipFill rotWithShape="1">
          <a:blip r:embed="rId5">
            <a:alphaModFix/>
          </a:blip>
          <a:srcRect l="47997" r="3515"/>
          <a:stretch/>
        </p:blipFill>
        <p:spPr>
          <a:xfrm>
            <a:off x="6793522" y="844546"/>
            <a:ext cx="2163100" cy="186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E0A">
            <a:alpha val="71240"/>
          </a:srgbClr>
        </a:solidFill>
        <a:effectLst/>
      </p:bgPr>
    </p:bg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4"/>
          <p:cNvSpPr/>
          <p:nvPr/>
        </p:nvSpPr>
        <p:spPr>
          <a:xfrm>
            <a:off x="2399671" y="2571751"/>
            <a:ext cx="4302300" cy="3822900"/>
          </a:xfrm>
          <a:prstGeom prst="arc">
            <a:avLst>
              <a:gd name="adj1" fmla="val 10804293"/>
              <a:gd name="adj2" fmla="val 0"/>
            </a:avLst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  <a:effectLst>
            <a:outerShdw blurRad="257175" algn="bl" rotWithShape="0">
              <a:srgbClr val="000000"/>
            </a:outerShdw>
            <a:reflection stA="50000" endPos="21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6" name="Google Shape;406;p34"/>
          <p:cNvPicPr preferRelativeResize="0"/>
          <p:nvPr/>
        </p:nvPicPr>
        <p:blipFill rotWithShape="1">
          <a:blip r:embed="rId3">
            <a:alphaModFix/>
          </a:blip>
          <a:srcRect l="1847" t="-13117" r="-8616" b="-47835"/>
          <a:stretch/>
        </p:blipFill>
        <p:spPr>
          <a:xfrm rot="10800000">
            <a:off x="1288486" y="526548"/>
            <a:ext cx="5872573" cy="4668249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34"/>
          <p:cNvSpPr txBox="1"/>
          <p:nvPr/>
        </p:nvSpPr>
        <p:spPr>
          <a:xfrm>
            <a:off x="284850" y="987775"/>
            <a:ext cx="4478400" cy="26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lt1"/>
              </a:solidFill>
            </a:endParaRPr>
          </a:p>
        </p:txBody>
      </p:sp>
      <p:sp>
        <p:nvSpPr>
          <p:cNvPr id="408" name="Google Shape;408;p34"/>
          <p:cNvSpPr/>
          <p:nvPr/>
        </p:nvSpPr>
        <p:spPr>
          <a:xfrm>
            <a:off x="7183875" y="2867175"/>
            <a:ext cx="1481700" cy="16227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  <a:effectLst>
            <a:reflection stA="50000" endPos="21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lt1"/>
                </a:solidFill>
              </a:rPr>
              <a:t>Reliable &amp; Transparent Pricing</a:t>
            </a:r>
            <a:r>
              <a:rPr lang="en" sz="1300">
                <a:solidFill>
                  <a:schemeClr val="lt1"/>
                </a:solidFill>
              </a:rPr>
              <a:t> 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1"/>
                </a:solidFill>
              </a:rPr>
              <a:t>No bargaining; fixed online fare.</a:t>
            </a:r>
            <a:br>
              <a:rPr lang="en" sz="1100">
                <a:solidFill>
                  <a:schemeClr val="lt1"/>
                </a:solidFill>
              </a:rPr>
            </a:br>
            <a:endParaRPr sz="11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34"/>
          <p:cNvSpPr/>
          <p:nvPr/>
        </p:nvSpPr>
        <p:spPr>
          <a:xfrm>
            <a:off x="7183875" y="298598"/>
            <a:ext cx="1481700" cy="1776900"/>
          </a:xfrm>
          <a:prstGeom prst="rect">
            <a:avLst/>
          </a:prstGeom>
          <a:solidFill>
            <a:srgbClr val="C2E7FF"/>
          </a:solidFill>
          <a:ln w="9525" cap="flat" cmpd="sng">
            <a:solidFill>
              <a:srgbClr val="C2E7FF"/>
            </a:solidFill>
            <a:prstDash val="solid"/>
            <a:round/>
            <a:headEnd type="none" w="sm" len="sm"/>
            <a:tailEnd type="none" w="sm" len="sm"/>
          </a:ln>
          <a:effectLst>
            <a:reflection stA="50000" endPos="21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lt1"/>
                </a:solidFill>
              </a:rPr>
              <a:t>Convenient App Experience</a:t>
            </a:r>
            <a:r>
              <a:rPr lang="en" sz="1300">
                <a:solidFill>
                  <a:schemeClr val="lt1"/>
                </a:solidFill>
              </a:rPr>
              <a:t> – Simple UI, live tracking, digital payments.</a:t>
            </a:r>
            <a:br>
              <a:rPr lang="en" sz="1100">
                <a:solidFill>
                  <a:schemeClr val="lt1"/>
                </a:solidFill>
              </a:rPr>
            </a:br>
            <a:endParaRPr sz="11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34"/>
          <p:cNvSpPr/>
          <p:nvPr/>
        </p:nvSpPr>
        <p:spPr>
          <a:xfrm>
            <a:off x="2813796" y="272932"/>
            <a:ext cx="1481700" cy="17769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rgbClr val="FAFAFA"/>
            </a:solidFill>
            <a:prstDash val="solid"/>
            <a:round/>
            <a:headEnd type="none" w="sm" len="sm"/>
            <a:tailEnd type="none" w="sm" len="sm"/>
          </a:ln>
          <a:effectLst>
            <a:reflection stA="50000" endPos="21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lt1"/>
                </a:solidFill>
              </a:rPr>
              <a:t>Low Fares</a:t>
            </a:r>
            <a:r>
              <a:rPr lang="en" sz="1300">
                <a:solidFill>
                  <a:schemeClr val="lt1"/>
                </a:solidFill>
              </a:rPr>
              <a:t> 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Cheaper than autos/cabs, ideal for daily commute.</a:t>
            </a:r>
            <a:endParaRPr sz="1600"/>
          </a:p>
        </p:txBody>
      </p:sp>
      <p:sp>
        <p:nvSpPr>
          <p:cNvPr id="411" name="Google Shape;411;p34"/>
          <p:cNvSpPr/>
          <p:nvPr/>
        </p:nvSpPr>
        <p:spPr>
          <a:xfrm>
            <a:off x="436075" y="299075"/>
            <a:ext cx="1481700" cy="1777006"/>
          </a:xfrm>
          <a:prstGeom prst="rect">
            <a:avLst/>
          </a:prstGeom>
          <a:solidFill>
            <a:srgbClr val="DCC745"/>
          </a:solidFill>
          <a:ln w="9525" cap="flat" cmpd="sng">
            <a:solidFill>
              <a:srgbClr val="DCC745"/>
            </a:solidFill>
            <a:prstDash val="solid"/>
            <a:round/>
            <a:headEnd type="none" w="sm" len="sm"/>
            <a:tailEnd type="none" w="sm" len="sm"/>
          </a:ln>
          <a:effectLst>
            <a:reflection stA="50000" endPos="21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lt1"/>
                </a:solidFill>
              </a:rPr>
              <a:t>Faster Travel</a:t>
            </a:r>
            <a:r>
              <a:rPr lang="en" sz="1300">
                <a:solidFill>
                  <a:schemeClr val="lt1"/>
                </a:solidFill>
              </a:rPr>
              <a:t> 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1"/>
                </a:solidFill>
              </a:rPr>
              <a:t>Two-wheelers avoid traffic, reducing travel time</a:t>
            </a:r>
            <a:r>
              <a:rPr lang="en" sz="1100">
                <a:solidFill>
                  <a:schemeClr val="lt1"/>
                </a:solidFill>
              </a:rPr>
              <a:t>.</a:t>
            </a:r>
            <a:br>
              <a:rPr lang="en" sz="1100">
                <a:solidFill>
                  <a:schemeClr val="lt1"/>
                </a:solidFill>
              </a:rPr>
            </a:br>
            <a:endParaRPr sz="11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34"/>
          <p:cNvSpPr/>
          <p:nvPr/>
        </p:nvSpPr>
        <p:spPr>
          <a:xfrm>
            <a:off x="436075" y="3063776"/>
            <a:ext cx="1481700" cy="1426021"/>
          </a:xfrm>
          <a:prstGeom prst="rect">
            <a:avLst/>
          </a:prstGeom>
          <a:solidFill>
            <a:srgbClr val="FDB813"/>
          </a:solidFill>
          <a:ln w="9525" cap="flat" cmpd="sng">
            <a:solidFill>
              <a:srgbClr val="FDB813"/>
            </a:solidFill>
            <a:prstDash val="solid"/>
            <a:round/>
            <a:headEnd type="none" w="sm" len="sm"/>
            <a:tailEnd type="none" w="sm" len="sm"/>
          </a:ln>
          <a:effectLst>
            <a:reflection stA="50000" endPos="21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lt1"/>
                </a:solidFill>
              </a:rPr>
              <a:t>High Availability</a:t>
            </a:r>
            <a:r>
              <a:rPr lang="en" sz="1300">
                <a:solidFill>
                  <a:schemeClr val="lt1"/>
                </a:solidFill>
              </a:rPr>
              <a:t> 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1"/>
                </a:solidFill>
              </a:rPr>
              <a:t>Large captain network ensures quick booking.</a:t>
            </a:r>
            <a:br>
              <a:rPr lang="en" sz="1300">
                <a:solidFill>
                  <a:schemeClr val="lt1"/>
                </a:solidFill>
              </a:rPr>
            </a:b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3" name="Google Shape;413;p34"/>
          <p:cNvCxnSpPr/>
          <p:nvPr/>
        </p:nvCxnSpPr>
        <p:spPr>
          <a:xfrm>
            <a:off x="1924261" y="4249051"/>
            <a:ext cx="581400" cy="0"/>
          </a:xfrm>
          <a:prstGeom prst="straightConnector1">
            <a:avLst/>
          </a:prstGeom>
          <a:noFill/>
          <a:ln w="19050" cap="flat" cmpd="sng">
            <a:solidFill>
              <a:srgbClr val="3F3F3F"/>
            </a:solidFill>
            <a:prstDash val="solid"/>
            <a:round/>
            <a:headEnd type="none" w="med" len="med"/>
            <a:tailEnd type="none" w="med" len="med"/>
          </a:ln>
          <a:effectLst>
            <a:reflection stA="50000" endPos="21000" fadeDir="5400012" sy="-100000" algn="bl" rotWithShape="0"/>
          </a:effectLst>
        </p:spPr>
      </p:cxnSp>
      <p:cxnSp>
        <p:nvCxnSpPr>
          <p:cNvPr id="414" name="Google Shape;414;p34"/>
          <p:cNvCxnSpPr/>
          <p:nvPr/>
        </p:nvCxnSpPr>
        <p:spPr>
          <a:xfrm>
            <a:off x="1316575" y="2096098"/>
            <a:ext cx="1628100" cy="1119793"/>
          </a:xfrm>
          <a:prstGeom prst="straightConnector1">
            <a:avLst/>
          </a:prstGeom>
          <a:noFill/>
          <a:ln w="19050" cap="flat" cmpd="sng">
            <a:solidFill>
              <a:srgbClr val="3F3F3F"/>
            </a:solidFill>
            <a:prstDash val="solid"/>
            <a:round/>
            <a:headEnd type="none" w="med" len="med"/>
            <a:tailEnd type="none" w="med" len="med"/>
          </a:ln>
          <a:effectLst>
            <a:reflection stA="50000" endPos="21000" fadeDir="5400012" sy="-100000" algn="bl" rotWithShape="0"/>
          </a:effectLst>
        </p:spPr>
      </p:cxnSp>
      <p:cxnSp>
        <p:nvCxnSpPr>
          <p:cNvPr id="415" name="Google Shape;415;p34"/>
          <p:cNvCxnSpPr/>
          <p:nvPr/>
        </p:nvCxnSpPr>
        <p:spPr>
          <a:xfrm>
            <a:off x="3389980" y="2045628"/>
            <a:ext cx="510300" cy="550200"/>
          </a:xfrm>
          <a:prstGeom prst="straightConnector1">
            <a:avLst/>
          </a:prstGeom>
          <a:noFill/>
          <a:ln w="19050" cap="flat" cmpd="sng">
            <a:solidFill>
              <a:srgbClr val="3F3F3F"/>
            </a:solidFill>
            <a:prstDash val="solid"/>
            <a:round/>
            <a:headEnd type="none" w="med" len="med"/>
            <a:tailEnd type="none" w="med" len="med"/>
          </a:ln>
          <a:effectLst>
            <a:reflection stA="50000" endPos="21000" fadeDir="5400012" sy="-100000" algn="bl" rotWithShape="0"/>
          </a:effectLst>
        </p:spPr>
      </p:cxnSp>
      <p:cxnSp>
        <p:nvCxnSpPr>
          <p:cNvPr id="416" name="Google Shape;416;p34"/>
          <p:cNvCxnSpPr/>
          <p:nvPr/>
        </p:nvCxnSpPr>
        <p:spPr>
          <a:xfrm flipH="1">
            <a:off x="6147531" y="2095782"/>
            <a:ext cx="1723800" cy="1133044"/>
          </a:xfrm>
          <a:prstGeom prst="straightConnector1">
            <a:avLst/>
          </a:prstGeom>
          <a:noFill/>
          <a:ln w="19050" cap="flat" cmpd="sng">
            <a:solidFill>
              <a:srgbClr val="3F3F3F"/>
            </a:solidFill>
            <a:prstDash val="solid"/>
            <a:round/>
            <a:headEnd type="none" w="med" len="med"/>
            <a:tailEnd type="none" w="med" len="med"/>
          </a:ln>
          <a:effectLst>
            <a:reflection stA="50000" endPos="21000" fadeDir="5400012" sy="-100000" algn="bl" rotWithShape="0"/>
          </a:effectLst>
        </p:spPr>
      </p:cxnSp>
      <p:cxnSp>
        <p:nvCxnSpPr>
          <p:cNvPr id="417" name="Google Shape;417;p34"/>
          <p:cNvCxnSpPr/>
          <p:nvPr/>
        </p:nvCxnSpPr>
        <p:spPr>
          <a:xfrm rot="10800000" flipH="1">
            <a:off x="6754675" y="4210288"/>
            <a:ext cx="438900" cy="25912"/>
          </a:xfrm>
          <a:prstGeom prst="straightConnector1">
            <a:avLst/>
          </a:prstGeom>
          <a:noFill/>
          <a:ln w="19050" cap="flat" cmpd="sng">
            <a:solidFill>
              <a:srgbClr val="3F3F3F"/>
            </a:solidFill>
            <a:prstDash val="solid"/>
            <a:round/>
            <a:headEnd type="none" w="med" len="med"/>
            <a:tailEnd type="none" w="med" len="med"/>
          </a:ln>
          <a:effectLst>
            <a:reflection stA="50000" endPos="21000" fadeDir="5400012" sy="-100000" algn="bl" rotWithShape="0"/>
          </a:effectLst>
        </p:spPr>
      </p:cxnSp>
      <p:sp>
        <p:nvSpPr>
          <p:cNvPr id="418" name="Google Shape;418;p34"/>
          <p:cNvSpPr txBox="1">
            <a:spLocks noGrp="1"/>
          </p:cNvSpPr>
          <p:nvPr>
            <p:ph type="title"/>
          </p:nvPr>
        </p:nvSpPr>
        <p:spPr>
          <a:xfrm>
            <a:off x="1653150" y="3456075"/>
            <a:ext cx="5031600" cy="62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rgbClr val="434343"/>
                </a:solidFill>
              </a:rPr>
              <a:t>                                      </a:t>
            </a:r>
            <a:r>
              <a:rPr lang="en" sz="1700" b="1">
                <a:solidFill>
                  <a:srgbClr val="434343"/>
                </a:solidFill>
                <a:latin typeface="Oswald"/>
                <a:ea typeface="Oswald"/>
                <a:cs typeface="Oswald"/>
                <a:sym typeface="Oswald"/>
              </a:rPr>
              <a:t>DELIVERING</a:t>
            </a:r>
            <a:endParaRPr sz="1700" b="1">
              <a:solidFill>
                <a:srgbClr val="434343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rgbClr val="434343"/>
                </a:solidFill>
                <a:latin typeface="Oswald"/>
                <a:ea typeface="Oswald"/>
                <a:cs typeface="Oswald"/>
                <a:sym typeface="Oswald"/>
              </a:rPr>
              <a:t>       CUSTOMER VALUE</a:t>
            </a:r>
            <a:endParaRPr sz="1700" b="1">
              <a:solidFill>
                <a:srgbClr val="434343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19" name="Google Shape;419;p34"/>
          <p:cNvSpPr/>
          <p:nvPr/>
        </p:nvSpPr>
        <p:spPr>
          <a:xfrm>
            <a:off x="4913525" y="285898"/>
            <a:ext cx="1481700" cy="17769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  <a:effectLst>
            <a:reflection stA="50000" endPos="21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lt1"/>
                </a:solidFill>
              </a:rPr>
              <a:t>Safe &amp; Verified Captains</a:t>
            </a:r>
            <a:r>
              <a:rPr lang="en" sz="1300">
                <a:solidFill>
                  <a:schemeClr val="lt1"/>
                </a:solidFill>
              </a:rPr>
              <a:t> 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Background checks, SOS, real-time tracking</a:t>
            </a:r>
            <a:endParaRPr sz="1700"/>
          </a:p>
        </p:txBody>
      </p:sp>
      <p:cxnSp>
        <p:nvCxnSpPr>
          <p:cNvPr id="420" name="Google Shape;420;p34"/>
          <p:cNvCxnSpPr>
            <a:stCxn id="419" idx="2"/>
          </p:cNvCxnSpPr>
          <p:nvPr/>
        </p:nvCxnSpPr>
        <p:spPr>
          <a:xfrm flipH="1">
            <a:off x="5179175" y="2062798"/>
            <a:ext cx="475200" cy="558900"/>
          </a:xfrm>
          <a:prstGeom prst="straightConnector1">
            <a:avLst/>
          </a:prstGeom>
          <a:noFill/>
          <a:ln w="19050" cap="flat" cmpd="sng">
            <a:solidFill>
              <a:srgbClr val="3F3F3F"/>
            </a:solidFill>
            <a:prstDash val="solid"/>
            <a:round/>
            <a:headEnd type="none" w="med" len="med"/>
            <a:tailEnd type="none" w="med" len="med"/>
          </a:ln>
          <a:effectLst>
            <a:reflection stA="50000" endPos="21000" fadeDir="5400012" sy="-100000" algn="bl" rotWithShape="0"/>
          </a:effectLst>
        </p:spPr>
      </p:cxnSp>
      <p:cxnSp>
        <p:nvCxnSpPr>
          <p:cNvPr id="421" name="Google Shape;421;p34"/>
          <p:cNvCxnSpPr/>
          <p:nvPr/>
        </p:nvCxnSpPr>
        <p:spPr>
          <a:xfrm>
            <a:off x="17265" y="4919125"/>
            <a:ext cx="9147900" cy="34500"/>
          </a:xfrm>
          <a:prstGeom prst="straightConnector1">
            <a:avLst/>
          </a:prstGeom>
          <a:noFill/>
          <a:ln w="1417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422" name="Google Shape;422;p34"/>
          <p:cNvGrpSpPr/>
          <p:nvPr/>
        </p:nvGrpSpPr>
        <p:grpSpPr>
          <a:xfrm>
            <a:off x="3556786" y="4359986"/>
            <a:ext cx="2042362" cy="823985"/>
            <a:chOff x="2296592" y="2262599"/>
            <a:chExt cx="2396014" cy="966665"/>
          </a:xfrm>
        </p:grpSpPr>
        <p:sp>
          <p:nvSpPr>
            <p:cNvPr id="423" name="Google Shape;423;p34"/>
            <p:cNvSpPr/>
            <p:nvPr/>
          </p:nvSpPr>
          <p:spPr>
            <a:xfrm flipH="1">
              <a:off x="4503323" y="2918498"/>
              <a:ext cx="109374" cy="153412"/>
            </a:xfrm>
            <a:custGeom>
              <a:avLst/>
              <a:gdLst/>
              <a:ahLst/>
              <a:cxnLst/>
              <a:rect l="l" t="t" r="r" b="b"/>
              <a:pathLst>
                <a:path w="13044" h="18296" extrusionOk="0">
                  <a:moveTo>
                    <a:pt x="13043" y="1"/>
                  </a:moveTo>
                  <a:lnTo>
                    <a:pt x="1" y="561"/>
                  </a:lnTo>
                  <a:lnTo>
                    <a:pt x="384" y="3306"/>
                  </a:lnTo>
                  <a:lnTo>
                    <a:pt x="857" y="6109"/>
                  </a:lnTo>
                  <a:lnTo>
                    <a:pt x="1388" y="9355"/>
                  </a:lnTo>
                  <a:lnTo>
                    <a:pt x="1712" y="11007"/>
                  </a:lnTo>
                  <a:lnTo>
                    <a:pt x="2007" y="12600"/>
                  </a:lnTo>
                  <a:lnTo>
                    <a:pt x="2332" y="14076"/>
                  </a:lnTo>
                  <a:lnTo>
                    <a:pt x="2657" y="15433"/>
                  </a:lnTo>
                  <a:lnTo>
                    <a:pt x="2981" y="16554"/>
                  </a:lnTo>
                  <a:lnTo>
                    <a:pt x="3129" y="17056"/>
                  </a:lnTo>
                  <a:lnTo>
                    <a:pt x="3276" y="17440"/>
                  </a:lnTo>
                  <a:lnTo>
                    <a:pt x="3424" y="17794"/>
                  </a:lnTo>
                  <a:lnTo>
                    <a:pt x="3571" y="18030"/>
                  </a:lnTo>
                  <a:lnTo>
                    <a:pt x="3719" y="18177"/>
                  </a:lnTo>
                  <a:lnTo>
                    <a:pt x="3778" y="18236"/>
                  </a:lnTo>
                  <a:lnTo>
                    <a:pt x="3837" y="18236"/>
                  </a:lnTo>
                  <a:lnTo>
                    <a:pt x="4575" y="18295"/>
                  </a:lnTo>
                  <a:lnTo>
                    <a:pt x="8352" y="18295"/>
                  </a:lnTo>
                  <a:lnTo>
                    <a:pt x="11833" y="18236"/>
                  </a:lnTo>
                  <a:lnTo>
                    <a:pt x="13043" y="1"/>
                  </a:lnTo>
                  <a:close/>
                </a:path>
              </a:pathLst>
            </a:custGeom>
            <a:solidFill>
              <a:srgbClr val="544E60"/>
            </a:solidFill>
            <a:ln>
              <a:noFill/>
            </a:ln>
          </p:spPr>
          <p:txBody>
            <a:bodyPr spcFirstLastPara="1" wrap="square" lIns="68000" tIns="68000" rIns="68000" bIns="68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4"/>
            <p:cNvSpPr/>
            <p:nvPr/>
          </p:nvSpPr>
          <p:spPr>
            <a:xfrm flipH="1">
              <a:off x="2328010" y="2306880"/>
              <a:ext cx="2299779" cy="793732"/>
            </a:xfrm>
            <a:custGeom>
              <a:avLst/>
              <a:gdLst/>
              <a:ahLst/>
              <a:cxnLst/>
              <a:rect l="l" t="t" r="r" b="b"/>
              <a:pathLst>
                <a:path w="274273" h="94661" extrusionOk="0">
                  <a:moveTo>
                    <a:pt x="231841" y="1"/>
                  </a:moveTo>
                  <a:lnTo>
                    <a:pt x="119004" y="325"/>
                  </a:lnTo>
                  <a:lnTo>
                    <a:pt x="118267" y="355"/>
                  </a:lnTo>
                  <a:lnTo>
                    <a:pt x="117470" y="414"/>
                  </a:lnTo>
                  <a:lnTo>
                    <a:pt x="116585" y="532"/>
                  </a:lnTo>
                  <a:lnTo>
                    <a:pt x="115611" y="709"/>
                  </a:lnTo>
                  <a:lnTo>
                    <a:pt x="114608" y="916"/>
                  </a:lnTo>
                  <a:lnTo>
                    <a:pt x="113546" y="1181"/>
                  </a:lnTo>
                  <a:lnTo>
                    <a:pt x="112424" y="1506"/>
                  </a:lnTo>
                  <a:lnTo>
                    <a:pt x="111244" y="1889"/>
                  </a:lnTo>
                  <a:lnTo>
                    <a:pt x="110064" y="2332"/>
                  </a:lnTo>
                  <a:lnTo>
                    <a:pt x="108824" y="2834"/>
                  </a:lnTo>
                  <a:lnTo>
                    <a:pt x="107585" y="3394"/>
                  </a:lnTo>
                  <a:lnTo>
                    <a:pt x="106316" y="4043"/>
                  </a:lnTo>
                  <a:lnTo>
                    <a:pt x="105047" y="4751"/>
                  </a:lnTo>
                  <a:lnTo>
                    <a:pt x="103749" y="5519"/>
                  </a:lnTo>
                  <a:lnTo>
                    <a:pt x="102480" y="6345"/>
                  </a:lnTo>
                  <a:lnTo>
                    <a:pt x="101182" y="7260"/>
                  </a:lnTo>
                  <a:lnTo>
                    <a:pt x="100975" y="7466"/>
                  </a:lnTo>
                  <a:lnTo>
                    <a:pt x="100739" y="7673"/>
                  </a:lnTo>
                  <a:lnTo>
                    <a:pt x="100297" y="8145"/>
                  </a:lnTo>
                  <a:lnTo>
                    <a:pt x="99884" y="8676"/>
                  </a:lnTo>
                  <a:lnTo>
                    <a:pt x="99471" y="9266"/>
                  </a:lnTo>
                  <a:lnTo>
                    <a:pt x="98615" y="10417"/>
                  </a:lnTo>
                  <a:lnTo>
                    <a:pt x="98202" y="10948"/>
                  </a:lnTo>
                  <a:lnTo>
                    <a:pt x="97759" y="11420"/>
                  </a:lnTo>
                  <a:lnTo>
                    <a:pt x="94661" y="14430"/>
                  </a:lnTo>
                  <a:lnTo>
                    <a:pt x="92949" y="16082"/>
                  </a:lnTo>
                  <a:lnTo>
                    <a:pt x="91179" y="17764"/>
                  </a:lnTo>
                  <a:lnTo>
                    <a:pt x="89320" y="19446"/>
                  </a:lnTo>
                  <a:lnTo>
                    <a:pt x="87461" y="21158"/>
                  </a:lnTo>
                  <a:lnTo>
                    <a:pt x="85632" y="22810"/>
                  </a:lnTo>
                  <a:lnTo>
                    <a:pt x="83773" y="24403"/>
                  </a:lnTo>
                  <a:lnTo>
                    <a:pt x="82002" y="25938"/>
                  </a:lnTo>
                  <a:lnTo>
                    <a:pt x="80291" y="27325"/>
                  </a:lnTo>
                  <a:lnTo>
                    <a:pt x="78697" y="28593"/>
                  </a:lnTo>
                  <a:lnTo>
                    <a:pt x="77222" y="29685"/>
                  </a:lnTo>
                  <a:lnTo>
                    <a:pt x="76543" y="30157"/>
                  </a:lnTo>
                  <a:lnTo>
                    <a:pt x="75894" y="30570"/>
                  </a:lnTo>
                  <a:lnTo>
                    <a:pt x="75304" y="30924"/>
                  </a:lnTo>
                  <a:lnTo>
                    <a:pt x="74743" y="31249"/>
                  </a:lnTo>
                  <a:lnTo>
                    <a:pt x="74271" y="31485"/>
                  </a:lnTo>
                  <a:lnTo>
                    <a:pt x="73799" y="31662"/>
                  </a:lnTo>
                  <a:lnTo>
                    <a:pt x="73415" y="31780"/>
                  </a:lnTo>
                  <a:lnTo>
                    <a:pt x="73091" y="31810"/>
                  </a:lnTo>
                  <a:lnTo>
                    <a:pt x="72088" y="31869"/>
                  </a:lnTo>
                  <a:lnTo>
                    <a:pt x="70347" y="31987"/>
                  </a:lnTo>
                  <a:lnTo>
                    <a:pt x="67957" y="32193"/>
                  </a:lnTo>
                  <a:lnTo>
                    <a:pt x="64976" y="32488"/>
                  </a:lnTo>
                  <a:lnTo>
                    <a:pt x="61553" y="32901"/>
                  </a:lnTo>
                  <a:lnTo>
                    <a:pt x="57717" y="33403"/>
                  </a:lnTo>
                  <a:lnTo>
                    <a:pt x="53616" y="33993"/>
                  </a:lnTo>
                  <a:lnTo>
                    <a:pt x="51491" y="34318"/>
                  </a:lnTo>
                  <a:lnTo>
                    <a:pt x="49308" y="34672"/>
                  </a:lnTo>
                  <a:lnTo>
                    <a:pt x="47095" y="35055"/>
                  </a:lnTo>
                  <a:lnTo>
                    <a:pt x="44882" y="35469"/>
                  </a:lnTo>
                  <a:lnTo>
                    <a:pt x="42639" y="35911"/>
                  </a:lnTo>
                  <a:lnTo>
                    <a:pt x="40426" y="36383"/>
                  </a:lnTo>
                  <a:lnTo>
                    <a:pt x="38243" y="36885"/>
                  </a:lnTo>
                  <a:lnTo>
                    <a:pt x="36059" y="37416"/>
                  </a:lnTo>
                  <a:lnTo>
                    <a:pt x="33935" y="37977"/>
                  </a:lnTo>
                  <a:lnTo>
                    <a:pt x="31839" y="38537"/>
                  </a:lnTo>
                  <a:lnTo>
                    <a:pt x="29833" y="39157"/>
                  </a:lnTo>
                  <a:lnTo>
                    <a:pt x="27885" y="39806"/>
                  </a:lnTo>
                  <a:lnTo>
                    <a:pt x="26027" y="40485"/>
                  </a:lnTo>
                  <a:lnTo>
                    <a:pt x="24256" y="41163"/>
                  </a:lnTo>
                  <a:lnTo>
                    <a:pt x="23430" y="41547"/>
                  </a:lnTo>
                  <a:lnTo>
                    <a:pt x="22604" y="41901"/>
                  </a:lnTo>
                  <a:lnTo>
                    <a:pt x="21836" y="42285"/>
                  </a:lnTo>
                  <a:lnTo>
                    <a:pt x="21069" y="42668"/>
                  </a:lnTo>
                  <a:lnTo>
                    <a:pt x="20361" y="43081"/>
                  </a:lnTo>
                  <a:lnTo>
                    <a:pt x="19682" y="43465"/>
                  </a:lnTo>
                  <a:lnTo>
                    <a:pt x="19033" y="43878"/>
                  </a:lnTo>
                  <a:lnTo>
                    <a:pt x="18414" y="44321"/>
                  </a:lnTo>
                  <a:lnTo>
                    <a:pt x="16555" y="45649"/>
                  </a:lnTo>
                  <a:lnTo>
                    <a:pt x="14902" y="46917"/>
                  </a:lnTo>
                  <a:lnTo>
                    <a:pt x="13279" y="48245"/>
                  </a:lnTo>
                  <a:lnTo>
                    <a:pt x="11863" y="49485"/>
                  </a:lnTo>
                  <a:lnTo>
                    <a:pt x="10624" y="50635"/>
                  </a:lnTo>
                  <a:lnTo>
                    <a:pt x="10092" y="51166"/>
                  </a:lnTo>
                  <a:lnTo>
                    <a:pt x="9591" y="51668"/>
                  </a:lnTo>
                  <a:lnTo>
                    <a:pt x="8971" y="52376"/>
                  </a:lnTo>
                  <a:lnTo>
                    <a:pt x="8971" y="52406"/>
                  </a:lnTo>
                  <a:lnTo>
                    <a:pt x="8411" y="53055"/>
                  </a:lnTo>
                  <a:lnTo>
                    <a:pt x="8145" y="53380"/>
                  </a:lnTo>
                  <a:lnTo>
                    <a:pt x="7702" y="54029"/>
                  </a:lnTo>
                  <a:lnTo>
                    <a:pt x="7319" y="54619"/>
                  </a:lnTo>
                  <a:lnTo>
                    <a:pt x="6994" y="55209"/>
                  </a:lnTo>
                  <a:lnTo>
                    <a:pt x="6699" y="55770"/>
                  </a:lnTo>
                  <a:lnTo>
                    <a:pt x="6552" y="56153"/>
                  </a:lnTo>
                  <a:lnTo>
                    <a:pt x="6522" y="56212"/>
                  </a:lnTo>
                  <a:lnTo>
                    <a:pt x="6434" y="56478"/>
                  </a:lnTo>
                  <a:lnTo>
                    <a:pt x="6286" y="56950"/>
                  </a:lnTo>
                  <a:lnTo>
                    <a:pt x="6227" y="57186"/>
                  </a:lnTo>
                  <a:lnTo>
                    <a:pt x="6168" y="57422"/>
                  </a:lnTo>
                  <a:lnTo>
                    <a:pt x="6050" y="57865"/>
                  </a:lnTo>
                  <a:lnTo>
                    <a:pt x="6020" y="58071"/>
                  </a:lnTo>
                  <a:lnTo>
                    <a:pt x="5991" y="58278"/>
                  </a:lnTo>
                  <a:lnTo>
                    <a:pt x="5961" y="58455"/>
                  </a:lnTo>
                  <a:lnTo>
                    <a:pt x="5932" y="58868"/>
                  </a:lnTo>
                  <a:lnTo>
                    <a:pt x="5902" y="59015"/>
                  </a:lnTo>
                  <a:lnTo>
                    <a:pt x="5873" y="59340"/>
                  </a:lnTo>
                  <a:lnTo>
                    <a:pt x="5843" y="59606"/>
                  </a:lnTo>
                  <a:lnTo>
                    <a:pt x="5814" y="59901"/>
                  </a:lnTo>
                  <a:lnTo>
                    <a:pt x="5755" y="60255"/>
                  </a:lnTo>
                  <a:lnTo>
                    <a:pt x="5637" y="60579"/>
                  </a:lnTo>
                  <a:lnTo>
                    <a:pt x="5519" y="60904"/>
                  </a:lnTo>
                  <a:lnTo>
                    <a:pt x="5342" y="61228"/>
                  </a:lnTo>
                  <a:lnTo>
                    <a:pt x="5165" y="61553"/>
                  </a:lnTo>
                  <a:lnTo>
                    <a:pt x="4958" y="61848"/>
                  </a:lnTo>
                  <a:lnTo>
                    <a:pt x="4722" y="62143"/>
                  </a:lnTo>
                  <a:lnTo>
                    <a:pt x="4457" y="62438"/>
                  </a:lnTo>
                  <a:lnTo>
                    <a:pt x="3778" y="63146"/>
                  </a:lnTo>
                  <a:lnTo>
                    <a:pt x="3040" y="63855"/>
                  </a:lnTo>
                  <a:lnTo>
                    <a:pt x="2273" y="64533"/>
                  </a:lnTo>
                  <a:lnTo>
                    <a:pt x="1565" y="65241"/>
                  </a:lnTo>
                  <a:lnTo>
                    <a:pt x="1240" y="65596"/>
                  </a:lnTo>
                  <a:lnTo>
                    <a:pt x="945" y="65950"/>
                  </a:lnTo>
                  <a:lnTo>
                    <a:pt x="680" y="66333"/>
                  </a:lnTo>
                  <a:lnTo>
                    <a:pt x="444" y="66687"/>
                  </a:lnTo>
                  <a:lnTo>
                    <a:pt x="267" y="67071"/>
                  </a:lnTo>
                  <a:lnTo>
                    <a:pt x="119" y="67484"/>
                  </a:lnTo>
                  <a:lnTo>
                    <a:pt x="30" y="67868"/>
                  </a:lnTo>
                  <a:lnTo>
                    <a:pt x="1" y="68281"/>
                  </a:lnTo>
                  <a:lnTo>
                    <a:pt x="30" y="74920"/>
                  </a:lnTo>
                  <a:lnTo>
                    <a:pt x="30" y="75038"/>
                  </a:lnTo>
                  <a:lnTo>
                    <a:pt x="89" y="75126"/>
                  </a:lnTo>
                  <a:lnTo>
                    <a:pt x="178" y="75244"/>
                  </a:lnTo>
                  <a:lnTo>
                    <a:pt x="267" y="75333"/>
                  </a:lnTo>
                  <a:lnTo>
                    <a:pt x="562" y="75480"/>
                  </a:lnTo>
                  <a:lnTo>
                    <a:pt x="945" y="75658"/>
                  </a:lnTo>
                  <a:lnTo>
                    <a:pt x="1417" y="75776"/>
                  </a:lnTo>
                  <a:lnTo>
                    <a:pt x="1948" y="75923"/>
                  </a:lnTo>
                  <a:lnTo>
                    <a:pt x="3158" y="76159"/>
                  </a:lnTo>
                  <a:lnTo>
                    <a:pt x="4457" y="76484"/>
                  </a:lnTo>
                  <a:lnTo>
                    <a:pt x="5106" y="76661"/>
                  </a:lnTo>
                  <a:lnTo>
                    <a:pt x="5755" y="76867"/>
                  </a:lnTo>
                  <a:lnTo>
                    <a:pt x="6345" y="77103"/>
                  </a:lnTo>
                  <a:lnTo>
                    <a:pt x="6906" y="77369"/>
                  </a:lnTo>
                  <a:lnTo>
                    <a:pt x="7171" y="77516"/>
                  </a:lnTo>
                  <a:lnTo>
                    <a:pt x="7407" y="77694"/>
                  </a:lnTo>
                  <a:lnTo>
                    <a:pt x="7643" y="77871"/>
                  </a:lnTo>
                  <a:lnTo>
                    <a:pt x="7850" y="78048"/>
                  </a:lnTo>
                  <a:lnTo>
                    <a:pt x="8234" y="78490"/>
                  </a:lnTo>
                  <a:lnTo>
                    <a:pt x="8647" y="79021"/>
                  </a:lnTo>
                  <a:lnTo>
                    <a:pt x="9060" y="79611"/>
                  </a:lnTo>
                  <a:lnTo>
                    <a:pt x="9443" y="80231"/>
                  </a:lnTo>
                  <a:lnTo>
                    <a:pt x="9797" y="80939"/>
                  </a:lnTo>
                  <a:lnTo>
                    <a:pt x="10122" y="81647"/>
                  </a:lnTo>
                  <a:lnTo>
                    <a:pt x="10417" y="82356"/>
                  </a:lnTo>
                  <a:lnTo>
                    <a:pt x="10653" y="83064"/>
                  </a:lnTo>
                  <a:lnTo>
                    <a:pt x="10830" y="83743"/>
                  </a:lnTo>
                  <a:lnTo>
                    <a:pt x="10919" y="84362"/>
                  </a:lnTo>
                  <a:lnTo>
                    <a:pt x="10948" y="84687"/>
                  </a:lnTo>
                  <a:lnTo>
                    <a:pt x="10948" y="84952"/>
                  </a:lnTo>
                  <a:lnTo>
                    <a:pt x="10919" y="85218"/>
                  </a:lnTo>
                  <a:lnTo>
                    <a:pt x="10889" y="85483"/>
                  </a:lnTo>
                  <a:lnTo>
                    <a:pt x="10830" y="85690"/>
                  </a:lnTo>
                  <a:lnTo>
                    <a:pt x="10742" y="85897"/>
                  </a:lnTo>
                  <a:lnTo>
                    <a:pt x="10624" y="86074"/>
                  </a:lnTo>
                  <a:lnTo>
                    <a:pt x="10476" y="86221"/>
                  </a:lnTo>
                  <a:lnTo>
                    <a:pt x="10299" y="86339"/>
                  </a:lnTo>
                  <a:lnTo>
                    <a:pt x="10092" y="86428"/>
                  </a:lnTo>
                  <a:lnTo>
                    <a:pt x="9856" y="86487"/>
                  </a:lnTo>
                  <a:lnTo>
                    <a:pt x="9591" y="86516"/>
                  </a:lnTo>
                  <a:lnTo>
                    <a:pt x="3217" y="86516"/>
                  </a:lnTo>
                  <a:lnTo>
                    <a:pt x="2952" y="86546"/>
                  </a:lnTo>
                  <a:lnTo>
                    <a:pt x="2716" y="86605"/>
                  </a:lnTo>
                  <a:lnTo>
                    <a:pt x="2480" y="86664"/>
                  </a:lnTo>
                  <a:lnTo>
                    <a:pt x="2273" y="86782"/>
                  </a:lnTo>
                  <a:lnTo>
                    <a:pt x="2096" y="86929"/>
                  </a:lnTo>
                  <a:lnTo>
                    <a:pt x="1919" y="87077"/>
                  </a:lnTo>
                  <a:lnTo>
                    <a:pt x="1742" y="87283"/>
                  </a:lnTo>
                  <a:lnTo>
                    <a:pt x="1594" y="87490"/>
                  </a:lnTo>
                  <a:lnTo>
                    <a:pt x="1476" y="87696"/>
                  </a:lnTo>
                  <a:lnTo>
                    <a:pt x="1358" y="87933"/>
                  </a:lnTo>
                  <a:lnTo>
                    <a:pt x="1270" y="88198"/>
                  </a:lnTo>
                  <a:lnTo>
                    <a:pt x="1181" y="88464"/>
                  </a:lnTo>
                  <a:lnTo>
                    <a:pt x="1122" y="88729"/>
                  </a:lnTo>
                  <a:lnTo>
                    <a:pt x="1093" y="88995"/>
                  </a:lnTo>
                  <a:lnTo>
                    <a:pt x="1063" y="89290"/>
                  </a:lnTo>
                  <a:lnTo>
                    <a:pt x="1034" y="89555"/>
                  </a:lnTo>
                  <a:lnTo>
                    <a:pt x="1063" y="89880"/>
                  </a:lnTo>
                  <a:lnTo>
                    <a:pt x="1093" y="90205"/>
                  </a:lnTo>
                  <a:lnTo>
                    <a:pt x="1152" y="90588"/>
                  </a:lnTo>
                  <a:lnTo>
                    <a:pt x="1270" y="91001"/>
                  </a:lnTo>
                  <a:lnTo>
                    <a:pt x="1417" y="91414"/>
                  </a:lnTo>
                  <a:lnTo>
                    <a:pt x="1653" y="91857"/>
                  </a:lnTo>
                  <a:lnTo>
                    <a:pt x="1919" y="92270"/>
                  </a:lnTo>
                  <a:lnTo>
                    <a:pt x="2244" y="92683"/>
                  </a:lnTo>
                  <a:lnTo>
                    <a:pt x="2450" y="92890"/>
                  </a:lnTo>
                  <a:lnTo>
                    <a:pt x="2686" y="93096"/>
                  </a:lnTo>
                  <a:lnTo>
                    <a:pt x="2922" y="93273"/>
                  </a:lnTo>
                  <a:lnTo>
                    <a:pt x="3188" y="93450"/>
                  </a:lnTo>
                  <a:lnTo>
                    <a:pt x="3453" y="93627"/>
                  </a:lnTo>
                  <a:lnTo>
                    <a:pt x="3778" y="93805"/>
                  </a:lnTo>
                  <a:lnTo>
                    <a:pt x="4102" y="93952"/>
                  </a:lnTo>
                  <a:lnTo>
                    <a:pt x="4457" y="94070"/>
                  </a:lnTo>
                  <a:lnTo>
                    <a:pt x="4840" y="94218"/>
                  </a:lnTo>
                  <a:lnTo>
                    <a:pt x="5253" y="94336"/>
                  </a:lnTo>
                  <a:lnTo>
                    <a:pt x="5696" y="94424"/>
                  </a:lnTo>
                  <a:lnTo>
                    <a:pt x="6168" y="94513"/>
                  </a:lnTo>
                  <a:lnTo>
                    <a:pt x="6670" y="94572"/>
                  </a:lnTo>
                  <a:lnTo>
                    <a:pt x="7201" y="94631"/>
                  </a:lnTo>
                  <a:lnTo>
                    <a:pt x="7791" y="94660"/>
                  </a:lnTo>
                  <a:lnTo>
                    <a:pt x="8381" y="94660"/>
                  </a:lnTo>
                  <a:lnTo>
                    <a:pt x="21718" y="94631"/>
                  </a:lnTo>
                  <a:lnTo>
                    <a:pt x="23046" y="94395"/>
                  </a:lnTo>
                  <a:lnTo>
                    <a:pt x="24463" y="94188"/>
                  </a:lnTo>
                  <a:lnTo>
                    <a:pt x="25938" y="94011"/>
                  </a:lnTo>
                  <a:lnTo>
                    <a:pt x="27443" y="93864"/>
                  </a:lnTo>
                  <a:lnTo>
                    <a:pt x="29036" y="93745"/>
                  </a:lnTo>
                  <a:lnTo>
                    <a:pt x="30659" y="93657"/>
                  </a:lnTo>
                  <a:lnTo>
                    <a:pt x="32312" y="93568"/>
                  </a:lnTo>
                  <a:lnTo>
                    <a:pt x="34053" y="93480"/>
                  </a:lnTo>
                  <a:lnTo>
                    <a:pt x="37623" y="93391"/>
                  </a:lnTo>
                  <a:lnTo>
                    <a:pt x="41370" y="93332"/>
                  </a:lnTo>
                  <a:lnTo>
                    <a:pt x="45265" y="93303"/>
                  </a:lnTo>
                  <a:lnTo>
                    <a:pt x="49278" y="93273"/>
                  </a:lnTo>
                  <a:lnTo>
                    <a:pt x="52259" y="93273"/>
                  </a:lnTo>
                  <a:lnTo>
                    <a:pt x="55268" y="93303"/>
                  </a:lnTo>
                  <a:lnTo>
                    <a:pt x="58367" y="93332"/>
                  </a:lnTo>
                  <a:lnTo>
                    <a:pt x="61524" y="93421"/>
                  </a:lnTo>
                  <a:lnTo>
                    <a:pt x="64711" y="93568"/>
                  </a:lnTo>
                  <a:lnTo>
                    <a:pt x="66334" y="93657"/>
                  </a:lnTo>
                  <a:lnTo>
                    <a:pt x="67927" y="93775"/>
                  </a:lnTo>
                  <a:lnTo>
                    <a:pt x="69579" y="93923"/>
                  </a:lnTo>
                  <a:lnTo>
                    <a:pt x="71202" y="94070"/>
                  </a:lnTo>
                  <a:lnTo>
                    <a:pt x="72855" y="94247"/>
                  </a:lnTo>
                  <a:lnTo>
                    <a:pt x="74507" y="94454"/>
                  </a:lnTo>
                  <a:lnTo>
                    <a:pt x="208560" y="94070"/>
                  </a:lnTo>
                  <a:lnTo>
                    <a:pt x="210359" y="93834"/>
                  </a:lnTo>
                  <a:lnTo>
                    <a:pt x="212071" y="93598"/>
                  </a:lnTo>
                  <a:lnTo>
                    <a:pt x="215169" y="93096"/>
                  </a:lnTo>
                  <a:lnTo>
                    <a:pt x="217854" y="92624"/>
                  </a:lnTo>
                  <a:lnTo>
                    <a:pt x="220097" y="92182"/>
                  </a:lnTo>
                  <a:lnTo>
                    <a:pt x="221867" y="91798"/>
                  </a:lnTo>
                  <a:lnTo>
                    <a:pt x="223136" y="91503"/>
                  </a:lnTo>
                  <a:lnTo>
                    <a:pt x="224198" y="91237"/>
                  </a:lnTo>
                  <a:lnTo>
                    <a:pt x="224671" y="90972"/>
                  </a:lnTo>
                  <a:lnTo>
                    <a:pt x="225231" y="90647"/>
                  </a:lnTo>
                  <a:lnTo>
                    <a:pt x="225998" y="90234"/>
                  </a:lnTo>
                  <a:lnTo>
                    <a:pt x="226972" y="89762"/>
                  </a:lnTo>
                  <a:lnTo>
                    <a:pt x="228123" y="89201"/>
                  </a:lnTo>
                  <a:lnTo>
                    <a:pt x="229451" y="88641"/>
                  </a:lnTo>
                  <a:lnTo>
                    <a:pt x="230926" y="88021"/>
                  </a:lnTo>
                  <a:lnTo>
                    <a:pt x="232520" y="87431"/>
                  </a:lnTo>
                  <a:lnTo>
                    <a:pt x="234260" y="86841"/>
                  </a:lnTo>
                  <a:lnTo>
                    <a:pt x="235175" y="86546"/>
                  </a:lnTo>
                  <a:lnTo>
                    <a:pt x="236119" y="86280"/>
                  </a:lnTo>
                  <a:lnTo>
                    <a:pt x="237093" y="86044"/>
                  </a:lnTo>
                  <a:lnTo>
                    <a:pt x="238096" y="85808"/>
                  </a:lnTo>
                  <a:lnTo>
                    <a:pt x="239100" y="85572"/>
                  </a:lnTo>
                  <a:lnTo>
                    <a:pt x="240132" y="85395"/>
                  </a:lnTo>
                  <a:lnTo>
                    <a:pt x="241195" y="85218"/>
                  </a:lnTo>
                  <a:lnTo>
                    <a:pt x="242257" y="85070"/>
                  </a:lnTo>
                  <a:lnTo>
                    <a:pt x="243349" y="84952"/>
                  </a:lnTo>
                  <a:lnTo>
                    <a:pt x="244470" y="84864"/>
                  </a:lnTo>
                  <a:lnTo>
                    <a:pt x="245591" y="84805"/>
                  </a:lnTo>
                  <a:lnTo>
                    <a:pt x="246713" y="84775"/>
                  </a:lnTo>
                  <a:lnTo>
                    <a:pt x="249309" y="84805"/>
                  </a:lnTo>
                  <a:lnTo>
                    <a:pt x="251670" y="84864"/>
                  </a:lnTo>
                  <a:lnTo>
                    <a:pt x="252762" y="84923"/>
                  </a:lnTo>
                  <a:lnTo>
                    <a:pt x="253794" y="84982"/>
                  </a:lnTo>
                  <a:lnTo>
                    <a:pt x="254798" y="85070"/>
                  </a:lnTo>
                  <a:lnTo>
                    <a:pt x="255712" y="85159"/>
                  </a:lnTo>
                  <a:lnTo>
                    <a:pt x="256598" y="85277"/>
                  </a:lnTo>
                  <a:lnTo>
                    <a:pt x="257424" y="85424"/>
                  </a:lnTo>
                  <a:lnTo>
                    <a:pt x="258191" y="85572"/>
                  </a:lnTo>
                  <a:lnTo>
                    <a:pt x="258929" y="85749"/>
                  </a:lnTo>
                  <a:lnTo>
                    <a:pt x="259607" y="85926"/>
                  </a:lnTo>
                  <a:lnTo>
                    <a:pt x="260227" y="86133"/>
                  </a:lnTo>
                  <a:lnTo>
                    <a:pt x="260788" y="86369"/>
                  </a:lnTo>
                  <a:lnTo>
                    <a:pt x="261319" y="86605"/>
                  </a:lnTo>
                  <a:lnTo>
                    <a:pt x="265686" y="86605"/>
                  </a:lnTo>
                  <a:lnTo>
                    <a:pt x="266010" y="86575"/>
                  </a:lnTo>
                  <a:lnTo>
                    <a:pt x="266306" y="86546"/>
                  </a:lnTo>
                  <a:lnTo>
                    <a:pt x="266630" y="86487"/>
                  </a:lnTo>
                  <a:lnTo>
                    <a:pt x="266984" y="86398"/>
                  </a:lnTo>
                  <a:lnTo>
                    <a:pt x="267663" y="86192"/>
                  </a:lnTo>
                  <a:lnTo>
                    <a:pt x="268371" y="85897"/>
                  </a:lnTo>
                  <a:lnTo>
                    <a:pt x="269079" y="85542"/>
                  </a:lnTo>
                  <a:lnTo>
                    <a:pt x="269817" y="85129"/>
                  </a:lnTo>
                  <a:lnTo>
                    <a:pt x="270496" y="84687"/>
                  </a:lnTo>
                  <a:lnTo>
                    <a:pt x="271174" y="84185"/>
                  </a:lnTo>
                  <a:lnTo>
                    <a:pt x="271823" y="83654"/>
                  </a:lnTo>
                  <a:lnTo>
                    <a:pt x="272414" y="83093"/>
                  </a:lnTo>
                  <a:lnTo>
                    <a:pt x="272945" y="82533"/>
                  </a:lnTo>
                  <a:lnTo>
                    <a:pt x="273387" y="81943"/>
                  </a:lnTo>
                  <a:lnTo>
                    <a:pt x="273594" y="81677"/>
                  </a:lnTo>
                  <a:lnTo>
                    <a:pt x="273771" y="81382"/>
                  </a:lnTo>
                  <a:lnTo>
                    <a:pt x="273918" y="81116"/>
                  </a:lnTo>
                  <a:lnTo>
                    <a:pt x="274037" y="80821"/>
                  </a:lnTo>
                  <a:lnTo>
                    <a:pt x="274155" y="80556"/>
                  </a:lnTo>
                  <a:lnTo>
                    <a:pt x="274214" y="80290"/>
                  </a:lnTo>
                  <a:lnTo>
                    <a:pt x="274273" y="80025"/>
                  </a:lnTo>
                  <a:lnTo>
                    <a:pt x="274273" y="79759"/>
                  </a:lnTo>
                  <a:lnTo>
                    <a:pt x="274243" y="63973"/>
                  </a:lnTo>
                  <a:lnTo>
                    <a:pt x="274214" y="63825"/>
                  </a:lnTo>
                  <a:lnTo>
                    <a:pt x="274184" y="63648"/>
                  </a:lnTo>
                  <a:lnTo>
                    <a:pt x="274096" y="63501"/>
                  </a:lnTo>
                  <a:lnTo>
                    <a:pt x="273977" y="63294"/>
                  </a:lnTo>
                  <a:lnTo>
                    <a:pt x="273682" y="62910"/>
                  </a:lnTo>
                  <a:lnTo>
                    <a:pt x="273299" y="62497"/>
                  </a:lnTo>
                  <a:lnTo>
                    <a:pt x="272827" y="62055"/>
                  </a:lnTo>
                  <a:lnTo>
                    <a:pt x="272296" y="61583"/>
                  </a:lnTo>
                  <a:lnTo>
                    <a:pt x="271204" y="60579"/>
                  </a:lnTo>
                  <a:lnTo>
                    <a:pt x="270614" y="60048"/>
                  </a:lnTo>
                  <a:lnTo>
                    <a:pt x="270083" y="59488"/>
                  </a:lnTo>
                  <a:lnTo>
                    <a:pt x="269551" y="58956"/>
                  </a:lnTo>
                  <a:lnTo>
                    <a:pt x="269079" y="58396"/>
                  </a:lnTo>
                  <a:lnTo>
                    <a:pt x="268696" y="57865"/>
                  </a:lnTo>
                  <a:lnTo>
                    <a:pt x="268548" y="57570"/>
                  </a:lnTo>
                  <a:lnTo>
                    <a:pt x="268401" y="57304"/>
                  </a:lnTo>
                  <a:lnTo>
                    <a:pt x="268283" y="57038"/>
                  </a:lnTo>
                  <a:lnTo>
                    <a:pt x="268194" y="56773"/>
                  </a:lnTo>
                  <a:lnTo>
                    <a:pt x="268165" y="56507"/>
                  </a:lnTo>
                  <a:lnTo>
                    <a:pt x="268135" y="56242"/>
                  </a:lnTo>
                  <a:lnTo>
                    <a:pt x="268076" y="37239"/>
                  </a:lnTo>
                  <a:lnTo>
                    <a:pt x="268076" y="37091"/>
                  </a:lnTo>
                  <a:lnTo>
                    <a:pt x="268017" y="36885"/>
                  </a:lnTo>
                  <a:lnTo>
                    <a:pt x="267781" y="36354"/>
                  </a:lnTo>
                  <a:lnTo>
                    <a:pt x="267427" y="35705"/>
                  </a:lnTo>
                  <a:lnTo>
                    <a:pt x="266955" y="34908"/>
                  </a:lnTo>
                  <a:lnTo>
                    <a:pt x="266365" y="33993"/>
                  </a:lnTo>
                  <a:lnTo>
                    <a:pt x="265686" y="32990"/>
                  </a:lnTo>
                  <a:lnTo>
                    <a:pt x="264919" y="31869"/>
                  </a:lnTo>
                  <a:lnTo>
                    <a:pt x="264033" y="30659"/>
                  </a:lnTo>
                  <a:lnTo>
                    <a:pt x="263532" y="30010"/>
                  </a:lnTo>
                  <a:lnTo>
                    <a:pt x="262971" y="29331"/>
                  </a:lnTo>
                  <a:lnTo>
                    <a:pt x="262381" y="28652"/>
                  </a:lnTo>
                  <a:lnTo>
                    <a:pt x="261732" y="27944"/>
                  </a:lnTo>
                  <a:lnTo>
                    <a:pt x="260404" y="26528"/>
                  </a:lnTo>
                  <a:lnTo>
                    <a:pt x="258958" y="25112"/>
                  </a:lnTo>
                  <a:lnTo>
                    <a:pt x="257512" y="23636"/>
                  </a:lnTo>
                  <a:lnTo>
                    <a:pt x="256037" y="22131"/>
                  </a:lnTo>
                  <a:lnTo>
                    <a:pt x="255329" y="21364"/>
                  </a:lnTo>
                  <a:lnTo>
                    <a:pt x="254650" y="20597"/>
                  </a:lnTo>
                  <a:lnTo>
                    <a:pt x="253971" y="19830"/>
                  </a:lnTo>
                  <a:lnTo>
                    <a:pt x="253322" y="19063"/>
                  </a:lnTo>
                  <a:lnTo>
                    <a:pt x="252526" y="18030"/>
                  </a:lnTo>
                  <a:lnTo>
                    <a:pt x="251758" y="17027"/>
                  </a:lnTo>
                  <a:lnTo>
                    <a:pt x="251050" y="16023"/>
                  </a:lnTo>
                  <a:lnTo>
                    <a:pt x="250342" y="15050"/>
                  </a:lnTo>
                  <a:lnTo>
                    <a:pt x="249073" y="13132"/>
                  </a:lnTo>
                  <a:lnTo>
                    <a:pt x="247922" y="11332"/>
                  </a:lnTo>
                  <a:lnTo>
                    <a:pt x="246004" y="8322"/>
                  </a:lnTo>
                  <a:lnTo>
                    <a:pt x="245237" y="7171"/>
                  </a:lnTo>
                  <a:lnTo>
                    <a:pt x="244883" y="6699"/>
                  </a:lnTo>
                  <a:lnTo>
                    <a:pt x="244588" y="6315"/>
                  </a:lnTo>
                  <a:lnTo>
                    <a:pt x="243998" y="5666"/>
                  </a:lnTo>
                  <a:lnTo>
                    <a:pt x="243850" y="5489"/>
                  </a:lnTo>
                  <a:lnTo>
                    <a:pt x="243732" y="5342"/>
                  </a:lnTo>
                  <a:lnTo>
                    <a:pt x="243673" y="5194"/>
                  </a:lnTo>
                  <a:lnTo>
                    <a:pt x="243614" y="5076"/>
                  </a:lnTo>
                  <a:lnTo>
                    <a:pt x="243614" y="4958"/>
                  </a:lnTo>
                  <a:lnTo>
                    <a:pt x="243614" y="4840"/>
                  </a:lnTo>
                  <a:lnTo>
                    <a:pt x="243644" y="4722"/>
                  </a:lnTo>
                  <a:lnTo>
                    <a:pt x="243703" y="4604"/>
                  </a:lnTo>
                  <a:lnTo>
                    <a:pt x="243791" y="4515"/>
                  </a:lnTo>
                  <a:lnTo>
                    <a:pt x="243880" y="4427"/>
                  </a:lnTo>
                  <a:lnTo>
                    <a:pt x="244116" y="4279"/>
                  </a:lnTo>
                  <a:lnTo>
                    <a:pt x="244411" y="4132"/>
                  </a:lnTo>
                  <a:lnTo>
                    <a:pt x="244736" y="3984"/>
                  </a:lnTo>
                  <a:lnTo>
                    <a:pt x="245414" y="3748"/>
                  </a:lnTo>
                  <a:lnTo>
                    <a:pt x="246063" y="3512"/>
                  </a:lnTo>
                  <a:lnTo>
                    <a:pt x="246359" y="3394"/>
                  </a:lnTo>
                  <a:lnTo>
                    <a:pt x="246565" y="3247"/>
                  </a:lnTo>
                  <a:lnTo>
                    <a:pt x="246624" y="3158"/>
                  </a:lnTo>
                  <a:lnTo>
                    <a:pt x="246683" y="3070"/>
                  </a:lnTo>
                  <a:lnTo>
                    <a:pt x="246742" y="2981"/>
                  </a:lnTo>
                  <a:lnTo>
                    <a:pt x="246742" y="2893"/>
                  </a:lnTo>
                  <a:lnTo>
                    <a:pt x="246713" y="2804"/>
                  </a:lnTo>
                  <a:lnTo>
                    <a:pt x="246624" y="2686"/>
                  </a:lnTo>
                  <a:lnTo>
                    <a:pt x="246477" y="2597"/>
                  </a:lnTo>
                  <a:lnTo>
                    <a:pt x="246300" y="2479"/>
                  </a:lnTo>
                  <a:lnTo>
                    <a:pt x="245768" y="2243"/>
                  </a:lnTo>
                  <a:lnTo>
                    <a:pt x="245090" y="2007"/>
                  </a:lnTo>
                  <a:lnTo>
                    <a:pt x="244234" y="1771"/>
                  </a:lnTo>
                  <a:lnTo>
                    <a:pt x="243290" y="1506"/>
                  </a:lnTo>
                  <a:lnTo>
                    <a:pt x="242227" y="1270"/>
                  </a:lnTo>
                  <a:lnTo>
                    <a:pt x="241077" y="1063"/>
                  </a:lnTo>
                  <a:lnTo>
                    <a:pt x="239867" y="827"/>
                  </a:lnTo>
                  <a:lnTo>
                    <a:pt x="238628" y="650"/>
                  </a:lnTo>
                  <a:lnTo>
                    <a:pt x="237388" y="443"/>
                  </a:lnTo>
                  <a:lnTo>
                    <a:pt x="236178" y="296"/>
                  </a:lnTo>
                  <a:lnTo>
                    <a:pt x="234969" y="178"/>
                  </a:lnTo>
                  <a:lnTo>
                    <a:pt x="233847" y="89"/>
                  </a:lnTo>
                  <a:lnTo>
                    <a:pt x="232785" y="30"/>
                  </a:lnTo>
                  <a:lnTo>
                    <a:pt x="231841" y="1"/>
                  </a:lnTo>
                  <a:close/>
                </a:path>
              </a:pathLst>
            </a:custGeom>
            <a:solidFill>
              <a:srgbClr val="F4B400"/>
            </a:solidFill>
            <a:ln>
              <a:noFill/>
            </a:ln>
          </p:spPr>
          <p:txBody>
            <a:bodyPr spcFirstLastPara="1" wrap="square" lIns="68000" tIns="68000" rIns="68000" bIns="68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4"/>
            <p:cNvSpPr/>
            <p:nvPr/>
          </p:nvSpPr>
          <p:spPr>
            <a:xfrm flipH="1">
              <a:off x="4003040" y="2816814"/>
              <a:ext cx="442896" cy="283547"/>
            </a:xfrm>
            <a:custGeom>
              <a:avLst/>
              <a:gdLst/>
              <a:ahLst/>
              <a:cxnLst/>
              <a:rect l="l" t="t" r="r" b="b"/>
              <a:pathLst>
                <a:path w="52820" h="33816" extrusionOk="0">
                  <a:moveTo>
                    <a:pt x="26322" y="0"/>
                  </a:moveTo>
                  <a:lnTo>
                    <a:pt x="24964" y="59"/>
                  </a:lnTo>
                  <a:lnTo>
                    <a:pt x="23636" y="148"/>
                  </a:lnTo>
                  <a:lnTo>
                    <a:pt x="22309" y="325"/>
                  </a:lnTo>
                  <a:lnTo>
                    <a:pt x="21010" y="561"/>
                  </a:lnTo>
                  <a:lnTo>
                    <a:pt x="19741" y="856"/>
                  </a:lnTo>
                  <a:lnTo>
                    <a:pt x="18473" y="1240"/>
                  </a:lnTo>
                  <a:lnTo>
                    <a:pt x="17263" y="1653"/>
                  </a:lnTo>
                  <a:lnTo>
                    <a:pt x="16053" y="2125"/>
                  </a:lnTo>
                  <a:lnTo>
                    <a:pt x="14902" y="2656"/>
                  </a:lnTo>
                  <a:lnTo>
                    <a:pt x="13751" y="3246"/>
                  </a:lnTo>
                  <a:lnTo>
                    <a:pt x="12660" y="3895"/>
                  </a:lnTo>
                  <a:lnTo>
                    <a:pt x="11597" y="4574"/>
                  </a:lnTo>
                  <a:lnTo>
                    <a:pt x="10565" y="5312"/>
                  </a:lnTo>
                  <a:lnTo>
                    <a:pt x="9561" y="6108"/>
                  </a:lnTo>
                  <a:lnTo>
                    <a:pt x="8588" y="6935"/>
                  </a:lnTo>
                  <a:lnTo>
                    <a:pt x="7673" y="7820"/>
                  </a:lnTo>
                  <a:lnTo>
                    <a:pt x="6817" y="8735"/>
                  </a:lnTo>
                  <a:lnTo>
                    <a:pt x="5991" y="9679"/>
                  </a:lnTo>
                  <a:lnTo>
                    <a:pt x="5194" y="10682"/>
                  </a:lnTo>
                  <a:lnTo>
                    <a:pt x="4486" y="11715"/>
                  </a:lnTo>
                  <a:lnTo>
                    <a:pt x="3778" y="12807"/>
                  </a:lnTo>
                  <a:lnTo>
                    <a:pt x="3158" y="13898"/>
                  </a:lnTo>
                  <a:lnTo>
                    <a:pt x="2568" y="15049"/>
                  </a:lnTo>
                  <a:lnTo>
                    <a:pt x="2037" y="16229"/>
                  </a:lnTo>
                  <a:lnTo>
                    <a:pt x="1565" y="17410"/>
                  </a:lnTo>
                  <a:lnTo>
                    <a:pt x="1152" y="18649"/>
                  </a:lnTo>
                  <a:lnTo>
                    <a:pt x="827" y="19888"/>
                  </a:lnTo>
                  <a:lnTo>
                    <a:pt x="532" y="21187"/>
                  </a:lnTo>
                  <a:lnTo>
                    <a:pt x="296" y="22485"/>
                  </a:lnTo>
                  <a:lnTo>
                    <a:pt x="119" y="23783"/>
                  </a:lnTo>
                  <a:lnTo>
                    <a:pt x="30" y="25141"/>
                  </a:lnTo>
                  <a:lnTo>
                    <a:pt x="1" y="26498"/>
                  </a:lnTo>
                  <a:lnTo>
                    <a:pt x="30" y="33816"/>
                  </a:lnTo>
                  <a:lnTo>
                    <a:pt x="52819" y="33668"/>
                  </a:lnTo>
                  <a:lnTo>
                    <a:pt x="52790" y="26321"/>
                  </a:lnTo>
                  <a:lnTo>
                    <a:pt x="52760" y="24993"/>
                  </a:lnTo>
                  <a:lnTo>
                    <a:pt x="52642" y="23636"/>
                  </a:lnTo>
                  <a:lnTo>
                    <a:pt x="52495" y="22308"/>
                  </a:lnTo>
                  <a:lnTo>
                    <a:pt x="52259" y="21010"/>
                  </a:lnTo>
                  <a:lnTo>
                    <a:pt x="51934" y="19741"/>
                  </a:lnTo>
                  <a:lnTo>
                    <a:pt x="51580" y="18501"/>
                  </a:lnTo>
                  <a:lnTo>
                    <a:pt x="51167" y="17262"/>
                  </a:lnTo>
                  <a:lnTo>
                    <a:pt x="50695" y="16082"/>
                  </a:lnTo>
                  <a:lnTo>
                    <a:pt x="50164" y="14902"/>
                  </a:lnTo>
                  <a:lnTo>
                    <a:pt x="49573" y="13780"/>
                  </a:lnTo>
                  <a:lnTo>
                    <a:pt x="48924" y="12659"/>
                  </a:lnTo>
                  <a:lnTo>
                    <a:pt x="48246" y="11597"/>
                  </a:lnTo>
                  <a:lnTo>
                    <a:pt x="47508" y="10564"/>
                  </a:lnTo>
                  <a:lnTo>
                    <a:pt x="46711" y="9561"/>
                  </a:lnTo>
                  <a:lnTo>
                    <a:pt x="45885" y="8616"/>
                  </a:lnTo>
                  <a:lnTo>
                    <a:pt x="45000" y="7702"/>
                  </a:lnTo>
                  <a:lnTo>
                    <a:pt x="44085" y="6817"/>
                  </a:lnTo>
                  <a:lnTo>
                    <a:pt x="43111" y="5990"/>
                  </a:lnTo>
                  <a:lnTo>
                    <a:pt x="42138" y="5223"/>
                  </a:lnTo>
                  <a:lnTo>
                    <a:pt x="41075" y="4485"/>
                  </a:lnTo>
                  <a:lnTo>
                    <a:pt x="40013" y="3807"/>
                  </a:lnTo>
                  <a:lnTo>
                    <a:pt x="38892" y="3158"/>
                  </a:lnTo>
                  <a:lnTo>
                    <a:pt x="37770" y="2597"/>
                  </a:lnTo>
                  <a:lnTo>
                    <a:pt x="36590" y="2066"/>
                  </a:lnTo>
                  <a:lnTo>
                    <a:pt x="35380" y="1594"/>
                  </a:lnTo>
                  <a:lnTo>
                    <a:pt x="34171" y="1181"/>
                  </a:lnTo>
                  <a:lnTo>
                    <a:pt x="32902" y="827"/>
                  </a:lnTo>
                  <a:lnTo>
                    <a:pt x="31633" y="531"/>
                  </a:lnTo>
                  <a:lnTo>
                    <a:pt x="30335" y="295"/>
                  </a:lnTo>
                  <a:lnTo>
                    <a:pt x="29007" y="148"/>
                  </a:lnTo>
                  <a:lnTo>
                    <a:pt x="27679" y="30"/>
                  </a:lnTo>
                  <a:lnTo>
                    <a:pt x="26322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68000" tIns="68000" rIns="68000" bIns="68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4"/>
            <p:cNvSpPr/>
            <p:nvPr/>
          </p:nvSpPr>
          <p:spPr>
            <a:xfrm flipH="1">
              <a:off x="4034962" y="2848727"/>
              <a:ext cx="379052" cy="379052"/>
            </a:xfrm>
            <a:custGeom>
              <a:avLst/>
              <a:gdLst/>
              <a:ahLst/>
              <a:cxnLst/>
              <a:rect l="l" t="t" r="r" b="b"/>
              <a:pathLst>
                <a:path w="45206" h="45206" extrusionOk="0">
                  <a:moveTo>
                    <a:pt x="22515" y="1"/>
                  </a:moveTo>
                  <a:lnTo>
                    <a:pt x="21364" y="30"/>
                  </a:lnTo>
                  <a:lnTo>
                    <a:pt x="20213" y="119"/>
                  </a:lnTo>
                  <a:lnTo>
                    <a:pt x="19092" y="266"/>
                  </a:lnTo>
                  <a:lnTo>
                    <a:pt x="17970" y="473"/>
                  </a:lnTo>
                  <a:lnTo>
                    <a:pt x="16879" y="738"/>
                  </a:lnTo>
                  <a:lnTo>
                    <a:pt x="15816" y="1034"/>
                  </a:lnTo>
                  <a:lnTo>
                    <a:pt x="14754" y="1388"/>
                  </a:lnTo>
                  <a:lnTo>
                    <a:pt x="13721" y="1801"/>
                  </a:lnTo>
                  <a:lnTo>
                    <a:pt x="12748" y="2273"/>
                  </a:lnTo>
                  <a:lnTo>
                    <a:pt x="11774" y="2774"/>
                  </a:lnTo>
                  <a:lnTo>
                    <a:pt x="10830" y="3306"/>
                  </a:lnTo>
                  <a:lnTo>
                    <a:pt x="9915" y="3896"/>
                  </a:lnTo>
                  <a:lnTo>
                    <a:pt x="9030" y="4545"/>
                  </a:lnTo>
                  <a:lnTo>
                    <a:pt x="8174" y="5194"/>
                  </a:lnTo>
                  <a:lnTo>
                    <a:pt x="7348" y="5932"/>
                  </a:lnTo>
                  <a:lnTo>
                    <a:pt x="6551" y="6669"/>
                  </a:lnTo>
                  <a:lnTo>
                    <a:pt x="5813" y="7466"/>
                  </a:lnTo>
                  <a:lnTo>
                    <a:pt x="5105" y="8292"/>
                  </a:lnTo>
                  <a:lnTo>
                    <a:pt x="4456" y="9148"/>
                  </a:lnTo>
                  <a:lnTo>
                    <a:pt x="3807" y="10033"/>
                  </a:lnTo>
                  <a:lnTo>
                    <a:pt x="3217" y="10948"/>
                  </a:lnTo>
                  <a:lnTo>
                    <a:pt x="2686" y="11892"/>
                  </a:lnTo>
                  <a:lnTo>
                    <a:pt x="2184" y="12866"/>
                  </a:lnTo>
                  <a:lnTo>
                    <a:pt x="1741" y="13869"/>
                  </a:lnTo>
                  <a:lnTo>
                    <a:pt x="1328" y="14902"/>
                  </a:lnTo>
                  <a:lnTo>
                    <a:pt x="974" y="15935"/>
                  </a:lnTo>
                  <a:lnTo>
                    <a:pt x="679" y="17026"/>
                  </a:lnTo>
                  <a:lnTo>
                    <a:pt x="443" y="18118"/>
                  </a:lnTo>
                  <a:lnTo>
                    <a:pt x="236" y="19240"/>
                  </a:lnTo>
                  <a:lnTo>
                    <a:pt x="89" y="20361"/>
                  </a:lnTo>
                  <a:lnTo>
                    <a:pt x="30" y="21512"/>
                  </a:lnTo>
                  <a:lnTo>
                    <a:pt x="0" y="22662"/>
                  </a:lnTo>
                  <a:lnTo>
                    <a:pt x="30" y="23843"/>
                  </a:lnTo>
                  <a:lnTo>
                    <a:pt x="118" y="24993"/>
                  </a:lnTo>
                  <a:lnTo>
                    <a:pt x="266" y="26115"/>
                  </a:lnTo>
                  <a:lnTo>
                    <a:pt x="472" y="27236"/>
                  </a:lnTo>
                  <a:lnTo>
                    <a:pt x="709" y="28328"/>
                  </a:lnTo>
                  <a:lnTo>
                    <a:pt x="1033" y="29390"/>
                  </a:lnTo>
                  <a:lnTo>
                    <a:pt x="1387" y="30452"/>
                  </a:lnTo>
                  <a:lnTo>
                    <a:pt x="1800" y="31456"/>
                  </a:lnTo>
                  <a:lnTo>
                    <a:pt x="2243" y="32459"/>
                  </a:lnTo>
                  <a:lnTo>
                    <a:pt x="2745" y="33433"/>
                  </a:lnTo>
                  <a:lnTo>
                    <a:pt x="3305" y="34377"/>
                  </a:lnTo>
                  <a:lnTo>
                    <a:pt x="3895" y="35292"/>
                  </a:lnTo>
                  <a:lnTo>
                    <a:pt x="4515" y="36177"/>
                  </a:lnTo>
                  <a:lnTo>
                    <a:pt x="5194" y="37032"/>
                  </a:lnTo>
                  <a:lnTo>
                    <a:pt x="5902" y="37859"/>
                  </a:lnTo>
                  <a:lnTo>
                    <a:pt x="6669" y="38626"/>
                  </a:lnTo>
                  <a:lnTo>
                    <a:pt x="7436" y="39393"/>
                  </a:lnTo>
                  <a:lnTo>
                    <a:pt x="8262" y="40101"/>
                  </a:lnTo>
                  <a:lnTo>
                    <a:pt x="9118" y="40750"/>
                  </a:lnTo>
                  <a:lnTo>
                    <a:pt x="10003" y="41370"/>
                  </a:lnTo>
                  <a:lnTo>
                    <a:pt x="10918" y="41960"/>
                  </a:lnTo>
                  <a:lnTo>
                    <a:pt x="11862" y="42521"/>
                  </a:lnTo>
                  <a:lnTo>
                    <a:pt x="12866" y="42993"/>
                  </a:lnTo>
                  <a:lnTo>
                    <a:pt x="13869" y="43465"/>
                  </a:lnTo>
                  <a:lnTo>
                    <a:pt x="14872" y="43849"/>
                  </a:lnTo>
                  <a:lnTo>
                    <a:pt x="15934" y="44203"/>
                  </a:lnTo>
                  <a:lnTo>
                    <a:pt x="16997" y="44498"/>
                  </a:lnTo>
                  <a:lnTo>
                    <a:pt x="18088" y="44763"/>
                  </a:lnTo>
                  <a:lnTo>
                    <a:pt x="19210" y="44970"/>
                  </a:lnTo>
                  <a:lnTo>
                    <a:pt x="20361" y="45088"/>
                  </a:lnTo>
                  <a:lnTo>
                    <a:pt x="21482" y="45176"/>
                  </a:lnTo>
                  <a:lnTo>
                    <a:pt x="22662" y="45206"/>
                  </a:lnTo>
                  <a:lnTo>
                    <a:pt x="23813" y="45176"/>
                  </a:lnTo>
                  <a:lnTo>
                    <a:pt x="24964" y="45088"/>
                  </a:lnTo>
                  <a:lnTo>
                    <a:pt x="26114" y="44940"/>
                  </a:lnTo>
                  <a:lnTo>
                    <a:pt x="27206" y="44734"/>
                  </a:lnTo>
                  <a:lnTo>
                    <a:pt x="28298" y="44468"/>
                  </a:lnTo>
                  <a:lnTo>
                    <a:pt x="29390" y="44173"/>
                  </a:lnTo>
                  <a:lnTo>
                    <a:pt x="30423" y="43819"/>
                  </a:lnTo>
                  <a:lnTo>
                    <a:pt x="31455" y="43406"/>
                  </a:lnTo>
                  <a:lnTo>
                    <a:pt x="32459" y="42963"/>
                  </a:lnTo>
                  <a:lnTo>
                    <a:pt x="33432" y="42462"/>
                  </a:lnTo>
                  <a:lnTo>
                    <a:pt x="34377" y="41901"/>
                  </a:lnTo>
                  <a:lnTo>
                    <a:pt x="35291" y="41311"/>
                  </a:lnTo>
                  <a:lnTo>
                    <a:pt x="36176" y="40691"/>
                  </a:lnTo>
                  <a:lnTo>
                    <a:pt x="37032" y="40013"/>
                  </a:lnTo>
                  <a:lnTo>
                    <a:pt x="37829" y="39305"/>
                  </a:lnTo>
                  <a:lnTo>
                    <a:pt x="38626" y="38537"/>
                  </a:lnTo>
                  <a:lnTo>
                    <a:pt x="39363" y="37741"/>
                  </a:lnTo>
                  <a:lnTo>
                    <a:pt x="40071" y="36944"/>
                  </a:lnTo>
                  <a:lnTo>
                    <a:pt x="40750" y="36088"/>
                  </a:lnTo>
                  <a:lnTo>
                    <a:pt x="41370" y="35173"/>
                  </a:lnTo>
                  <a:lnTo>
                    <a:pt x="41960" y="34259"/>
                  </a:lnTo>
                  <a:lnTo>
                    <a:pt x="42491" y="33315"/>
                  </a:lnTo>
                  <a:lnTo>
                    <a:pt x="42993" y="32341"/>
                  </a:lnTo>
                  <a:lnTo>
                    <a:pt x="43435" y="31338"/>
                  </a:lnTo>
                  <a:lnTo>
                    <a:pt x="43848" y="30305"/>
                  </a:lnTo>
                  <a:lnTo>
                    <a:pt x="44203" y="29272"/>
                  </a:lnTo>
                  <a:lnTo>
                    <a:pt x="44498" y="28180"/>
                  </a:lnTo>
                  <a:lnTo>
                    <a:pt x="44734" y="27088"/>
                  </a:lnTo>
                  <a:lnTo>
                    <a:pt x="44940" y="25997"/>
                  </a:lnTo>
                  <a:lnTo>
                    <a:pt x="45088" y="24846"/>
                  </a:lnTo>
                  <a:lnTo>
                    <a:pt x="45176" y="23695"/>
                  </a:lnTo>
                  <a:lnTo>
                    <a:pt x="45206" y="22544"/>
                  </a:lnTo>
                  <a:lnTo>
                    <a:pt x="45147" y="21364"/>
                  </a:lnTo>
                  <a:lnTo>
                    <a:pt x="45058" y="20243"/>
                  </a:lnTo>
                  <a:lnTo>
                    <a:pt x="44911" y="19092"/>
                  </a:lnTo>
                  <a:lnTo>
                    <a:pt x="44734" y="18000"/>
                  </a:lnTo>
                  <a:lnTo>
                    <a:pt x="44468" y="16879"/>
                  </a:lnTo>
                  <a:lnTo>
                    <a:pt x="44143" y="15817"/>
                  </a:lnTo>
                  <a:lnTo>
                    <a:pt x="43789" y="14784"/>
                  </a:lnTo>
                  <a:lnTo>
                    <a:pt x="43406" y="13751"/>
                  </a:lnTo>
                  <a:lnTo>
                    <a:pt x="42934" y="12748"/>
                  </a:lnTo>
                  <a:lnTo>
                    <a:pt x="42432" y="11774"/>
                  </a:lnTo>
                  <a:lnTo>
                    <a:pt x="41901" y="10830"/>
                  </a:lnTo>
                  <a:lnTo>
                    <a:pt x="41311" y="9915"/>
                  </a:lnTo>
                  <a:lnTo>
                    <a:pt x="40662" y="9030"/>
                  </a:lnTo>
                  <a:lnTo>
                    <a:pt x="39983" y="8174"/>
                  </a:lnTo>
                  <a:lnTo>
                    <a:pt x="39275" y="7348"/>
                  </a:lnTo>
                  <a:lnTo>
                    <a:pt x="38537" y="6581"/>
                  </a:lnTo>
                  <a:lnTo>
                    <a:pt x="37740" y="5843"/>
                  </a:lnTo>
                  <a:lnTo>
                    <a:pt x="36914" y="5135"/>
                  </a:lnTo>
                  <a:lnTo>
                    <a:pt x="36058" y="4456"/>
                  </a:lnTo>
                  <a:lnTo>
                    <a:pt x="35173" y="3837"/>
                  </a:lnTo>
                  <a:lnTo>
                    <a:pt x="34259" y="3247"/>
                  </a:lnTo>
                  <a:lnTo>
                    <a:pt x="33314" y="2715"/>
                  </a:lnTo>
                  <a:lnTo>
                    <a:pt x="32341" y="2214"/>
                  </a:lnTo>
                  <a:lnTo>
                    <a:pt x="31337" y="1742"/>
                  </a:lnTo>
                  <a:lnTo>
                    <a:pt x="30305" y="1358"/>
                  </a:lnTo>
                  <a:lnTo>
                    <a:pt x="29242" y="1004"/>
                  </a:lnTo>
                  <a:lnTo>
                    <a:pt x="28180" y="709"/>
                  </a:lnTo>
                  <a:lnTo>
                    <a:pt x="27088" y="443"/>
                  </a:lnTo>
                  <a:lnTo>
                    <a:pt x="25967" y="266"/>
                  </a:lnTo>
                  <a:lnTo>
                    <a:pt x="24846" y="119"/>
                  </a:lnTo>
                  <a:lnTo>
                    <a:pt x="23695" y="30"/>
                  </a:lnTo>
                  <a:lnTo>
                    <a:pt x="22515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68000" tIns="68000" rIns="68000" bIns="68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4"/>
            <p:cNvSpPr/>
            <p:nvPr/>
          </p:nvSpPr>
          <p:spPr>
            <a:xfrm flipH="1">
              <a:off x="4091862" y="2905636"/>
              <a:ext cx="265494" cy="265243"/>
            </a:xfrm>
            <a:custGeom>
              <a:avLst/>
              <a:gdLst/>
              <a:ahLst/>
              <a:cxnLst/>
              <a:rect l="l" t="t" r="r" b="b"/>
              <a:pathLst>
                <a:path w="31663" h="31633" extrusionOk="0">
                  <a:moveTo>
                    <a:pt x="15787" y="0"/>
                  </a:moveTo>
                  <a:lnTo>
                    <a:pt x="14961" y="30"/>
                  </a:lnTo>
                  <a:lnTo>
                    <a:pt x="14164" y="89"/>
                  </a:lnTo>
                  <a:lnTo>
                    <a:pt x="13367" y="178"/>
                  </a:lnTo>
                  <a:lnTo>
                    <a:pt x="12600" y="325"/>
                  </a:lnTo>
                  <a:lnTo>
                    <a:pt x="11833" y="502"/>
                  </a:lnTo>
                  <a:lnTo>
                    <a:pt x="11095" y="709"/>
                  </a:lnTo>
                  <a:lnTo>
                    <a:pt x="10358" y="974"/>
                  </a:lnTo>
                  <a:lnTo>
                    <a:pt x="9620" y="1240"/>
                  </a:lnTo>
                  <a:lnTo>
                    <a:pt x="8941" y="1564"/>
                  </a:lnTo>
                  <a:lnTo>
                    <a:pt x="8263" y="1918"/>
                  </a:lnTo>
                  <a:lnTo>
                    <a:pt x="7584" y="2302"/>
                  </a:lnTo>
                  <a:lnTo>
                    <a:pt x="6935" y="2715"/>
                  </a:lnTo>
                  <a:lnTo>
                    <a:pt x="6315" y="3158"/>
                  </a:lnTo>
                  <a:lnTo>
                    <a:pt x="5725" y="3630"/>
                  </a:lnTo>
                  <a:lnTo>
                    <a:pt x="5164" y="4131"/>
                  </a:lnTo>
                  <a:lnTo>
                    <a:pt x="4604" y="4663"/>
                  </a:lnTo>
                  <a:lnTo>
                    <a:pt x="4102" y="5223"/>
                  </a:lnTo>
                  <a:lnTo>
                    <a:pt x="3600" y="5784"/>
                  </a:lnTo>
                  <a:lnTo>
                    <a:pt x="3128" y="6374"/>
                  </a:lnTo>
                  <a:lnTo>
                    <a:pt x="2686" y="6994"/>
                  </a:lnTo>
                  <a:lnTo>
                    <a:pt x="2273" y="7643"/>
                  </a:lnTo>
                  <a:lnTo>
                    <a:pt x="1889" y="8322"/>
                  </a:lnTo>
                  <a:lnTo>
                    <a:pt x="1535" y="9000"/>
                  </a:lnTo>
                  <a:lnTo>
                    <a:pt x="1240" y="9708"/>
                  </a:lnTo>
                  <a:lnTo>
                    <a:pt x="945" y="10417"/>
                  </a:lnTo>
                  <a:lnTo>
                    <a:pt x="709" y="11154"/>
                  </a:lnTo>
                  <a:lnTo>
                    <a:pt x="502" y="11921"/>
                  </a:lnTo>
                  <a:lnTo>
                    <a:pt x="325" y="12689"/>
                  </a:lnTo>
                  <a:lnTo>
                    <a:pt x="178" y="13456"/>
                  </a:lnTo>
                  <a:lnTo>
                    <a:pt x="89" y="14252"/>
                  </a:lnTo>
                  <a:lnTo>
                    <a:pt x="30" y="15049"/>
                  </a:lnTo>
                  <a:lnTo>
                    <a:pt x="1" y="15875"/>
                  </a:lnTo>
                  <a:lnTo>
                    <a:pt x="30" y="16672"/>
                  </a:lnTo>
                  <a:lnTo>
                    <a:pt x="89" y="17469"/>
                  </a:lnTo>
                  <a:lnTo>
                    <a:pt x="207" y="18265"/>
                  </a:lnTo>
                  <a:lnTo>
                    <a:pt x="325" y="19062"/>
                  </a:lnTo>
                  <a:lnTo>
                    <a:pt x="532" y="19829"/>
                  </a:lnTo>
                  <a:lnTo>
                    <a:pt x="738" y="20567"/>
                  </a:lnTo>
                  <a:lnTo>
                    <a:pt x="974" y="21305"/>
                  </a:lnTo>
                  <a:lnTo>
                    <a:pt x="1269" y="22013"/>
                  </a:lnTo>
                  <a:lnTo>
                    <a:pt x="1594" y="22721"/>
                  </a:lnTo>
                  <a:lnTo>
                    <a:pt x="1948" y="23400"/>
                  </a:lnTo>
                  <a:lnTo>
                    <a:pt x="2332" y="24078"/>
                  </a:lnTo>
                  <a:lnTo>
                    <a:pt x="2745" y="24698"/>
                  </a:lnTo>
                  <a:lnTo>
                    <a:pt x="3187" y="25318"/>
                  </a:lnTo>
                  <a:lnTo>
                    <a:pt x="3659" y="25908"/>
                  </a:lnTo>
                  <a:lnTo>
                    <a:pt x="4161" y="26498"/>
                  </a:lnTo>
                  <a:lnTo>
                    <a:pt x="4663" y="27029"/>
                  </a:lnTo>
                  <a:lnTo>
                    <a:pt x="5223" y="27560"/>
                  </a:lnTo>
                  <a:lnTo>
                    <a:pt x="5814" y="28062"/>
                  </a:lnTo>
                  <a:lnTo>
                    <a:pt x="6404" y="28534"/>
                  </a:lnTo>
                  <a:lnTo>
                    <a:pt x="7023" y="28977"/>
                  </a:lnTo>
                  <a:lnTo>
                    <a:pt x="7673" y="29390"/>
                  </a:lnTo>
                  <a:lnTo>
                    <a:pt x="8322" y="29744"/>
                  </a:lnTo>
                  <a:lnTo>
                    <a:pt x="9000" y="30098"/>
                  </a:lnTo>
                  <a:lnTo>
                    <a:pt x="9709" y="30422"/>
                  </a:lnTo>
                  <a:lnTo>
                    <a:pt x="10446" y="30688"/>
                  </a:lnTo>
                  <a:lnTo>
                    <a:pt x="11184" y="30954"/>
                  </a:lnTo>
                  <a:lnTo>
                    <a:pt x="11922" y="31160"/>
                  </a:lnTo>
                  <a:lnTo>
                    <a:pt x="12689" y="31337"/>
                  </a:lnTo>
                  <a:lnTo>
                    <a:pt x="13456" y="31455"/>
                  </a:lnTo>
                  <a:lnTo>
                    <a:pt x="14253" y="31573"/>
                  </a:lnTo>
                  <a:lnTo>
                    <a:pt x="15079" y="31632"/>
                  </a:lnTo>
                  <a:lnTo>
                    <a:pt x="16702" y="31632"/>
                  </a:lnTo>
                  <a:lnTo>
                    <a:pt x="17498" y="31573"/>
                  </a:lnTo>
                  <a:lnTo>
                    <a:pt x="18295" y="31455"/>
                  </a:lnTo>
                  <a:lnTo>
                    <a:pt x="19062" y="31308"/>
                  </a:lnTo>
                  <a:lnTo>
                    <a:pt x="19830" y="31131"/>
                  </a:lnTo>
                  <a:lnTo>
                    <a:pt x="20597" y="30924"/>
                  </a:lnTo>
                  <a:lnTo>
                    <a:pt x="21334" y="30659"/>
                  </a:lnTo>
                  <a:lnTo>
                    <a:pt x="22043" y="30393"/>
                  </a:lnTo>
                  <a:lnTo>
                    <a:pt x="22751" y="30068"/>
                  </a:lnTo>
                  <a:lnTo>
                    <a:pt x="23429" y="29714"/>
                  </a:lnTo>
                  <a:lnTo>
                    <a:pt x="24079" y="29331"/>
                  </a:lnTo>
                  <a:lnTo>
                    <a:pt x="24728" y="28918"/>
                  </a:lnTo>
                  <a:lnTo>
                    <a:pt x="25347" y="28475"/>
                  </a:lnTo>
                  <a:lnTo>
                    <a:pt x="25938" y="28003"/>
                  </a:lnTo>
                  <a:lnTo>
                    <a:pt x="26498" y="27501"/>
                  </a:lnTo>
                  <a:lnTo>
                    <a:pt x="27059" y="26970"/>
                  </a:lnTo>
                  <a:lnTo>
                    <a:pt x="27590" y="26439"/>
                  </a:lnTo>
                  <a:lnTo>
                    <a:pt x="28092" y="25849"/>
                  </a:lnTo>
                  <a:lnTo>
                    <a:pt x="28534" y="25259"/>
                  </a:lnTo>
                  <a:lnTo>
                    <a:pt x="28977" y="24639"/>
                  </a:lnTo>
                  <a:lnTo>
                    <a:pt x="29390" y="23990"/>
                  </a:lnTo>
                  <a:lnTo>
                    <a:pt x="29774" y="23311"/>
                  </a:lnTo>
                  <a:lnTo>
                    <a:pt x="30128" y="22633"/>
                  </a:lnTo>
                  <a:lnTo>
                    <a:pt x="30423" y="21924"/>
                  </a:lnTo>
                  <a:lnTo>
                    <a:pt x="30718" y="21216"/>
                  </a:lnTo>
                  <a:lnTo>
                    <a:pt x="30954" y="20479"/>
                  </a:lnTo>
                  <a:lnTo>
                    <a:pt x="31160" y="19741"/>
                  </a:lnTo>
                  <a:lnTo>
                    <a:pt x="31337" y="18974"/>
                  </a:lnTo>
                  <a:lnTo>
                    <a:pt x="31485" y="18177"/>
                  </a:lnTo>
                  <a:lnTo>
                    <a:pt x="31574" y="17380"/>
                  </a:lnTo>
                  <a:lnTo>
                    <a:pt x="31633" y="16584"/>
                  </a:lnTo>
                  <a:lnTo>
                    <a:pt x="31662" y="15787"/>
                  </a:lnTo>
                  <a:lnTo>
                    <a:pt x="31633" y="14961"/>
                  </a:lnTo>
                  <a:lnTo>
                    <a:pt x="31574" y="14164"/>
                  </a:lnTo>
                  <a:lnTo>
                    <a:pt x="31485" y="13367"/>
                  </a:lnTo>
                  <a:lnTo>
                    <a:pt x="31337" y="12571"/>
                  </a:lnTo>
                  <a:lnTo>
                    <a:pt x="31160" y="11833"/>
                  </a:lnTo>
                  <a:lnTo>
                    <a:pt x="30924" y="11066"/>
                  </a:lnTo>
                  <a:lnTo>
                    <a:pt x="30688" y="10328"/>
                  </a:lnTo>
                  <a:lnTo>
                    <a:pt x="30393" y="9620"/>
                  </a:lnTo>
                  <a:lnTo>
                    <a:pt x="30069" y="8912"/>
                  </a:lnTo>
                  <a:lnTo>
                    <a:pt x="29744" y="8233"/>
                  </a:lnTo>
                  <a:lnTo>
                    <a:pt x="29360" y="7584"/>
                  </a:lnTo>
                  <a:lnTo>
                    <a:pt x="28947" y="6935"/>
                  </a:lnTo>
                  <a:lnTo>
                    <a:pt x="28505" y="6315"/>
                  </a:lnTo>
                  <a:lnTo>
                    <a:pt x="28033" y="5725"/>
                  </a:lnTo>
                  <a:lnTo>
                    <a:pt x="27531" y="5135"/>
                  </a:lnTo>
                  <a:lnTo>
                    <a:pt x="27000" y="4604"/>
                  </a:lnTo>
                  <a:lnTo>
                    <a:pt x="26439" y="4072"/>
                  </a:lnTo>
                  <a:lnTo>
                    <a:pt x="25879" y="3571"/>
                  </a:lnTo>
                  <a:lnTo>
                    <a:pt x="25259" y="3099"/>
                  </a:lnTo>
                  <a:lnTo>
                    <a:pt x="24639" y="2656"/>
                  </a:lnTo>
                  <a:lnTo>
                    <a:pt x="23990" y="2273"/>
                  </a:lnTo>
                  <a:lnTo>
                    <a:pt x="23341" y="1889"/>
                  </a:lnTo>
                  <a:lnTo>
                    <a:pt x="22662" y="1535"/>
                  </a:lnTo>
                  <a:lnTo>
                    <a:pt x="21954" y="1210"/>
                  </a:lnTo>
                  <a:lnTo>
                    <a:pt x="21246" y="945"/>
                  </a:lnTo>
                  <a:lnTo>
                    <a:pt x="20508" y="679"/>
                  </a:lnTo>
                  <a:lnTo>
                    <a:pt x="19741" y="473"/>
                  </a:lnTo>
                  <a:lnTo>
                    <a:pt x="18974" y="296"/>
                  </a:lnTo>
                  <a:lnTo>
                    <a:pt x="18207" y="178"/>
                  </a:lnTo>
                  <a:lnTo>
                    <a:pt x="17410" y="59"/>
                  </a:lnTo>
                  <a:lnTo>
                    <a:pt x="16613" y="0"/>
                  </a:lnTo>
                  <a:close/>
                </a:path>
              </a:pathLst>
            </a:custGeom>
            <a:solidFill>
              <a:srgbClr val="C2C2C2"/>
            </a:solidFill>
            <a:ln>
              <a:noFill/>
            </a:ln>
          </p:spPr>
          <p:txBody>
            <a:bodyPr spcFirstLastPara="1" wrap="square" lIns="68000" tIns="68000" rIns="68000" bIns="68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4"/>
            <p:cNvSpPr/>
            <p:nvPr/>
          </p:nvSpPr>
          <p:spPr>
            <a:xfrm flipH="1">
              <a:off x="4108196" y="2921961"/>
              <a:ext cx="232583" cy="232583"/>
            </a:xfrm>
            <a:custGeom>
              <a:avLst/>
              <a:gdLst/>
              <a:ahLst/>
              <a:cxnLst/>
              <a:rect l="l" t="t" r="r" b="b"/>
              <a:pathLst>
                <a:path w="27738" h="27738" extrusionOk="0">
                  <a:moveTo>
                    <a:pt x="13810" y="1"/>
                  </a:moveTo>
                  <a:lnTo>
                    <a:pt x="13102" y="30"/>
                  </a:lnTo>
                  <a:lnTo>
                    <a:pt x="12394" y="89"/>
                  </a:lnTo>
                  <a:lnTo>
                    <a:pt x="11715" y="178"/>
                  </a:lnTo>
                  <a:lnTo>
                    <a:pt x="11036" y="296"/>
                  </a:lnTo>
                  <a:lnTo>
                    <a:pt x="10358" y="444"/>
                  </a:lnTo>
                  <a:lnTo>
                    <a:pt x="9709" y="650"/>
                  </a:lnTo>
                  <a:lnTo>
                    <a:pt x="9059" y="857"/>
                  </a:lnTo>
                  <a:lnTo>
                    <a:pt x="8410" y="1122"/>
                  </a:lnTo>
                  <a:lnTo>
                    <a:pt x="7820" y="1388"/>
                  </a:lnTo>
                  <a:lnTo>
                    <a:pt x="7200" y="1712"/>
                  </a:lnTo>
                  <a:lnTo>
                    <a:pt x="6640" y="2037"/>
                  </a:lnTo>
                  <a:lnTo>
                    <a:pt x="6079" y="2391"/>
                  </a:lnTo>
                  <a:lnTo>
                    <a:pt x="5518" y="2775"/>
                  </a:lnTo>
                  <a:lnTo>
                    <a:pt x="5017" y="3188"/>
                  </a:lnTo>
                  <a:lnTo>
                    <a:pt x="4515" y="3630"/>
                  </a:lnTo>
                  <a:lnTo>
                    <a:pt x="4014" y="4102"/>
                  </a:lnTo>
                  <a:lnTo>
                    <a:pt x="3571" y="4575"/>
                  </a:lnTo>
                  <a:lnTo>
                    <a:pt x="3128" y="5076"/>
                  </a:lnTo>
                  <a:lnTo>
                    <a:pt x="2715" y="5607"/>
                  </a:lnTo>
                  <a:lnTo>
                    <a:pt x="2332" y="6168"/>
                  </a:lnTo>
                  <a:lnTo>
                    <a:pt x="1978" y="6729"/>
                  </a:lnTo>
                  <a:lnTo>
                    <a:pt x="1653" y="7289"/>
                  </a:lnTo>
                  <a:lnTo>
                    <a:pt x="1358" y="7909"/>
                  </a:lnTo>
                  <a:lnTo>
                    <a:pt x="1063" y="8499"/>
                  </a:lnTo>
                  <a:lnTo>
                    <a:pt x="827" y="9148"/>
                  </a:lnTo>
                  <a:lnTo>
                    <a:pt x="620" y="9797"/>
                  </a:lnTo>
                  <a:lnTo>
                    <a:pt x="414" y="10447"/>
                  </a:lnTo>
                  <a:lnTo>
                    <a:pt x="266" y="11125"/>
                  </a:lnTo>
                  <a:lnTo>
                    <a:pt x="148" y="11804"/>
                  </a:lnTo>
                  <a:lnTo>
                    <a:pt x="60" y="12483"/>
                  </a:lnTo>
                  <a:lnTo>
                    <a:pt x="1" y="13191"/>
                  </a:lnTo>
                  <a:lnTo>
                    <a:pt x="1" y="13899"/>
                  </a:lnTo>
                  <a:lnTo>
                    <a:pt x="1" y="14637"/>
                  </a:lnTo>
                  <a:lnTo>
                    <a:pt x="60" y="15315"/>
                  </a:lnTo>
                  <a:lnTo>
                    <a:pt x="148" y="16023"/>
                  </a:lnTo>
                  <a:lnTo>
                    <a:pt x="296" y="16702"/>
                  </a:lnTo>
                  <a:lnTo>
                    <a:pt x="443" y="17381"/>
                  </a:lnTo>
                  <a:lnTo>
                    <a:pt x="620" y="18030"/>
                  </a:lnTo>
                  <a:lnTo>
                    <a:pt x="856" y="18679"/>
                  </a:lnTo>
                  <a:lnTo>
                    <a:pt x="1092" y="19299"/>
                  </a:lnTo>
                  <a:lnTo>
                    <a:pt x="1387" y="19918"/>
                  </a:lnTo>
                  <a:lnTo>
                    <a:pt x="1682" y="20509"/>
                  </a:lnTo>
                  <a:lnTo>
                    <a:pt x="2037" y="21099"/>
                  </a:lnTo>
                  <a:lnTo>
                    <a:pt x="2391" y="21659"/>
                  </a:lnTo>
                  <a:lnTo>
                    <a:pt x="2774" y="22190"/>
                  </a:lnTo>
                  <a:lnTo>
                    <a:pt x="3187" y="22722"/>
                  </a:lnTo>
                  <a:lnTo>
                    <a:pt x="3630" y="23223"/>
                  </a:lnTo>
                  <a:lnTo>
                    <a:pt x="4073" y="23695"/>
                  </a:lnTo>
                  <a:lnTo>
                    <a:pt x="4574" y="24167"/>
                  </a:lnTo>
                  <a:lnTo>
                    <a:pt x="5076" y="24610"/>
                  </a:lnTo>
                  <a:lnTo>
                    <a:pt x="5607" y="24994"/>
                  </a:lnTo>
                  <a:lnTo>
                    <a:pt x="6138" y="25377"/>
                  </a:lnTo>
                  <a:lnTo>
                    <a:pt x="6699" y="25761"/>
                  </a:lnTo>
                  <a:lnTo>
                    <a:pt x="7289" y="26085"/>
                  </a:lnTo>
                  <a:lnTo>
                    <a:pt x="7879" y="26380"/>
                  </a:lnTo>
                  <a:lnTo>
                    <a:pt x="8499" y="26676"/>
                  </a:lnTo>
                  <a:lnTo>
                    <a:pt x="9118" y="26912"/>
                  </a:lnTo>
                  <a:lnTo>
                    <a:pt x="9768" y="27118"/>
                  </a:lnTo>
                  <a:lnTo>
                    <a:pt x="10446" y="27295"/>
                  </a:lnTo>
                  <a:lnTo>
                    <a:pt x="11095" y="27472"/>
                  </a:lnTo>
                  <a:lnTo>
                    <a:pt x="11774" y="27590"/>
                  </a:lnTo>
                  <a:lnTo>
                    <a:pt x="12482" y="27679"/>
                  </a:lnTo>
                  <a:lnTo>
                    <a:pt x="13190" y="27708"/>
                  </a:lnTo>
                  <a:lnTo>
                    <a:pt x="13899" y="27738"/>
                  </a:lnTo>
                  <a:lnTo>
                    <a:pt x="14607" y="27708"/>
                  </a:lnTo>
                  <a:lnTo>
                    <a:pt x="15315" y="27649"/>
                  </a:lnTo>
                  <a:lnTo>
                    <a:pt x="16023" y="27561"/>
                  </a:lnTo>
                  <a:lnTo>
                    <a:pt x="16702" y="27443"/>
                  </a:lnTo>
                  <a:lnTo>
                    <a:pt x="17351" y="27295"/>
                  </a:lnTo>
                  <a:lnTo>
                    <a:pt x="18030" y="27089"/>
                  </a:lnTo>
                  <a:lnTo>
                    <a:pt x="18649" y="26882"/>
                  </a:lnTo>
                  <a:lnTo>
                    <a:pt x="19298" y="26617"/>
                  </a:lnTo>
                  <a:lnTo>
                    <a:pt x="19918" y="26351"/>
                  </a:lnTo>
                  <a:lnTo>
                    <a:pt x="20508" y="26056"/>
                  </a:lnTo>
                  <a:lnTo>
                    <a:pt x="21069" y="25702"/>
                  </a:lnTo>
                  <a:lnTo>
                    <a:pt x="21630" y="25348"/>
                  </a:lnTo>
                  <a:lnTo>
                    <a:pt x="22190" y="24964"/>
                  </a:lnTo>
                  <a:lnTo>
                    <a:pt x="22721" y="24551"/>
                  </a:lnTo>
                  <a:lnTo>
                    <a:pt x="23223" y="24108"/>
                  </a:lnTo>
                  <a:lnTo>
                    <a:pt x="23695" y="23636"/>
                  </a:lnTo>
                  <a:lnTo>
                    <a:pt x="24138" y="23164"/>
                  </a:lnTo>
                  <a:lnTo>
                    <a:pt x="24580" y="22663"/>
                  </a:lnTo>
                  <a:lnTo>
                    <a:pt x="24993" y="22131"/>
                  </a:lnTo>
                  <a:lnTo>
                    <a:pt x="25377" y="21600"/>
                  </a:lnTo>
                  <a:lnTo>
                    <a:pt x="25731" y="21040"/>
                  </a:lnTo>
                  <a:lnTo>
                    <a:pt x="26056" y="20450"/>
                  </a:lnTo>
                  <a:lnTo>
                    <a:pt x="26380" y="19859"/>
                  </a:lnTo>
                  <a:lnTo>
                    <a:pt x="26646" y="19240"/>
                  </a:lnTo>
                  <a:lnTo>
                    <a:pt x="26882" y="18591"/>
                  </a:lnTo>
                  <a:lnTo>
                    <a:pt x="27118" y="17971"/>
                  </a:lnTo>
                  <a:lnTo>
                    <a:pt x="27295" y="17292"/>
                  </a:lnTo>
                  <a:lnTo>
                    <a:pt x="27442" y="16614"/>
                  </a:lnTo>
                  <a:lnTo>
                    <a:pt x="27561" y="15935"/>
                  </a:lnTo>
                  <a:lnTo>
                    <a:pt x="27649" y="15256"/>
                  </a:lnTo>
                  <a:lnTo>
                    <a:pt x="27708" y="14548"/>
                  </a:lnTo>
                  <a:lnTo>
                    <a:pt x="27738" y="13840"/>
                  </a:lnTo>
                  <a:lnTo>
                    <a:pt x="27708" y="13132"/>
                  </a:lnTo>
                  <a:lnTo>
                    <a:pt x="27649" y="12424"/>
                  </a:lnTo>
                  <a:lnTo>
                    <a:pt x="27561" y="11715"/>
                  </a:lnTo>
                  <a:lnTo>
                    <a:pt x="27442" y="11037"/>
                  </a:lnTo>
                  <a:lnTo>
                    <a:pt x="27265" y="10358"/>
                  </a:lnTo>
                  <a:lnTo>
                    <a:pt x="27088" y="9709"/>
                  </a:lnTo>
                  <a:lnTo>
                    <a:pt x="26882" y="9060"/>
                  </a:lnTo>
                  <a:lnTo>
                    <a:pt x="26616" y="8440"/>
                  </a:lnTo>
                  <a:lnTo>
                    <a:pt x="26351" y="7820"/>
                  </a:lnTo>
                  <a:lnTo>
                    <a:pt x="26026" y="7230"/>
                  </a:lnTo>
                  <a:lnTo>
                    <a:pt x="25702" y="6640"/>
                  </a:lnTo>
                  <a:lnTo>
                    <a:pt x="25347" y="6079"/>
                  </a:lnTo>
                  <a:lnTo>
                    <a:pt x="24934" y="5548"/>
                  </a:lnTo>
                  <a:lnTo>
                    <a:pt x="24521" y="5017"/>
                  </a:lnTo>
                  <a:lnTo>
                    <a:pt x="24108" y="4516"/>
                  </a:lnTo>
                  <a:lnTo>
                    <a:pt x="23636" y="4043"/>
                  </a:lnTo>
                  <a:lnTo>
                    <a:pt x="23164" y="3571"/>
                  </a:lnTo>
                  <a:lnTo>
                    <a:pt x="22633" y="3158"/>
                  </a:lnTo>
                  <a:lnTo>
                    <a:pt x="22131" y="2745"/>
                  </a:lnTo>
                  <a:lnTo>
                    <a:pt x="21571" y="2362"/>
                  </a:lnTo>
                  <a:lnTo>
                    <a:pt x="21010" y="2007"/>
                  </a:lnTo>
                  <a:lnTo>
                    <a:pt x="20420" y="1653"/>
                  </a:lnTo>
                  <a:lnTo>
                    <a:pt x="19830" y="1358"/>
                  </a:lnTo>
                  <a:lnTo>
                    <a:pt x="19210" y="1093"/>
                  </a:lnTo>
                  <a:lnTo>
                    <a:pt x="18590" y="827"/>
                  </a:lnTo>
                  <a:lnTo>
                    <a:pt x="17941" y="621"/>
                  </a:lnTo>
                  <a:lnTo>
                    <a:pt x="17292" y="444"/>
                  </a:lnTo>
                  <a:lnTo>
                    <a:pt x="16613" y="296"/>
                  </a:lnTo>
                  <a:lnTo>
                    <a:pt x="15935" y="148"/>
                  </a:lnTo>
                  <a:lnTo>
                    <a:pt x="15226" y="89"/>
                  </a:lnTo>
                  <a:lnTo>
                    <a:pt x="14518" y="30"/>
                  </a:lnTo>
                  <a:lnTo>
                    <a:pt x="13810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68000" tIns="68000" rIns="68000" bIns="68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4"/>
            <p:cNvSpPr/>
            <p:nvPr/>
          </p:nvSpPr>
          <p:spPr>
            <a:xfrm flipH="1">
              <a:off x="4120321" y="2933843"/>
              <a:ext cx="208585" cy="208828"/>
            </a:xfrm>
            <a:custGeom>
              <a:avLst/>
              <a:gdLst/>
              <a:ahLst/>
              <a:cxnLst/>
              <a:rect l="l" t="t" r="r" b="b"/>
              <a:pathLst>
                <a:path w="24876" h="24905" extrusionOk="0">
                  <a:moveTo>
                    <a:pt x="12394" y="0"/>
                  </a:moveTo>
                  <a:lnTo>
                    <a:pt x="11774" y="30"/>
                  </a:lnTo>
                  <a:lnTo>
                    <a:pt x="11125" y="89"/>
                  </a:lnTo>
                  <a:lnTo>
                    <a:pt x="10506" y="148"/>
                  </a:lnTo>
                  <a:lnTo>
                    <a:pt x="9886" y="266"/>
                  </a:lnTo>
                  <a:lnTo>
                    <a:pt x="9296" y="413"/>
                  </a:lnTo>
                  <a:lnTo>
                    <a:pt x="8706" y="590"/>
                  </a:lnTo>
                  <a:lnTo>
                    <a:pt x="8115" y="767"/>
                  </a:lnTo>
                  <a:lnTo>
                    <a:pt x="7555" y="1004"/>
                  </a:lnTo>
                  <a:lnTo>
                    <a:pt x="7024" y="1240"/>
                  </a:lnTo>
                  <a:lnTo>
                    <a:pt x="6493" y="1535"/>
                  </a:lnTo>
                  <a:lnTo>
                    <a:pt x="5961" y="1830"/>
                  </a:lnTo>
                  <a:lnTo>
                    <a:pt x="5460" y="2154"/>
                  </a:lnTo>
                  <a:lnTo>
                    <a:pt x="4958" y="2508"/>
                  </a:lnTo>
                  <a:lnTo>
                    <a:pt x="4486" y="2863"/>
                  </a:lnTo>
                  <a:lnTo>
                    <a:pt x="4043" y="3276"/>
                  </a:lnTo>
                  <a:lnTo>
                    <a:pt x="3630" y="3689"/>
                  </a:lnTo>
                  <a:lnTo>
                    <a:pt x="3217" y="4102"/>
                  </a:lnTo>
                  <a:lnTo>
                    <a:pt x="2804" y="4574"/>
                  </a:lnTo>
                  <a:lnTo>
                    <a:pt x="2450" y="5046"/>
                  </a:lnTo>
                  <a:lnTo>
                    <a:pt x="2096" y="5518"/>
                  </a:lnTo>
                  <a:lnTo>
                    <a:pt x="1771" y="6020"/>
                  </a:lnTo>
                  <a:lnTo>
                    <a:pt x="1476" y="6551"/>
                  </a:lnTo>
                  <a:lnTo>
                    <a:pt x="1211" y="7082"/>
                  </a:lnTo>
                  <a:lnTo>
                    <a:pt x="975" y="7643"/>
                  </a:lnTo>
                  <a:lnTo>
                    <a:pt x="739" y="8203"/>
                  </a:lnTo>
                  <a:lnTo>
                    <a:pt x="532" y="8793"/>
                  </a:lnTo>
                  <a:lnTo>
                    <a:pt x="385" y="9384"/>
                  </a:lnTo>
                  <a:lnTo>
                    <a:pt x="237" y="9974"/>
                  </a:lnTo>
                  <a:lnTo>
                    <a:pt x="148" y="10593"/>
                  </a:lnTo>
                  <a:lnTo>
                    <a:pt x="60" y="11213"/>
                  </a:lnTo>
                  <a:lnTo>
                    <a:pt x="1" y="11862"/>
                  </a:lnTo>
                  <a:lnTo>
                    <a:pt x="1" y="12482"/>
                  </a:lnTo>
                  <a:lnTo>
                    <a:pt x="30" y="13131"/>
                  </a:lnTo>
                  <a:lnTo>
                    <a:pt x="60" y="13751"/>
                  </a:lnTo>
                  <a:lnTo>
                    <a:pt x="148" y="14400"/>
                  </a:lnTo>
                  <a:lnTo>
                    <a:pt x="266" y="14990"/>
                  </a:lnTo>
                  <a:lnTo>
                    <a:pt x="385" y="15610"/>
                  </a:lnTo>
                  <a:lnTo>
                    <a:pt x="562" y="16200"/>
                  </a:lnTo>
                  <a:lnTo>
                    <a:pt x="768" y="16760"/>
                  </a:lnTo>
                  <a:lnTo>
                    <a:pt x="1004" y="17321"/>
                  </a:lnTo>
                  <a:lnTo>
                    <a:pt x="1240" y="17882"/>
                  </a:lnTo>
                  <a:lnTo>
                    <a:pt x="1506" y="18413"/>
                  </a:lnTo>
                  <a:lnTo>
                    <a:pt x="1830" y="18944"/>
                  </a:lnTo>
                  <a:lnTo>
                    <a:pt x="2155" y="19446"/>
                  </a:lnTo>
                  <a:lnTo>
                    <a:pt x="2480" y="19918"/>
                  </a:lnTo>
                  <a:lnTo>
                    <a:pt x="2863" y="20390"/>
                  </a:lnTo>
                  <a:lnTo>
                    <a:pt x="3247" y="20862"/>
                  </a:lnTo>
                  <a:lnTo>
                    <a:pt x="3660" y="21275"/>
                  </a:lnTo>
                  <a:lnTo>
                    <a:pt x="4102" y="21688"/>
                  </a:lnTo>
                  <a:lnTo>
                    <a:pt x="4545" y="22072"/>
                  </a:lnTo>
                  <a:lnTo>
                    <a:pt x="5017" y="22455"/>
                  </a:lnTo>
                  <a:lnTo>
                    <a:pt x="5519" y="22780"/>
                  </a:lnTo>
                  <a:lnTo>
                    <a:pt x="6020" y="23105"/>
                  </a:lnTo>
                  <a:lnTo>
                    <a:pt x="6552" y="23429"/>
                  </a:lnTo>
                  <a:lnTo>
                    <a:pt x="7083" y="23695"/>
                  </a:lnTo>
                  <a:lnTo>
                    <a:pt x="7643" y="23931"/>
                  </a:lnTo>
                  <a:lnTo>
                    <a:pt x="8204" y="24167"/>
                  </a:lnTo>
                  <a:lnTo>
                    <a:pt x="8765" y="24344"/>
                  </a:lnTo>
                  <a:lnTo>
                    <a:pt x="9355" y="24521"/>
                  </a:lnTo>
                  <a:lnTo>
                    <a:pt x="9974" y="24668"/>
                  </a:lnTo>
                  <a:lnTo>
                    <a:pt x="10594" y="24757"/>
                  </a:lnTo>
                  <a:lnTo>
                    <a:pt x="11214" y="24845"/>
                  </a:lnTo>
                  <a:lnTo>
                    <a:pt x="11833" y="24875"/>
                  </a:lnTo>
                  <a:lnTo>
                    <a:pt x="12483" y="24904"/>
                  </a:lnTo>
                  <a:lnTo>
                    <a:pt x="13132" y="24875"/>
                  </a:lnTo>
                  <a:lnTo>
                    <a:pt x="13751" y="24845"/>
                  </a:lnTo>
                  <a:lnTo>
                    <a:pt x="14371" y="24757"/>
                  </a:lnTo>
                  <a:lnTo>
                    <a:pt x="14991" y="24639"/>
                  </a:lnTo>
                  <a:lnTo>
                    <a:pt x="15581" y="24491"/>
                  </a:lnTo>
                  <a:lnTo>
                    <a:pt x="16171" y="24344"/>
                  </a:lnTo>
                  <a:lnTo>
                    <a:pt x="16761" y="24137"/>
                  </a:lnTo>
                  <a:lnTo>
                    <a:pt x="17322" y="23901"/>
                  </a:lnTo>
                  <a:lnTo>
                    <a:pt x="17882" y="23665"/>
                  </a:lnTo>
                  <a:lnTo>
                    <a:pt x="18414" y="23370"/>
                  </a:lnTo>
                  <a:lnTo>
                    <a:pt x="18915" y="23075"/>
                  </a:lnTo>
                  <a:lnTo>
                    <a:pt x="19417" y="22750"/>
                  </a:lnTo>
                  <a:lnTo>
                    <a:pt x="19918" y="22396"/>
                  </a:lnTo>
                  <a:lnTo>
                    <a:pt x="20391" y="22042"/>
                  </a:lnTo>
                  <a:lnTo>
                    <a:pt x="20833" y="21629"/>
                  </a:lnTo>
                  <a:lnTo>
                    <a:pt x="21276" y="21216"/>
                  </a:lnTo>
                  <a:lnTo>
                    <a:pt x="21689" y="20803"/>
                  </a:lnTo>
                  <a:lnTo>
                    <a:pt x="22072" y="20331"/>
                  </a:lnTo>
                  <a:lnTo>
                    <a:pt x="22427" y="19859"/>
                  </a:lnTo>
                  <a:lnTo>
                    <a:pt x="22781" y="19387"/>
                  </a:lnTo>
                  <a:lnTo>
                    <a:pt x="23105" y="18885"/>
                  </a:lnTo>
                  <a:lnTo>
                    <a:pt x="23400" y="18354"/>
                  </a:lnTo>
                  <a:lnTo>
                    <a:pt x="23666" y="17823"/>
                  </a:lnTo>
                  <a:lnTo>
                    <a:pt x="23931" y="17262"/>
                  </a:lnTo>
                  <a:lnTo>
                    <a:pt x="24138" y="16701"/>
                  </a:lnTo>
                  <a:lnTo>
                    <a:pt x="24345" y="16111"/>
                  </a:lnTo>
                  <a:lnTo>
                    <a:pt x="24492" y="15521"/>
                  </a:lnTo>
                  <a:lnTo>
                    <a:pt x="24640" y="14931"/>
                  </a:lnTo>
                  <a:lnTo>
                    <a:pt x="24758" y="14311"/>
                  </a:lnTo>
                  <a:lnTo>
                    <a:pt x="24817" y="13692"/>
                  </a:lnTo>
                  <a:lnTo>
                    <a:pt x="24876" y="13072"/>
                  </a:lnTo>
                  <a:lnTo>
                    <a:pt x="24876" y="12423"/>
                  </a:lnTo>
                  <a:lnTo>
                    <a:pt x="24876" y="11774"/>
                  </a:lnTo>
                  <a:lnTo>
                    <a:pt x="24817" y="11154"/>
                  </a:lnTo>
                  <a:lnTo>
                    <a:pt x="24728" y="10534"/>
                  </a:lnTo>
                  <a:lnTo>
                    <a:pt x="24640" y="9915"/>
                  </a:lnTo>
                  <a:lnTo>
                    <a:pt x="24492" y="9295"/>
                  </a:lnTo>
                  <a:lnTo>
                    <a:pt x="24315" y="8705"/>
                  </a:lnTo>
                  <a:lnTo>
                    <a:pt x="24109" y="8144"/>
                  </a:lnTo>
                  <a:lnTo>
                    <a:pt x="23902" y="7584"/>
                  </a:lnTo>
                  <a:lnTo>
                    <a:pt x="23636" y="7023"/>
                  </a:lnTo>
                  <a:lnTo>
                    <a:pt x="23371" y="6492"/>
                  </a:lnTo>
                  <a:lnTo>
                    <a:pt x="23076" y="5961"/>
                  </a:lnTo>
                  <a:lnTo>
                    <a:pt x="22751" y="5459"/>
                  </a:lnTo>
                  <a:lnTo>
                    <a:pt x="22397" y="4987"/>
                  </a:lnTo>
                  <a:lnTo>
                    <a:pt x="22013" y="4515"/>
                  </a:lnTo>
                  <a:lnTo>
                    <a:pt x="21630" y="4072"/>
                  </a:lnTo>
                  <a:lnTo>
                    <a:pt x="21217" y="3630"/>
                  </a:lnTo>
                  <a:lnTo>
                    <a:pt x="20774" y="3217"/>
                  </a:lnTo>
                  <a:lnTo>
                    <a:pt x="20332" y="2833"/>
                  </a:lnTo>
                  <a:lnTo>
                    <a:pt x="19859" y="2449"/>
                  </a:lnTo>
                  <a:lnTo>
                    <a:pt x="19358" y="2125"/>
                  </a:lnTo>
                  <a:lnTo>
                    <a:pt x="18856" y="1800"/>
                  </a:lnTo>
                  <a:lnTo>
                    <a:pt x="18355" y="1505"/>
                  </a:lnTo>
                  <a:lnTo>
                    <a:pt x="17794" y="1210"/>
                  </a:lnTo>
                  <a:lnTo>
                    <a:pt x="17263" y="974"/>
                  </a:lnTo>
                  <a:lnTo>
                    <a:pt x="16702" y="738"/>
                  </a:lnTo>
                  <a:lnTo>
                    <a:pt x="16112" y="561"/>
                  </a:lnTo>
                  <a:lnTo>
                    <a:pt x="15522" y="384"/>
                  </a:lnTo>
                  <a:lnTo>
                    <a:pt x="14902" y="266"/>
                  </a:lnTo>
                  <a:lnTo>
                    <a:pt x="14312" y="148"/>
                  </a:lnTo>
                  <a:lnTo>
                    <a:pt x="13692" y="59"/>
                  </a:lnTo>
                  <a:lnTo>
                    <a:pt x="13043" y="30"/>
                  </a:lnTo>
                  <a:lnTo>
                    <a:pt x="12394" y="0"/>
                  </a:ln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</p:spPr>
          <p:txBody>
            <a:bodyPr spcFirstLastPara="1" wrap="square" lIns="68000" tIns="68000" rIns="68000" bIns="68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4"/>
            <p:cNvSpPr/>
            <p:nvPr/>
          </p:nvSpPr>
          <p:spPr>
            <a:xfrm flipH="1">
              <a:off x="4091368" y="2905141"/>
              <a:ext cx="266232" cy="266232"/>
            </a:xfrm>
            <a:custGeom>
              <a:avLst/>
              <a:gdLst/>
              <a:ahLst/>
              <a:cxnLst/>
              <a:rect l="l" t="t" r="r" b="b"/>
              <a:pathLst>
                <a:path w="31751" h="31751" extrusionOk="0">
                  <a:moveTo>
                    <a:pt x="15816" y="0"/>
                  </a:moveTo>
                  <a:lnTo>
                    <a:pt x="14990" y="30"/>
                  </a:lnTo>
                  <a:lnTo>
                    <a:pt x="14193" y="89"/>
                  </a:lnTo>
                  <a:lnTo>
                    <a:pt x="13396" y="177"/>
                  </a:lnTo>
                  <a:lnTo>
                    <a:pt x="12629" y="325"/>
                  </a:lnTo>
                  <a:lnTo>
                    <a:pt x="11862" y="502"/>
                  </a:lnTo>
                  <a:lnTo>
                    <a:pt x="11095" y="738"/>
                  </a:lnTo>
                  <a:lnTo>
                    <a:pt x="10357" y="974"/>
                  </a:lnTo>
                  <a:lnTo>
                    <a:pt x="9649" y="1269"/>
                  </a:lnTo>
                  <a:lnTo>
                    <a:pt x="8941" y="1594"/>
                  </a:lnTo>
                  <a:lnTo>
                    <a:pt x="8262" y="1948"/>
                  </a:lnTo>
                  <a:lnTo>
                    <a:pt x="7583" y="2332"/>
                  </a:lnTo>
                  <a:lnTo>
                    <a:pt x="6934" y="2745"/>
                  </a:lnTo>
                  <a:lnTo>
                    <a:pt x="6315" y="3187"/>
                  </a:lnTo>
                  <a:lnTo>
                    <a:pt x="5725" y="3659"/>
                  </a:lnTo>
                  <a:lnTo>
                    <a:pt x="5164" y="4161"/>
                  </a:lnTo>
                  <a:lnTo>
                    <a:pt x="4603" y="4692"/>
                  </a:lnTo>
                  <a:lnTo>
                    <a:pt x="4072" y="5223"/>
                  </a:lnTo>
                  <a:lnTo>
                    <a:pt x="3570" y="5813"/>
                  </a:lnTo>
                  <a:lnTo>
                    <a:pt x="3128" y="6404"/>
                  </a:lnTo>
                  <a:lnTo>
                    <a:pt x="2685" y="7053"/>
                  </a:lnTo>
                  <a:lnTo>
                    <a:pt x="2272" y="7672"/>
                  </a:lnTo>
                  <a:lnTo>
                    <a:pt x="1889" y="8351"/>
                  </a:lnTo>
                  <a:lnTo>
                    <a:pt x="1534" y="9030"/>
                  </a:lnTo>
                  <a:lnTo>
                    <a:pt x="1210" y="9738"/>
                  </a:lnTo>
                  <a:lnTo>
                    <a:pt x="944" y="10476"/>
                  </a:lnTo>
                  <a:lnTo>
                    <a:pt x="679" y="11213"/>
                  </a:lnTo>
                  <a:lnTo>
                    <a:pt x="472" y="11951"/>
                  </a:lnTo>
                  <a:lnTo>
                    <a:pt x="295" y="12718"/>
                  </a:lnTo>
                  <a:lnTo>
                    <a:pt x="177" y="13515"/>
                  </a:lnTo>
                  <a:lnTo>
                    <a:pt x="59" y="14311"/>
                  </a:lnTo>
                  <a:lnTo>
                    <a:pt x="0" y="15108"/>
                  </a:lnTo>
                  <a:lnTo>
                    <a:pt x="0" y="15934"/>
                  </a:lnTo>
                  <a:lnTo>
                    <a:pt x="0" y="16731"/>
                  </a:lnTo>
                  <a:lnTo>
                    <a:pt x="89" y="17557"/>
                  </a:lnTo>
                  <a:lnTo>
                    <a:pt x="177" y="18354"/>
                  </a:lnTo>
                  <a:lnTo>
                    <a:pt x="325" y="19121"/>
                  </a:lnTo>
                  <a:lnTo>
                    <a:pt x="502" y="19888"/>
                  </a:lnTo>
                  <a:lnTo>
                    <a:pt x="708" y="20656"/>
                  </a:lnTo>
                  <a:lnTo>
                    <a:pt x="974" y="21393"/>
                  </a:lnTo>
                  <a:lnTo>
                    <a:pt x="1239" y="22101"/>
                  </a:lnTo>
                  <a:lnTo>
                    <a:pt x="1564" y="22810"/>
                  </a:lnTo>
                  <a:lnTo>
                    <a:pt x="1918" y="23488"/>
                  </a:lnTo>
                  <a:lnTo>
                    <a:pt x="2302" y="24137"/>
                  </a:lnTo>
                  <a:lnTo>
                    <a:pt x="2715" y="24787"/>
                  </a:lnTo>
                  <a:lnTo>
                    <a:pt x="3157" y="25406"/>
                  </a:lnTo>
                  <a:lnTo>
                    <a:pt x="3629" y="26026"/>
                  </a:lnTo>
                  <a:lnTo>
                    <a:pt x="4131" y="26587"/>
                  </a:lnTo>
                  <a:lnTo>
                    <a:pt x="4662" y="27147"/>
                  </a:lnTo>
                  <a:lnTo>
                    <a:pt x="5223" y="27649"/>
                  </a:lnTo>
                  <a:lnTo>
                    <a:pt x="5813" y="28150"/>
                  </a:lnTo>
                  <a:lnTo>
                    <a:pt x="6403" y="28623"/>
                  </a:lnTo>
                  <a:lnTo>
                    <a:pt x="7023" y="29065"/>
                  </a:lnTo>
                  <a:lnTo>
                    <a:pt x="7672" y="29478"/>
                  </a:lnTo>
                  <a:lnTo>
                    <a:pt x="8351" y="29862"/>
                  </a:lnTo>
                  <a:lnTo>
                    <a:pt x="9029" y="30216"/>
                  </a:lnTo>
                  <a:lnTo>
                    <a:pt x="9738" y="30511"/>
                  </a:lnTo>
                  <a:lnTo>
                    <a:pt x="10446" y="30806"/>
                  </a:lnTo>
                  <a:lnTo>
                    <a:pt x="11183" y="31042"/>
                  </a:lnTo>
                  <a:lnTo>
                    <a:pt x="11951" y="31278"/>
                  </a:lnTo>
                  <a:lnTo>
                    <a:pt x="12718" y="31455"/>
                  </a:lnTo>
                  <a:lnTo>
                    <a:pt x="13485" y="31573"/>
                  </a:lnTo>
                  <a:lnTo>
                    <a:pt x="14282" y="31691"/>
                  </a:lnTo>
                  <a:lnTo>
                    <a:pt x="15108" y="31750"/>
                  </a:lnTo>
                  <a:lnTo>
                    <a:pt x="15905" y="31750"/>
                  </a:lnTo>
                  <a:lnTo>
                    <a:pt x="16731" y="31721"/>
                  </a:lnTo>
                  <a:lnTo>
                    <a:pt x="17527" y="31662"/>
                  </a:lnTo>
                  <a:lnTo>
                    <a:pt x="18324" y="31573"/>
                  </a:lnTo>
                  <a:lnTo>
                    <a:pt x="19121" y="31426"/>
                  </a:lnTo>
                  <a:lnTo>
                    <a:pt x="19888" y="31249"/>
                  </a:lnTo>
                  <a:lnTo>
                    <a:pt x="20626" y="31013"/>
                  </a:lnTo>
                  <a:lnTo>
                    <a:pt x="21363" y="30777"/>
                  </a:lnTo>
                  <a:lnTo>
                    <a:pt x="22101" y="30481"/>
                  </a:lnTo>
                  <a:lnTo>
                    <a:pt x="22780" y="30157"/>
                  </a:lnTo>
                  <a:lnTo>
                    <a:pt x="23488" y="29803"/>
                  </a:lnTo>
                  <a:lnTo>
                    <a:pt x="24137" y="29419"/>
                  </a:lnTo>
                  <a:lnTo>
                    <a:pt x="24786" y="29006"/>
                  </a:lnTo>
                  <a:lnTo>
                    <a:pt x="25406" y="28564"/>
                  </a:lnTo>
                  <a:lnTo>
                    <a:pt x="25996" y="28091"/>
                  </a:lnTo>
                  <a:lnTo>
                    <a:pt x="26586" y="27590"/>
                  </a:lnTo>
                  <a:lnTo>
                    <a:pt x="27117" y="27059"/>
                  </a:lnTo>
                  <a:lnTo>
                    <a:pt x="27649" y="26528"/>
                  </a:lnTo>
                  <a:lnTo>
                    <a:pt x="28150" y="25937"/>
                  </a:lnTo>
                  <a:lnTo>
                    <a:pt x="28622" y="25347"/>
                  </a:lnTo>
                  <a:lnTo>
                    <a:pt x="29065" y="24728"/>
                  </a:lnTo>
                  <a:lnTo>
                    <a:pt x="29478" y="24078"/>
                  </a:lnTo>
                  <a:lnTo>
                    <a:pt x="29862" y="23400"/>
                  </a:lnTo>
                  <a:lnTo>
                    <a:pt x="30186" y="22721"/>
                  </a:lnTo>
                  <a:lnTo>
                    <a:pt x="30511" y="22013"/>
                  </a:lnTo>
                  <a:lnTo>
                    <a:pt x="30806" y="21305"/>
                  </a:lnTo>
                  <a:lnTo>
                    <a:pt x="31042" y="20567"/>
                  </a:lnTo>
                  <a:lnTo>
                    <a:pt x="31248" y="19800"/>
                  </a:lnTo>
                  <a:lnTo>
                    <a:pt x="31425" y="19033"/>
                  </a:lnTo>
                  <a:lnTo>
                    <a:pt x="31573" y="18236"/>
                  </a:lnTo>
                  <a:lnTo>
                    <a:pt x="31662" y="17469"/>
                  </a:lnTo>
                  <a:lnTo>
                    <a:pt x="31721" y="16643"/>
                  </a:lnTo>
                  <a:lnTo>
                    <a:pt x="31750" y="15846"/>
                  </a:lnTo>
                  <a:lnTo>
                    <a:pt x="31721" y="15020"/>
                  </a:lnTo>
                  <a:lnTo>
                    <a:pt x="31662" y="14223"/>
                  </a:lnTo>
                  <a:lnTo>
                    <a:pt x="31544" y="13426"/>
                  </a:lnTo>
                  <a:lnTo>
                    <a:pt x="31396" y="12630"/>
                  </a:lnTo>
                  <a:lnTo>
                    <a:pt x="31219" y="11862"/>
                  </a:lnTo>
                  <a:lnTo>
                    <a:pt x="31012" y="11125"/>
                  </a:lnTo>
                  <a:lnTo>
                    <a:pt x="30776" y="10387"/>
                  </a:lnTo>
                  <a:lnTo>
                    <a:pt x="30481" y="9649"/>
                  </a:lnTo>
                  <a:lnTo>
                    <a:pt x="30157" y="8941"/>
                  </a:lnTo>
                  <a:lnTo>
                    <a:pt x="29803" y="8262"/>
                  </a:lnTo>
                  <a:lnTo>
                    <a:pt x="29419" y="7613"/>
                  </a:lnTo>
                  <a:lnTo>
                    <a:pt x="29006" y="6964"/>
                  </a:lnTo>
                  <a:lnTo>
                    <a:pt x="28563" y="6345"/>
                  </a:lnTo>
                  <a:lnTo>
                    <a:pt x="28091" y="5754"/>
                  </a:lnTo>
                  <a:lnTo>
                    <a:pt x="27590" y="5164"/>
                  </a:lnTo>
                  <a:lnTo>
                    <a:pt x="27058" y="4604"/>
                  </a:lnTo>
                  <a:lnTo>
                    <a:pt x="26498" y="4102"/>
                  </a:lnTo>
                  <a:lnTo>
                    <a:pt x="25937" y="3600"/>
                  </a:lnTo>
                  <a:lnTo>
                    <a:pt x="25317" y="3128"/>
                  </a:lnTo>
                  <a:lnTo>
                    <a:pt x="24698" y="2686"/>
                  </a:lnTo>
                  <a:lnTo>
                    <a:pt x="24049" y="2273"/>
                  </a:lnTo>
                  <a:lnTo>
                    <a:pt x="23399" y="1889"/>
                  </a:lnTo>
                  <a:lnTo>
                    <a:pt x="22721" y="1535"/>
                  </a:lnTo>
                  <a:lnTo>
                    <a:pt x="22013" y="1240"/>
                  </a:lnTo>
                  <a:lnTo>
                    <a:pt x="21275" y="945"/>
                  </a:lnTo>
                  <a:lnTo>
                    <a:pt x="20537" y="709"/>
                  </a:lnTo>
                  <a:lnTo>
                    <a:pt x="19800" y="502"/>
                  </a:lnTo>
                  <a:lnTo>
                    <a:pt x="19032" y="325"/>
                  </a:lnTo>
                  <a:lnTo>
                    <a:pt x="18236" y="177"/>
                  </a:lnTo>
                  <a:lnTo>
                    <a:pt x="17439" y="89"/>
                  </a:lnTo>
                  <a:lnTo>
                    <a:pt x="16642" y="30"/>
                  </a:lnTo>
                  <a:lnTo>
                    <a:pt x="1581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68000" tIns="68000" rIns="68000" bIns="68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4"/>
            <p:cNvSpPr/>
            <p:nvPr/>
          </p:nvSpPr>
          <p:spPr>
            <a:xfrm flipH="1">
              <a:off x="2571469" y="2818298"/>
              <a:ext cx="442644" cy="277862"/>
            </a:xfrm>
            <a:custGeom>
              <a:avLst/>
              <a:gdLst/>
              <a:ahLst/>
              <a:cxnLst/>
              <a:rect l="l" t="t" r="r" b="b"/>
              <a:pathLst>
                <a:path w="52790" h="33138" extrusionOk="0">
                  <a:moveTo>
                    <a:pt x="26321" y="0"/>
                  </a:moveTo>
                  <a:lnTo>
                    <a:pt x="24964" y="59"/>
                  </a:lnTo>
                  <a:lnTo>
                    <a:pt x="23636" y="148"/>
                  </a:lnTo>
                  <a:lnTo>
                    <a:pt x="22308" y="325"/>
                  </a:lnTo>
                  <a:lnTo>
                    <a:pt x="21010" y="561"/>
                  </a:lnTo>
                  <a:lnTo>
                    <a:pt x="19741" y="856"/>
                  </a:lnTo>
                  <a:lnTo>
                    <a:pt x="18502" y="1210"/>
                  </a:lnTo>
                  <a:lnTo>
                    <a:pt x="17262" y="1653"/>
                  </a:lnTo>
                  <a:lnTo>
                    <a:pt x="16082" y="2125"/>
                  </a:lnTo>
                  <a:lnTo>
                    <a:pt x="14902" y="2656"/>
                  </a:lnTo>
                  <a:lnTo>
                    <a:pt x="13780" y="3246"/>
                  </a:lnTo>
                  <a:lnTo>
                    <a:pt x="12659" y="3866"/>
                  </a:lnTo>
                  <a:lnTo>
                    <a:pt x="11597" y="4574"/>
                  </a:lnTo>
                  <a:lnTo>
                    <a:pt x="10564" y="5312"/>
                  </a:lnTo>
                  <a:lnTo>
                    <a:pt x="9561" y="6108"/>
                  </a:lnTo>
                  <a:lnTo>
                    <a:pt x="8617" y="6935"/>
                  </a:lnTo>
                  <a:lnTo>
                    <a:pt x="7702" y="7790"/>
                  </a:lnTo>
                  <a:lnTo>
                    <a:pt x="6817" y="8735"/>
                  </a:lnTo>
                  <a:lnTo>
                    <a:pt x="5990" y="9679"/>
                  </a:lnTo>
                  <a:lnTo>
                    <a:pt x="5223" y="10682"/>
                  </a:lnTo>
                  <a:lnTo>
                    <a:pt x="4486" y="11715"/>
                  </a:lnTo>
                  <a:lnTo>
                    <a:pt x="3807" y="12807"/>
                  </a:lnTo>
                  <a:lnTo>
                    <a:pt x="3158" y="13898"/>
                  </a:lnTo>
                  <a:lnTo>
                    <a:pt x="2597" y="15049"/>
                  </a:lnTo>
                  <a:lnTo>
                    <a:pt x="2066" y="16200"/>
                  </a:lnTo>
                  <a:lnTo>
                    <a:pt x="1594" y="17410"/>
                  </a:lnTo>
                  <a:lnTo>
                    <a:pt x="1181" y="18649"/>
                  </a:lnTo>
                  <a:lnTo>
                    <a:pt x="827" y="19888"/>
                  </a:lnTo>
                  <a:lnTo>
                    <a:pt x="532" y="21157"/>
                  </a:lnTo>
                  <a:lnTo>
                    <a:pt x="296" y="22455"/>
                  </a:lnTo>
                  <a:lnTo>
                    <a:pt x="148" y="23783"/>
                  </a:lnTo>
                  <a:lnTo>
                    <a:pt x="30" y="25141"/>
                  </a:lnTo>
                  <a:lnTo>
                    <a:pt x="0" y="26498"/>
                  </a:lnTo>
                  <a:lnTo>
                    <a:pt x="30" y="33137"/>
                  </a:lnTo>
                  <a:lnTo>
                    <a:pt x="16112" y="33078"/>
                  </a:lnTo>
                  <a:lnTo>
                    <a:pt x="17970" y="33078"/>
                  </a:lnTo>
                  <a:lnTo>
                    <a:pt x="19741" y="33019"/>
                  </a:lnTo>
                  <a:lnTo>
                    <a:pt x="21393" y="32960"/>
                  </a:lnTo>
                  <a:lnTo>
                    <a:pt x="22928" y="32872"/>
                  </a:lnTo>
                  <a:lnTo>
                    <a:pt x="24344" y="32783"/>
                  </a:lnTo>
                  <a:lnTo>
                    <a:pt x="25642" y="32665"/>
                  </a:lnTo>
                  <a:lnTo>
                    <a:pt x="27914" y="32429"/>
                  </a:lnTo>
                  <a:lnTo>
                    <a:pt x="29685" y="32193"/>
                  </a:lnTo>
                  <a:lnTo>
                    <a:pt x="30954" y="31986"/>
                  </a:lnTo>
                  <a:lnTo>
                    <a:pt x="31721" y="31839"/>
                  </a:lnTo>
                  <a:lnTo>
                    <a:pt x="31987" y="31780"/>
                  </a:lnTo>
                  <a:lnTo>
                    <a:pt x="32429" y="31544"/>
                  </a:lnTo>
                  <a:lnTo>
                    <a:pt x="33668" y="30865"/>
                  </a:lnTo>
                  <a:lnTo>
                    <a:pt x="34554" y="30422"/>
                  </a:lnTo>
                  <a:lnTo>
                    <a:pt x="35616" y="29921"/>
                  </a:lnTo>
                  <a:lnTo>
                    <a:pt x="36826" y="29390"/>
                  </a:lnTo>
                  <a:lnTo>
                    <a:pt x="38183" y="28800"/>
                  </a:lnTo>
                  <a:lnTo>
                    <a:pt x="39658" y="28239"/>
                  </a:lnTo>
                  <a:lnTo>
                    <a:pt x="41281" y="27678"/>
                  </a:lnTo>
                  <a:lnTo>
                    <a:pt x="42993" y="27118"/>
                  </a:lnTo>
                  <a:lnTo>
                    <a:pt x="43878" y="26852"/>
                  </a:lnTo>
                  <a:lnTo>
                    <a:pt x="44793" y="26616"/>
                  </a:lnTo>
                  <a:lnTo>
                    <a:pt x="45737" y="26380"/>
                  </a:lnTo>
                  <a:lnTo>
                    <a:pt x="46711" y="26173"/>
                  </a:lnTo>
                  <a:lnTo>
                    <a:pt x="47684" y="25967"/>
                  </a:lnTo>
                  <a:lnTo>
                    <a:pt x="48658" y="25790"/>
                  </a:lnTo>
                  <a:lnTo>
                    <a:pt x="49691" y="25642"/>
                  </a:lnTo>
                  <a:lnTo>
                    <a:pt x="50694" y="25495"/>
                  </a:lnTo>
                  <a:lnTo>
                    <a:pt x="51727" y="25377"/>
                  </a:lnTo>
                  <a:lnTo>
                    <a:pt x="52789" y="25318"/>
                  </a:lnTo>
                  <a:lnTo>
                    <a:pt x="52701" y="23990"/>
                  </a:lnTo>
                  <a:lnTo>
                    <a:pt x="52553" y="22692"/>
                  </a:lnTo>
                  <a:lnTo>
                    <a:pt x="52347" y="21423"/>
                  </a:lnTo>
                  <a:lnTo>
                    <a:pt x="52052" y="20183"/>
                  </a:lnTo>
                  <a:lnTo>
                    <a:pt x="51727" y="18944"/>
                  </a:lnTo>
                  <a:lnTo>
                    <a:pt x="51343" y="17734"/>
                  </a:lnTo>
                  <a:lnTo>
                    <a:pt x="50901" y="16554"/>
                  </a:lnTo>
                  <a:lnTo>
                    <a:pt x="50399" y="15403"/>
                  </a:lnTo>
                  <a:lnTo>
                    <a:pt x="49868" y="14282"/>
                  </a:lnTo>
                  <a:lnTo>
                    <a:pt x="49248" y="13190"/>
                  </a:lnTo>
                  <a:lnTo>
                    <a:pt x="48599" y="12128"/>
                  </a:lnTo>
                  <a:lnTo>
                    <a:pt x="47921" y="11095"/>
                  </a:lnTo>
                  <a:lnTo>
                    <a:pt x="47153" y="10121"/>
                  </a:lnTo>
                  <a:lnTo>
                    <a:pt x="46386" y="9148"/>
                  </a:lnTo>
                  <a:lnTo>
                    <a:pt x="45530" y="8233"/>
                  </a:lnTo>
                  <a:lnTo>
                    <a:pt x="44675" y="7377"/>
                  </a:lnTo>
                  <a:lnTo>
                    <a:pt x="43760" y="6521"/>
                  </a:lnTo>
                  <a:lnTo>
                    <a:pt x="42816" y="5725"/>
                  </a:lnTo>
                  <a:lnTo>
                    <a:pt x="41812" y="4987"/>
                  </a:lnTo>
                  <a:lnTo>
                    <a:pt x="40809" y="4279"/>
                  </a:lnTo>
                  <a:lnTo>
                    <a:pt x="39747" y="3630"/>
                  </a:lnTo>
                  <a:lnTo>
                    <a:pt x="38655" y="3010"/>
                  </a:lnTo>
                  <a:lnTo>
                    <a:pt x="37534" y="2479"/>
                  </a:lnTo>
                  <a:lnTo>
                    <a:pt x="36383" y="1977"/>
                  </a:lnTo>
                  <a:lnTo>
                    <a:pt x="35203" y="1505"/>
                  </a:lnTo>
                  <a:lnTo>
                    <a:pt x="33993" y="1122"/>
                  </a:lnTo>
                  <a:lnTo>
                    <a:pt x="32783" y="797"/>
                  </a:lnTo>
                  <a:lnTo>
                    <a:pt x="31514" y="502"/>
                  </a:lnTo>
                  <a:lnTo>
                    <a:pt x="30246" y="295"/>
                  </a:lnTo>
                  <a:lnTo>
                    <a:pt x="28977" y="118"/>
                  </a:lnTo>
                  <a:lnTo>
                    <a:pt x="27649" y="30"/>
                  </a:lnTo>
                  <a:lnTo>
                    <a:pt x="26321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68000" tIns="68000" rIns="68000" bIns="68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4"/>
            <p:cNvSpPr/>
            <p:nvPr/>
          </p:nvSpPr>
          <p:spPr>
            <a:xfrm flipH="1">
              <a:off x="2603139" y="2850211"/>
              <a:ext cx="379061" cy="379052"/>
            </a:xfrm>
            <a:custGeom>
              <a:avLst/>
              <a:gdLst/>
              <a:ahLst/>
              <a:cxnLst/>
              <a:rect l="l" t="t" r="r" b="b"/>
              <a:pathLst>
                <a:path w="45207" h="45206" extrusionOk="0">
                  <a:moveTo>
                    <a:pt x="21836" y="1"/>
                  </a:moveTo>
                  <a:lnTo>
                    <a:pt x="20686" y="89"/>
                  </a:lnTo>
                  <a:lnTo>
                    <a:pt x="19535" y="207"/>
                  </a:lnTo>
                  <a:lnTo>
                    <a:pt x="18443" y="384"/>
                  </a:lnTo>
                  <a:lnTo>
                    <a:pt x="17322" y="620"/>
                  </a:lnTo>
                  <a:lnTo>
                    <a:pt x="16260" y="916"/>
                  </a:lnTo>
                  <a:lnTo>
                    <a:pt x="15197" y="1240"/>
                  </a:lnTo>
                  <a:lnTo>
                    <a:pt x="14164" y="1624"/>
                  </a:lnTo>
                  <a:lnTo>
                    <a:pt x="13161" y="2066"/>
                  </a:lnTo>
                  <a:lnTo>
                    <a:pt x="12158" y="2538"/>
                  </a:lnTo>
                  <a:lnTo>
                    <a:pt x="11214" y="3070"/>
                  </a:lnTo>
                  <a:lnTo>
                    <a:pt x="10299" y="3660"/>
                  </a:lnTo>
                  <a:lnTo>
                    <a:pt x="9384" y="4250"/>
                  </a:lnTo>
                  <a:lnTo>
                    <a:pt x="8529" y="4929"/>
                  </a:lnTo>
                  <a:lnTo>
                    <a:pt x="7702" y="5607"/>
                  </a:lnTo>
                  <a:lnTo>
                    <a:pt x="6906" y="6345"/>
                  </a:lnTo>
                  <a:lnTo>
                    <a:pt x="6138" y="7112"/>
                  </a:lnTo>
                  <a:lnTo>
                    <a:pt x="5401" y="7938"/>
                  </a:lnTo>
                  <a:lnTo>
                    <a:pt x="4722" y="8764"/>
                  </a:lnTo>
                  <a:lnTo>
                    <a:pt x="4073" y="9650"/>
                  </a:lnTo>
                  <a:lnTo>
                    <a:pt x="3483" y="10564"/>
                  </a:lnTo>
                  <a:lnTo>
                    <a:pt x="2922" y="11479"/>
                  </a:lnTo>
                  <a:lnTo>
                    <a:pt x="2391" y="12453"/>
                  </a:lnTo>
                  <a:lnTo>
                    <a:pt x="1919" y="13456"/>
                  </a:lnTo>
                  <a:lnTo>
                    <a:pt x="1506" y="14459"/>
                  </a:lnTo>
                  <a:lnTo>
                    <a:pt x="1122" y="15522"/>
                  </a:lnTo>
                  <a:lnTo>
                    <a:pt x="827" y="16584"/>
                  </a:lnTo>
                  <a:lnTo>
                    <a:pt x="532" y="17676"/>
                  </a:lnTo>
                  <a:lnTo>
                    <a:pt x="325" y="18767"/>
                  </a:lnTo>
                  <a:lnTo>
                    <a:pt x="148" y="19918"/>
                  </a:lnTo>
                  <a:lnTo>
                    <a:pt x="60" y="21040"/>
                  </a:lnTo>
                  <a:lnTo>
                    <a:pt x="1" y="22220"/>
                  </a:lnTo>
                  <a:lnTo>
                    <a:pt x="1" y="23371"/>
                  </a:lnTo>
                  <a:lnTo>
                    <a:pt x="89" y="24521"/>
                  </a:lnTo>
                  <a:lnTo>
                    <a:pt x="207" y="25672"/>
                  </a:lnTo>
                  <a:lnTo>
                    <a:pt x="385" y="26764"/>
                  </a:lnTo>
                  <a:lnTo>
                    <a:pt x="621" y="27885"/>
                  </a:lnTo>
                  <a:lnTo>
                    <a:pt x="916" y="28947"/>
                  </a:lnTo>
                  <a:lnTo>
                    <a:pt x="1240" y="30010"/>
                  </a:lnTo>
                  <a:lnTo>
                    <a:pt x="1624" y="31043"/>
                  </a:lnTo>
                  <a:lnTo>
                    <a:pt x="2066" y="32046"/>
                  </a:lnTo>
                  <a:lnTo>
                    <a:pt x="2539" y="33019"/>
                  </a:lnTo>
                  <a:lnTo>
                    <a:pt x="3070" y="33993"/>
                  </a:lnTo>
                  <a:lnTo>
                    <a:pt x="3660" y="34908"/>
                  </a:lnTo>
                  <a:lnTo>
                    <a:pt x="4250" y="35823"/>
                  </a:lnTo>
                  <a:lnTo>
                    <a:pt x="4929" y="36678"/>
                  </a:lnTo>
                  <a:lnTo>
                    <a:pt x="5607" y="37505"/>
                  </a:lnTo>
                  <a:lnTo>
                    <a:pt x="6345" y="38301"/>
                  </a:lnTo>
                  <a:lnTo>
                    <a:pt x="7112" y="39068"/>
                  </a:lnTo>
                  <a:lnTo>
                    <a:pt x="7938" y="39806"/>
                  </a:lnTo>
                  <a:lnTo>
                    <a:pt x="8765" y="40485"/>
                  </a:lnTo>
                  <a:lnTo>
                    <a:pt x="9650" y="41134"/>
                  </a:lnTo>
                  <a:lnTo>
                    <a:pt x="10565" y="41724"/>
                  </a:lnTo>
                  <a:lnTo>
                    <a:pt x="11479" y="42285"/>
                  </a:lnTo>
                  <a:lnTo>
                    <a:pt x="12453" y="42816"/>
                  </a:lnTo>
                  <a:lnTo>
                    <a:pt x="13456" y="43259"/>
                  </a:lnTo>
                  <a:lnTo>
                    <a:pt x="14460" y="43701"/>
                  </a:lnTo>
                  <a:lnTo>
                    <a:pt x="15522" y="44055"/>
                  </a:lnTo>
                  <a:lnTo>
                    <a:pt x="16584" y="44380"/>
                  </a:lnTo>
                  <a:lnTo>
                    <a:pt x="17676" y="44675"/>
                  </a:lnTo>
                  <a:lnTo>
                    <a:pt x="18768" y="44881"/>
                  </a:lnTo>
                  <a:lnTo>
                    <a:pt x="19918" y="45029"/>
                  </a:lnTo>
                  <a:lnTo>
                    <a:pt x="21040" y="45147"/>
                  </a:lnTo>
                  <a:lnTo>
                    <a:pt x="22220" y="45206"/>
                  </a:lnTo>
                  <a:lnTo>
                    <a:pt x="23371" y="45177"/>
                  </a:lnTo>
                  <a:lnTo>
                    <a:pt x="24522" y="45117"/>
                  </a:lnTo>
                  <a:lnTo>
                    <a:pt x="25672" y="44999"/>
                  </a:lnTo>
                  <a:lnTo>
                    <a:pt x="26764" y="44822"/>
                  </a:lnTo>
                  <a:lnTo>
                    <a:pt x="27885" y="44586"/>
                  </a:lnTo>
                  <a:lnTo>
                    <a:pt x="28948" y="44291"/>
                  </a:lnTo>
                  <a:lnTo>
                    <a:pt x="30010" y="43967"/>
                  </a:lnTo>
                  <a:lnTo>
                    <a:pt x="31043" y="43583"/>
                  </a:lnTo>
                  <a:lnTo>
                    <a:pt x="32046" y="43140"/>
                  </a:lnTo>
                  <a:lnTo>
                    <a:pt x="33020" y="42668"/>
                  </a:lnTo>
                  <a:lnTo>
                    <a:pt x="33993" y="42137"/>
                  </a:lnTo>
                  <a:lnTo>
                    <a:pt x="34908" y="41547"/>
                  </a:lnTo>
                  <a:lnTo>
                    <a:pt x="35823" y="40957"/>
                  </a:lnTo>
                  <a:lnTo>
                    <a:pt x="36679" y="40278"/>
                  </a:lnTo>
                  <a:lnTo>
                    <a:pt x="37505" y="39600"/>
                  </a:lnTo>
                  <a:lnTo>
                    <a:pt x="38302" y="38862"/>
                  </a:lnTo>
                  <a:lnTo>
                    <a:pt x="39069" y="38095"/>
                  </a:lnTo>
                  <a:lnTo>
                    <a:pt x="39806" y="37269"/>
                  </a:lnTo>
                  <a:lnTo>
                    <a:pt x="40485" y="36442"/>
                  </a:lnTo>
                  <a:lnTo>
                    <a:pt x="41134" y="35557"/>
                  </a:lnTo>
                  <a:lnTo>
                    <a:pt x="41724" y="34642"/>
                  </a:lnTo>
                  <a:lnTo>
                    <a:pt x="42285" y="33728"/>
                  </a:lnTo>
                  <a:lnTo>
                    <a:pt x="42816" y="32754"/>
                  </a:lnTo>
                  <a:lnTo>
                    <a:pt x="43259" y="31751"/>
                  </a:lnTo>
                  <a:lnTo>
                    <a:pt x="43701" y="30747"/>
                  </a:lnTo>
                  <a:lnTo>
                    <a:pt x="44056" y="29685"/>
                  </a:lnTo>
                  <a:lnTo>
                    <a:pt x="44380" y="28623"/>
                  </a:lnTo>
                  <a:lnTo>
                    <a:pt x="44675" y="27531"/>
                  </a:lnTo>
                  <a:lnTo>
                    <a:pt x="44882" y="26439"/>
                  </a:lnTo>
                  <a:lnTo>
                    <a:pt x="45029" y="25289"/>
                  </a:lnTo>
                  <a:lnTo>
                    <a:pt x="45147" y="24167"/>
                  </a:lnTo>
                  <a:lnTo>
                    <a:pt x="45206" y="22987"/>
                  </a:lnTo>
                  <a:lnTo>
                    <a:pt x="45177" y="21836"/>
                  </a:lnTo>
                  <a:lnTo>
                    <a:pt x="45118" y="20685"/>
                  </a:lnTo>
                  <a:lnTo>
                    <a:pt x="45000" y="19535"/>
                  </a:lnTo>
                  <a:lnTo>
                    <a:pt x="44823" y="18443"/>
                  </a:lnTo>
                  <a:lnTo>
                    <a:pt x="44587" y="17322"/>
                  </a:lnTo>
                  <a:lnTo>
                    <a:pt x="44292" y="16259"/>
                  </a:lnTo>
                  <a:lnTo>
                    <a:pt x="43967" y="15197"/>
                  </a:lnTo>
                  <a:lnTo>
                    <a:pt x="43583" y="14164"/>
                  </a:lnTo>
                  <a:lnTo>
                    <a:pt x="43141" y="13161"/>
                  </a:lnTo>
                  <a:lnTo>
                    <a:pt x="42669" y="12158"/>
                  </a:lnTo>
                  <a:lnTo>
                    <a:pt x="42138" y="11214"/>
                  </a:lnTo>
                  <a:lnTo>
                    <a:pt x="41547" y="10299"/>
                  </a:lnTo>
                  <a:lnTo>
                    <a:pt x="40957" y="9384"/>
                  </a:lnTo>
                  <a:lnTo>
                    <a:pt x="40279" y="8528"/>
                  </a:lnTo>
                  <a:lnTo>
                    <a:pt x="39600" y="7702"/>
                  </a:lnTo>
                  <a:lnTo>
                    <a:pt x="38862" y="6906"/>
                  </a:lnTo>
                  <a:lnTo>
                    <a:pt x="38095" y="6138"/>
                  </a:lnTo>
                  <a:lnTo>
                    <a:pt x="37269" y="5401"/>
                  </a:lnTo>
                  <a:lnTo>
                    <a:pt x="36443" y="4722"/>
                  </a:lnTo>
                  <a:lnTo>
                    <a:pt x="35557" y="4073"/>
                  </a:lnTo>
                  <a:lnTo>
                    <a:pt x="34643" y="3483"/>
                  </a:lnTo>
                  <a:lnTo>
                    <a:pt x="33728" y="2922"/>
                  </a:lnTo>
                  <a:lnTo>
                    <a:pt x="32754" y="2391"/>
                  </a:lnTo>
                  <a:lnTo>
                    <a:pt x="31751" y="1919"/>
                  </a:lnTo>
                  <a:lnTo>
                    <a:pt x="30748" y="1506"/>
                  </a:lnTo>
                  <a:lnTo>
                    <a:pt x="29685" y="1122"/>
                  </a:lnTo>
                  <a:lnTo>
                    <a:pt x="28623" y="827"/>
                  </a:lnTo>
                  <a:lnTo>
                    <a:pt x="27531" y="532"/>
                  </a:lnTo>
                  <a:lnTo>
                    <a:pt x="26440" y="325"/>
                  </a:lnTo>
                  <a:lnTo>
                    <a:pt x="25289" y="148"/>
                  </a:lnTo>
                  <a:lnTo>
                    <a:pt x="24167" y="60"/>
                  </a:lnTo>
                  <a:lnTo>
                    <a:pt x="22987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68000" tIns="68000" rIns="68000" bIns="68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4"/>
            <p:cNvSpPr/>
            <p:nvPr/>
          </p:nvSpPr>
          <p:spPr>
            <a:xfrm flipH="1">
              <a:off x="2660048" y="2907120"/>
              <a:ext cx="265243" cy="265243"/>
            </a:xfrm>
            <a:custGeom>
              <a:avLst/>
              <a:gdLst/>
              <a:ahLst/>
              <a:cxnLst/>
              <a:rect l="l" t="t" r="r" b="b"/>
              <a:pathLst>
                <a:path w="31633" h="31633" extrusionOk="0">
                  <a:moveTo>
                    <a:pt x="14961" y="1"/>
                  </a:moveTo>
                  <a:lnTo>
                    <a:pt x="14164" y="89"/>
                  </a:lnTo>
                  <a:lnTo>
                    <a:pt x="13367" y="178"/>
                  </a:lnTo>
                  <a:lnTo>
                    <a:pt x="12571" y="325"/>
                  </a:lnTo>
                  <a:lnTo>
                    <a:pt x="11804" y="502"/>
                  </a:lnTo>
                  <a:lnTo>
                    <a:pt x="11066" y="709"/>
                  </a:lnTo>
                  <a:lnTo>
                    <a:pt x="10328" y="974"/>
                  </a:lnTo>
                  <a:lnTo>
                    <a:pt x="9620" y="1240"/>
                  </a:lnTo>
                  <a:lnTo>
                    <a:pt x="8912" y="1564"/>
                  </a:lnTo>
                  <a:lnTo>
                    <a:pt x="8233" y="1918"/>
                  </a:lnTo>
                  <a:lnTo>
                    <a:pt x="7555" y="2302"/>
                  </a:lnTo>
                  <a:lnTo>
                    <a:pt x="6935" y="2715"/>
                  </a:lnTo>
                  <a:lnTo>
                    <a:pt x="6315" y="3158"/>
                  </a:lnTo>
                  <a:lnTo>
                    <a:pt x="5725" y="3630"/>
                  </a:lnTo>
                  <a:lnTo>
                    <a:pt x="5135" y="4132"/>
                  </a:lnTo>
                  <a:lnTo>
                    <a:pt x="4604" y="4663"/>
                  </a:lnTo>
                  <a:lnTo>
                    <a:pt x="4073" y="5194"/>
                  </a:lnTo>
                  <a:lnTo>
                    <a:pt x="3571" y="5784"/>
                  </a:lnTo>
                  <a:lnTo>
                    <a:pt x="3099" y="6374"/>
                  </a:lnTo>
                  <a:lnTo>
                    <a:pt x="2656" y="6994"/>
                  </a:lnTo>
                  <a:lnTo>
                    <a:pt x="2243" y="7643"/>
                  </a:lnTo>
                  <a:lnTo>
                    <a:pt x="1889" y="8322"/>
                  </a:lnTo>
                  <a:lnTo>
                    <a:pt x="1535" y="9000"/>
                  </a:lnTo>
                  <a:lnTo>
                    <a:pt x="1210" y="9708"/>
                  </a:lnTo>
                  <a:lnTo>
                    <a:pt x="945" y="10417"/>
                  </a:lnTo>
                  <a:lnTo>
                    <a:pt x="679" y="11154"/>
                  </a:lnTo>
                  <a:lnTo>
                    <a:pt x="473" y="11892"/>
                  </a:lnTo>
                  <a:lnTo>
                    <a:pt x="296" y="12659"/>
                  </a:lnTo>
                  <a:lnTo>
                    <a:pt x="178" y="13456"/>
                  </a:lnTo>
                  <a:lnTo>
                    <a:pt x="60" y="14253"/>
                  </a:lnTo>
                  <a:lnTo>
                    <a:pt x="1" y="15049"/>
                  </a:lnTo>
                  <a:lnTo>
                    <a:pt x="1" y="15875"/>
                  </a:lnTo>
                  <a:lnTo>
                    <a:pt x="1" y="16672"/>
                  </a:lnTo>
                  <a:lnTo>
                    <a:pt x="89" y="17469"/>
                  </a:lnTo>
                  <a:lnTo>
                    <a:pt x="178" y="18266"/>
                  </a:lnTo>
                  <a:lnTo>
                    <a:pt x="325" y="19062"/>
                  </a:lnTo>
                  <a:lnTo>
                    <a:pt x="502" y="19829"/>
                  </a:lnTo>
                  <a:lnTo>
                    <a:pt x="709" y="20567"/>
                  </a:lnTo>
                  <a:lnTo>
                    <a:pt x="974" y="21305"/>
                  </a:lnTo>
                  <a:lnTo>
                    <a:pt x="1240" y="22013"/>
                  </a:lnTo>
                  <a:lnTo>
                    <a:pt x="1565" y="22721"/>
                  </a:lnTo>
                  <a:lnTo>
                    <a:pt x="1919" y="23400"/>
                  </a:lnTo>
                  <a:lnTo>
                    <a:pt x="2302" y="24049"/>
                  </a:lnTo>
                  <a:lnTo>
                    <a:pt x="2715" y="24698"/>
                  </a:lnTo>
                  <a:lnTo>
                    <a:pt x="3158" y="25318"/>
                  </a:lnTo>
                  <a:lnTo>
                    <a:pt x="3630" y="25908"/>
                  </a:lnTo>
                  <a:lnTo>
                    <a:pt x="4132" y="26498"/>
                  </a:lnTo>
                  <a:lnTo>
                    <a:pt x="4663" y="27029"/>
                  </a:lnTo>
                  <a:lnTo>
                    <a:pt x="5194" y="27560"/>
                  </a:lnTo>
                  <a:lnTo>
                    <a:pt x="5784" y="28062"/>
                  </a:lnTo>
                  <a:lnTo>
                    <a:pt x="6374" y="28534"/>
                  </a:lnTo>
                  <a:lnTo>
                    <a:pt x="6994" y="28977"/>
                  </a:lnTo>
                  <a:lnTo>
                    <a:pt x="7643" y="29360"/>
                  </a:lnTo>
                  <a:lnTo>
                    <a:pt x="8322" y="29744"/>
                  </a:lnTo>
                  <a:lnTo>
                    <a:pt x="9000" y="30098"/>
                  </a:lnTo>
                  <a:lnTo>
                    <a:pt x="9709" y="30423"/>
                  </a:lnTo>
                  <a:lnTo>
                    <a:pt x="10417" y="30688"/>
                  </a:lnTo>
                  <a:lnTo>
                    <a:pt x="11154" y="30954"/>
                  </a:lnTo>
                  <a:lnTo>
                    <a:pt x="11892" y="31160"/>
                  </a:lnTo>
                  <a:lnTo>
                    <a:pt x="12659" y="31337"/>
                  </a:lnTo>
                  <a:lnTo>
                    <a:pt x="13456" y="31455"/>
                  </a:lnTo>
                  <a:lnTo>
                    <a:pt x="14253" y="31573"/>
                  </a:lnTo>
                  <a:lnTo>
                    <a:pt x="15049" y="31632"/>
                  </a:lnTo>
                  <a:lnTo>
                    <a:pt x="16672" y="31632"/>
                  </a:lnTo>
                  <a:lnTo>
                    <a:pt x="17469" y="31544"/>
                  </a:lnTo>
                  <a:lnTo>
                    <a:pt x="18266" y="31455"/>
                  </a:lnTo>
                  <a:lnTo>
                    <a:pt x="19062" y="31308"/>
                  </a:lnTo>
                  <a:lnTo>
                    <a:pt x="19830" y="31131"/>
                  </a:lnTo>
                  <a:lnTo>
                    <a:pt x="20567" y="30924"/>
                  </a:lnTo>
                  <a:lnTo>
                    <a:pt x="21305" y="30659"/>
                  </a:lnTo>
                  <a:lnTo>
                    <a:pt x="22013" y="30393"/>
                  </a:lnTo>
                  <a:lnTo>
                    <a:pt x="22721" y="30068"/>
                  </a:lnTo>
                  <a:lnTo>
                    <a:pt x="23400" y="29714"/>
                  </a:lnTo>
                  <a:lnTo>
                    <a:pt x="24049" y="29331"/>
                  </a:lnTo>
                  <a:lnTo>
                    <a:pt x="24698" y="28918"/>
                  </a:lnTo>
                  <a:lnTo>
                    <a:pt x="25318" y="28475"/>
                  </a:lnTo>
                  <a:lnTo>
                    <a:pt x="25908" y="28003"/>
                  </a:lnTo>
                  <a:lnTo>
                    <a:pt x="26498" y="27501"/>
                  </a:lnTo>
                  <a:lnTo>
                    <a:pt x="27029" y="26970"/>
                  </a:lnTo>
                  <a:lnTo>
                    <a:pt x="27561" y="26410"/>
                  </a:lnTo>
                  <a:lnTo>
                    <a:pt x="28062" y="25849"/>
                  </a:lnTo>
                  <a:lnTo>
                    <a:pt x="28534" y="25259"/>
                  </a:lnTo>
                  <a:lnTo>
                    <a:pt x="28977" y="24639"/>
                  </a:lnTo>
                  <a:lnTo>
                    <a:pt x="29361" y="23990"/>
                  </a:lnTo>
                  <a:lnTo>
                    <a:pt x="29744" y="23311"/>
                  </a:lnTo>
                  <a:lnTo>
                    <a:pt x="30098" y="22633"/>
                  </a:lnTo>
                  <a:lnTo>
                    <a:pt x="30423" y="21924"/>
                  </a:lnTo>
                  <a:lnTo>
                    <a:pt x="30688" y="21216"/>
                  </a:lnTo>
                  <a:lnTo>
                    <a:pt x="30954" y="20479"/>
                  </a:lnTo>
                  <a:lnTo>
                    <a:pt x="31160" y="19711"/>
                  </a:lnTo>
                  <a:lnTo>
                    <a:pt x="31338" y="18974"/>
                  </a:lnTo>
                  <a:lnTo>
                    <a:pt x="31456" y="18177"/>
                  </a:lnTo>
                  <a:lnTo>
                    <a:pt x="31574" y="17380"/>
                  </a:lnTo>
                  <a:lnTo>
                    <a:pt x="31633" y="16584"/>
                  </a:lnTo>
                  <a:lnTo>
                    <a:pt x="31633" y="15757"/>
                  </a:lnTo>
                  <a:lnTo>
                    <a:pt x="31633" y="14961"/>
                  </a:lnTo>
                  <a:lnTo>
                    <a:pt x="31544" y="14164"/>
                  </a:lnTo>
                  <a:lnTo>
                    <a:pt x="31456" y="13367"/>
                  </a:lnTo>
                  <a:lnTo>
                    <a:pt x="31308" y="12571"/>
                  </a:lnTo>
                  <a:lnTo>
                    <a:pt x="31131" y="11803"/>
                  </a:lnTo>
                  <a:lnTo>
                    <a:pt x="30924" y="11066"/>
                  </a:lnTo>
                  <a:lnTo>
                    <a:pt x="30659" y="10328"/>
                  </a:lnTo>
                  <a:lnTo>
                    <a:pt x="30393" y="9620"/>
                  </a:lnTo>
                  <a:lnTo>
                    <a:pt x="30069" y="8912"/>
                  </a:lnTo>
                  <a:lnTo>
                    <a:pt x="29715" y="8233"/>
                  </a:lnTo>
                  <a:lnTo>
                    <a:pt x="29331" y="7554"/>
                  </a:lnTo>
                  <a:lnTo>
                    <a:pt x="28918" y="6935"/>
                  </a:lnTo>
                  <a:lnTo>
                    <a:pt x="28475" y="6315"/>
                  </a:lnTo>
                  <a:lnTo>
                    <a:pt x="28003" y="5725"/>
                  </a:lnTo>
                  <a:lnTo>
                    <a:pt x="27502" y="5135"/>
                  </a:lnTo>
                  <a:lnTo>
                    <a:pt x="26970" y="4604"/>
                  </a:lnTo>
                  <a:lnTo>
                    <a:pt x="26410" y="4073"/>
                  </a:lnTo>
                  <a:lnTo>
                    <a:pt x="25849" y="3571"/>
                  </a:lnTo>
                  <a:lnTo>
                    <a:pt x="25259" y="3099"/>
                  </a:lnTo>
                  <a:lnTo>
                    <a:pt x="24639" y="2656"/>
                  </a:lnTo>
                  <a:lnTo>
                    <a:pt x="23990" y="2243"/>
                  </a:lnTo>
                  <a:lnTo>
                    <a:pt x="23311" y="1889"/>
                  </a:lnTo>
                  <a:lnTo>
                    <a:pt x="22633" y="1535"/>
                  </a:lnTo>
                  <a:lnTo>
                    <a:pt x="21925" y="1210"/>
                  </a:lnTo>
                  <a:lnTo>
                    <a:pt x="21216" y="945"/>
                  </a:lnTo>
                  <a:lnTo>
                    <a:pt x="20479" y="679"/>
                  </a:lnTo>
                  <a:lnTo>
                    <a:pt x="19741" y="473"/>
                  </a:lnTo>
                  <a:lnTo>
                    <a:pt x="18974" y="296"/>
                  </a:lnTo>
                  <a:lnTo>
                    <a:pt x="18177" y="178"/>
                  </a:lnTo>
                  <a:lnTo>
                    <a:pt x="17380" y="60"/>
                  </a:lnTo>
                  <a:lnTo>
                    <a:pt x="16584" y="1"/>
                  </a:lnTo>
                  <a:close/>
                </a:path>
              </a:pathLst>
            </a:custGeom>
            <a:solidFill>
              <a:srgbClr val="C2C2C2"/>
            </a:solidFill>
            <a:ln>
              <a:noFill/>
            </a:ln>
          </p:spPr>
          <p:txBody>
            <a:bodyPr spcFirstLastPara="1" wrap="square" lIns="68000" tIns="68000" rIns="68000" bIns="68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4"/>
            <p:cNvSpPr/>
            <p:nvPr/>
          </p:nvSpPr>
          <p:spPr>
            <a:xfrm flipH="1">
              <a:off x="2676374" y="2923446"/>
              <a:ext cx="232583" cy="232583"/>
            </a:xfrm>
            <a:custGeom>
              <a:avLst/>
              <a:gdLst/>
              <a:ahLst/>
              <a:cxnLst/>
              <a:rect l="l" t="t" r="r" b="b"/>
              <a:pathLst>
                <a:path w="27738" h="27738" extrusionOk="0">
                  <a:moveTo>
                    <a:pt x="13839" y="1"/>
                  </a:moveTo>
                  <a:lnTo>
                    <a:pt x="13101" y="30"/>
                  </a:lnTo>
                  <a:lnTo>
                    <a:pt x="12423" y="90"/>
                  </a:lnTo>
                  <a:lnTo>
                    <a:pt x="11715" y="178"/>
                  </a:lnTo>
                  <a:lnTo>
                    <a:pt x="11036" y="296"/>
                  </a:lnTo>
                  <a:lnTo>
                    <a:pt x="10357" y="444"/>
                  </a:lnTo>
                  <a:lnTo>
                    <a:pt x="9708" y="650"/>
                  </a:lnTo>
                  <a:lnTo>
                    <a:pt x="9059" y="857"/>
                  </a:lnTo>
                  <a:lnTo>
                    <a:pt x="8439" y="1122"/>
                  </a:lnTo>
                  <a:lnTo>
                    <a:pt x="7820" y="1388"/>
                  </a:lnTo>
                  <a:lnTo>
                    <a:pt x="7229" y="1683"/>
                  </a:lnTo>
                  <a:lnTo>
                    <a:pt x="6639" y="2037"/>
                  </a:lnTo>
                  <a:lnTo>
                    <a:pt x="6079" y="2391"/>
                  </a:lnTo>
                  <a:lnTo>
                    <a:pt x="5548" y="2775"/>
                  </a:lnTo>
                  <a:lnTo>
                    <a:pt x="5016" y="3188"/>
                  </a:lnTo>
                  <a:lnTo>
                    <a:pt x="4515" y="3630"/>
                  </a:lnTo>
                  <a:lnTo>
                    <a:pt x="4043" y="4103"/>
                  </a:lnTo>
                  <a:lnTo>
                    <a:pt x="3571" y="4575"/>
                  </a:lnTo>
                  <a:lnTo>
                    <a:pt x="3157" y="5076"/>
                  </a:lnTo>
                  <a:lnTo>
                    <a:pt x="2744" y="5607"/>
                  </a:lnTo>
                  <a:lnTo>
                    <a:pt x="2361" y="6139"/>
                  </a:lnTo>
                  <a:lnTo>
                    <a:pt x="1977" y="6699"/>
                  </a:lnTo>
                  <a:lnTo>
                    <a:pt x="1653" y="7289"/>
                  </a:lnTo>
                  <a:lnTo>
                    <a:pt x="1357" y="7879"/>
                  </a:lnTo>
                  <a:lnTo>
                    <a:pt x="1092" y="8499"/>
                  </a:lnTo>
                  <a:lnTo>
                    <a:pt x="826" y="9148"/>
                  </a:lnTo>
                  <a:lnTo>
                    <a:pt x="620" y="9797"/>
                  </a:lnTo>
                  <a:lnTo>
                    <a:pt x="443" y="10447"/>
                  </a:lnTo>
                  <a:lnTo>
                    <a:pt x="266" y="11125"/>
                  </a:lnTo>
                  <a:lnTo>
                    <a:pt x="148" y="11804"/>
                  </a:lnTo>
                  <a:lnTo>
                    <a:pt x="59" y="12483"/>
                  </a:lnTo>
                  <a:lnTo>
                    <a:pt x="30" y="13191"/>
                  </a:lnTo>
                  <a:lnTo>
                    <a:pt x="0" y="13899"/>
                  </a:lnTo>
                  <a:lnTo>
                    <a:pt x="30" y="14607"/>
                  </a:lnTo>
                  <a:lnTo>
                    <a:pt x="89" y="15315"/>
                  </a:lnTo>
                  <a:lnTo>
                    <a:pt x="177" y="16023"/>
                  </a:lnTo>
                  <a:lnTo>
                    <a:pt x="295" y="16702"/>
                  </a:lnTo>
                  <a:lnTo>
                    <a:pt x="443" y="17381"/>
                  </a:lnTo>
                  <a:lnTo>
                    <a:pt x="649" y="18030"/>
                  </a:lnTo>
                  <a:lnTo>
                    <a:pt x="856" y="18679"/>
                  </a:lnTo>
                  <a:lnTo>
                    <a:pt x="1121" y="19299"/>
                  </a:lnTo>
                  <a:lnTo>
                    <a:pt x="1387" y="19918"/>
                  </a:lnTo>
                  <a:lnTo>
                    <a:pt x="1682" y="20509"/>
                  </a:lnTo>
                  <a:lnTo>
                    <a:pt x="2036" y="21099"/>
                  </a:lnTo>
                  <a:lnTo>
                    <a:pt x="2390" y="21659"/>
                  </a:lnTo>
                  <a:lnTo>
                    <a:pt x="2774" y="22190"/>
                  </a:lnTo>
                  <a:lnTo>
                    <a:pt x="3187" y="22722"/>
                  </a:lnTo>
                  <a:lnTo>
                    <a:pt x="3630" y="23223"/>
                  </a:lnTo>
                  <a:lnTo>
                    <a:pt x="4102" y="23695"/>
                  </a:lnTo>
                  <a:lnTo>
                    <a:pt x="4574" y="24167"/>
                  </a:lnTo>
                  <a:lnTo>
                    <a:pt x="5075" y="24581"/>
                  </a:lnTo>
                  <a:lnTo>
                    <a:pt x="5607" y="24994"/>
                  </a:lnTo>
                  <a:lnTo>
                    <a:pt x="6138" y="25377"/>
                  </a:lnTo>
                  <a:lnTo>
                    <a:pt x="6698" y="25731"/>
                  </a:lnTo>
                  <a:lnTo>
                    <a:pt x="7288" y="26085"/>
                  </a:lnTo>
                  <a:lnTo>
                    <a:pt x="7879" y="26381"/>
                  </a:lnTo>
                  <a:lnTo>
                    <a:pt x="8498" y="26646"/>
                  </a:lnTo>
                  <a:lnTo>
                    <a:pt x="9147" y="26912"/>
                  </a:lnTo>
                  <a:lnTo>
                    <a:pt x="9797" y="27118"/>
                  </a:lnTo>
                  <a:lnTo>
                    <a:pt x="10446" y="27295"/>
                  </a:lnTo>
                  <a:lnTo>
                    <a:pt x="11124" y="27472"/>
                  </a:lnTo>
                  <a:lnTo>
                    <a:pt x="11803" y="27590"/>
                  </a:lnTo>
                  <a:lnTo>
                    <a:pt x="12482" y="27679"/>
                  </a:lnTo>
                  <a:lnTo>
                    <a:pt x="13190" y="27708"/>
                  </a:lnTo>
                  <a:lnTo>
                    <a:pt x="13898" y="27738"/>
                  </a:lnTo>
                  <a:lnTo>
                    <a:pt x="14636" y="27708"/>
                  </a:lnTo>
                  <a:lnTo>
                    <a:pt x="15314" y="27649"/>
                  </a:lnTo>
                  <a:lnTo>
                    <a:pt x="16023" y="27561"/>
                  </a:lnTo>
                  <a:lnTo>
                    <a:pt x="16701" y="27443"/>
                  </a:lnTo>
                  <a:lnTo>
                    <a:pt x="17380" y="27295"/>
                  </a:lnTo>
                  <a:lnTo>
                    <a:pt x="18029" y="27089"/>
                  </a:lnTo>
                  <a:lnTo>
                    <a:pt x="18678" y="26882"/>
                  </a:lnTo>
                  <a:lnTo>
                    <a:pt x="19298" y="26617"/>
                  </a:lnTo>
                  <a:lnTo>
                    <a:pt x="19918" y="26351"/>
                  </a:lnTo>
                  <a:lnTo>
                    <a:pt x="20508" y="26026"/>
                  </a:lnTo>
                  <a:lnTo>
                    <a:pt x="21098" y="25702"/>
                  </a:lnTo>
                  <a:lnTo>
                    <a:pt x="21659" y="25348"/>
                  </a:lnTo>
                  <a:lnTo>
                    <a:pt x="22190" y="24964"/>
                  </a:lnTo>
                  <a:lnTo>
                    <a:pt x="22721" y="24551"/>
                  </a:lnTo>
                  <a:lnTo>
                    <a:pt x="23222" y="24108"/>
                  </a:lnTo>
                  <a:lnTo>
                    <a:pt x="23695" y="23636"/>
                  </a:lnTo>
                  <a:lnTo>
                    <a:pt x="24167" y="23164"/>
                  </a:lnTo>
                  <a:lnTo>
                    <a:pt x="24580" y="22663"/>
                  </a:lnTo>
                  <a:lnTo>
                    <a:pt x="24993" y="22131"/>
                  </a:lnTo>
                  <a:lnTo>
                    <a:pt x="25377" y="21600"/>
                  </a:lnTo>
                  <a:lnTo>
                    <a:pt x="25760" y="21010"/>
                  </a:lnTo>
                  <a:lnTo>
                    <a:pt x="26085" y="20450"/>
                  </a:lnTo>
                  <a:lnTo>
                    <a:pt x="26380" y="19830"/>
                  </a:lnTo>
                  <a:lnTo>
                    <a:pt x="26645" y="19240"/>
                  </a:lnTo>
                  <a:lnTo>
                    <a:pt x="26911" y="18591"/>
                  </a:lnTo>
                  <a:lnTo>
                    <a:pt x="27117" y="17941"/>
                  </a:lnTo>
                  <a:lnTo>
                    <a:pt x="27294" y="17292"/>
                  </a:lnTo>
                  <a:lnTo>
                    <a:pt x="27472" y="16614"/>
                  </a:lnTo>
                  <a:lnTo>
                    <a:pt x="27590" y="15935"/>
                  </a:lnTo>
                  <a:lnTo>
                    <a:pt x="27678" y="15256"/>
                  </a:lnTo>
                  <a:lnTo>
                    <a:pt x="27708" y="14548"/>
                  </a:lnTo>
                  <a:lnTo>
                    <a:pt x="27737" y="13840"/>
                  </a:lnTo>
                  <a:lnTo>
                    <a:pt x="27708" y="13102"/>
                  </a:lnTo>
                  <a:lnTo>
                    <a:pt x="27649" y="12424"/>
                  </a:lnTo>
                  <a:lnTo>
                    <a:pt x="27560" y="11715"/>
                  </a:lnTo>
                  <a:lnTo>
                    <a:pt x="27442" y="11037"/>
                  </a:lnTo>
                  <a:lnTo>
                    <a:pt x="27294" y="10358"/>
                  </a:lnTo>
                  <a:lnTo>
                    <a:pt x="27088" y="9709"/>
                  </a:lnTo>
                  <a:lnTo>
                    <a:pt x="26881" y="9060"/>
                  </a:lnTo>
                  <a:lnTo>
                    <a:pt x="26616" y="8440"/>
                  </a:lnTo>
                  <a:lnTo>
                    <a:pt x="26350" y="7820"/>
                  </a:lnTo>
                  <a:lnTo>
                    <a:pt x="26026" y="7230"/>
                  </a:lnTo>
                  <a:lnTo>
                    <a:pt x="25701" y="6640"/>
                  </a:lnTo>
                  <a:lnTo>
                    <a:pt x="25347" y="6079"/>
                  </a:lnTo>
                  <a:lnTo>
                    <a:pt x="24963" y="5548"/>
                  </a:lnTo>
                  <a:lnTo>
                    <a:pt x="24550" y="5017"/>
                  </a:lnTo>
                  <a:lnTo>
                    <a:pt x="24108" y="4516"/>
                  </a:lnTo>
                  <a:lnTo>
                    <a:pt x="23636" y="4043"/>
                  </a:lnTo>
                  <a:lnTo>
                    <a:pt x="23163" y="3571"/>
                  </a:lnTo>
                  <a:lnTo>
                    <a:pt x="22662" y="3158"/>
                  </a:lnTo>
                  <a:lnTo>
                    <a:pt x="22131" y="2745"/>
                  </a:lnTo>
                  <a:lnTo>
                    <a:pt x="21600" y="2362"/>
                  </a:lnTo>
                  <a:lnTo>
                    <a:pt x="21009" y="1978"/>
                  </a:lnTo>
                  <a:lnTo>
                    <a:pt x="20449" y="1653"/>
                  </a:lnTo>
                  <a:lnTo>
                    <a:pt x="19829" y="1358"/>
                  </a:lnTo>
                  <a:lnTo>
                    <a:pt x="19239" y="1063"/>
                  </a:lnTo>
                  <a:lnTo>
                    <a:pt x="18590" y="827"/>
                  </a:lnTo>
                  <a:lnTo>
                    <a:pt x="17941" y="621"/>
                  </a:lnTo>
                  <a:lnTo>
                    <a:pt x="17291" y="444"/>
                  </a:lnTo>
                  <a:lnTo>
                    <a:pt x="16613" y="267"/>
                  </a:lnTo>
                  <a:lnTo>
                    <a:pt x="15934" y="149"/>
                  </a:lnTo>
                  <a:lnTo>
                    <a:pt x="15255" y="60"/>
                  </a:lnTo>
                  <a:lnTo>
                    <a:pt x="14547" y="30"/>
                  </a:lnTo>
                  <a:lnTo>
                    <a:pt x="13839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68000" tIns="68000" rIns="68000" bIns="68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4"/>
            <p:cNvSpPr/>
            <p:nvPr/>
          </p:nvSpPr>
          <p:spPr>
            <a:xfrm flipH="1">
              <a:off x="2688255" y="2935327"/>
              <a:ext cx="208828" cy="208828"/>
            </a:xfrm>
            <a:custGeom>
              <a:avLst/>
              <a:gdLst/>
              <a:ahLst/>
              <a:cxnLst/>
              <a:rect l="l" t="t" r="r" b="b"/>
              <a:pathLst>
                <a:path w="24905" h="24905" extrusionOk="0">
                  <a:moveTo>
                    <a:pt x="12423" y="0"/>
                  </a:moveTo>
                  <a:lnTo>
                    <a:pt x="11774" y="30"/>
                  </a:lnTo>
                  <a:lnTo>
                    <a:pt x="11154" y="59"/>
                  </a:lnTo>
                  <a:lnTo>
                    <a:pt x="10535" y="148"/>
                  </a:lnTo>
                  <a:lnTo>
                    <a:pt x="9915" y="266"/>
                  </a:lnTo>
                  <a:lnTo>
                    <a:pt x="9295" y="413"/>
                  </a:lnTo>
                  <a:lnTo>
                    <a:pt x="8705" y="590"/>
                  </a:lnTo>
                  <a:lnTo>
                    <a:pt x="8145" y="768"/>
                  </a:lnTo>
                  <a:lnTo>
                    <a:pt x="7584" y="1004"/>
                  </a:lnTo>
                  <a:lnTo>
                    <a:pt x="7023" y="1240"/>
                  </a:lnTo>
                  <a:lnTo>
                    <a:pt x="6492" y="1535"/>
                  </a:lnTo>
                  <a:lnTo>
                    <a:pt x="5961" y="1830"/>
                  </a:lnTo>
                  <a:lnTo>
                    <a:pt x="5459" y="2154"/>
                  </a:lnTo>
                  <a:lnTo>
                    <a:pt x="4987" y="2508"/>
                  </a:lnTo>
                  <a:lnTo>
                    <a:pt x="4515" y="2863"/>
                  </a:lnTo>
                  <a:lnTo>
                    <a:pt x="4043" y="3276"/>
                  </a:lnTo>
                  <a:lnTo>
                    <a:pt x="3630" y="3689"/>
                  </a:lnTo>
                  <a:lnTo>
                    <a:pt x="3217" y="4102"/>
                  </a:lnTo>
                  <a:lnTo>
                    <a:pt x="2833" y="4574"/>
                  </a:lnTo>
                  <a:lnTo>
                    <a:pt x="2450" y="5046"/>
                  </a:lnTo>
                  <a:lnTo>
                    <a:pt x="2125" y="5518"/>
                  </a:lnTo>
                  <a:lnTo>
                    <a:pt x="1800" y="6020"/>
                  </a:lnTo>
                  <a:lnTo>
                    <a:pt x="1505" y="6551"/>
                  </a:lnTo>
                  <a:lnTo>
                    <a:pt x="1210" y="7082"/>
                  </a:lnTo>
                  <a:lnTo>
                    <a:pt x="974" y="7643"/>
                  </a:lnTo>
                  <a:lnTo>
                    <a:pt x="738" y="8203"/>
                  </a:lnTo>
                  <a:lnTo>
                    <a:pt x="561" y="8794"/>
                  </a:lnTo>
                  <a:lnTo>
                    <a:pt x="384" y="9384"/>
                  </a:lnTo>
                  <a:lnTo>
                    <a:pt x="266" y="9974"/>
                  </a:lnTo>
                  <a:lnTo>
                    <a:pt x="148" y="10593"/>
                  </a:lnTo>
                  <a:lnTo>
                    <a:pt x="59" y="11213"/>
                  </a:lnTo>
                  <a:lnTo>
                    <a:pt x="30" y="11833"/>
                  </a:lnTo>
                  <a:lnTo>
                    <a:pt x="0" y="12482"/>
                  </a:lnTo>
                  <a:lnTo>
                    <a:pt x="30" y="13131"/>
                  </a:lnTo>
                  <a:lnTo>
                    <a:pt x="89" y="13751"/>
                  </a:lnTo>
                  <a:lnTo>
                    <a:pt x="148" y="14370"/>
                  </a:lnTo>
                  <a:lnTo>
                    <a:pt x="266" y="14990"/>
                  </a:lnTo>
                  <a:lnTo>
                    <a:pt x="414" y="15610"/>
                  </a:lnTo>
                  <a:lnTo>
                    <a:pt x="591" y="16200"/>
                  </a:lnTo>
                  <a:lnTo>
                    <a:pt x="768" y="16760"/>
                  </a:lnTo>
                  <a:lnTo>
                    <a:pt x="1004" y="17321"/>
                  </a:lnTo>
                  <a:lnTo>
                    <a:pt x="1240" y="17882"/>
                  </a:lnTo>
                  <a:lnTo>
                    <a:pt x="1535" y="18413"/>
                  </a:lnTo>
                  <a:lnTo>
                    <a:pt x="1830" y="18944"/>
                  </a:lnTo>
                  <a:lnTo>
                    <a:pt x="2155" y="19446"/>
                  </a:lnTo>
                  <a:lnTo>
                    <a:pt x="2509" y="19918"/>
                  </a:lnTo>
                  <a:lnTo>
                    <a:pt x="2863" y="20390"/>
                  </a:lnTo>
                  <a:lnTo>
                    <a:pt x="3276" y="20832"/>
                  </a:lnTo>
                  <a:lnTo>
                    <a:pt x="3689" y="21275"/>
                  </a:lnTo>
                  <a:lnTo>
                    <a:pt x="4102" y="21688"/>
                  </a:lnTo>
                  <a:lnTo>
                    <a:pt x="4574" y="22072"/>
                  </a:lnTo>
                  <a:lnTo>
                    <a:pt x="5046" y="22455"/>
                  </a:lnTo>
                  <a:lnTo>
                    <a:pt x="5518" y="22780"/>
                  </a:lnTo>
                  <a:lnTo>
                    <a:pt x="6020" y="23105"/>
                  </a:lnTo>
                  <a:lnTo>
                    <a:pt x="6551" y="23400"/>
                  </a:lnTo>
                  <a:lnTo>
                    <a:pt x="7082" y="23695"/>
                  </a:lnTo>
                  <a:lnTo>
                    <a:pt x="7643" y="23931"/>
                  </a:lnTo>
                  <a:lnTo>
                    <a:pt x="8204" y="24167"/>
                  </a:lnTo>
                  <a:lnTo>
                    <a:pt x="8794" y="24344"/>
                  </a:lnTo>
                  <a:lnTo>
                    <a:pt x="9384" y="24521"/>
                  </a:lnTo>
                  <a:lnTo>
                    <a:pt x="9974" y="24639"/>
                  </a:lnTo>
                  <a:lnTo>
                    <a:pt x="10594" y="24757"/>
                  </a:lnTo>
                  <a:lnTo>
                    <a:pt x="11213" y="24845"/>
                  </a:lnTo>
                  <a:lnTo>
                    <a:pt x="11833" y="24875"/>
                  </a:lnTo>
                  <a:lnTo>
                    <a:pt x="12482" y="24904"/>
                  </a:lnTo>
                  <a:lnTo>
                    <a:pt x="13131" y="24875"/>
                  </a:lnTo>
                  <a:lnTo>
                    <a:pt x="13751" y="24816"/>
                  </a:lnTo>
                  <a:lnTo>
                    <a:pt x="14371" y="24757"/>
                  </a:lnTo>
                  <a:lnTo>
                    <a:pt x="14990" y="24639"/>
                  </a:lnTo>
                  <a:lnTo>
                    <a:pt x="15610" y="24491"/>
                  </a:lnTo>
                  <a:lnTo>
                    <a:pt x="16200" y="24314"/>
                  </a:lnTo>
                  <a:lnTo>
                    <a:pt x="16761" y="24137"/>
                  </a:lnTo>
                  <a:lnTo>
                    <a:pt x="17321" y="23901"/>
                  </a:lnTo>
                  <a:lnTo>
                    <a:pt x="17882" y="23665"/>
                  </a:lnTo>
                  <a:lnTo>
                    <a:pt x="18413" y="23370"/>
                  </a:lnTo>
                  <a:lnTo>
                    <a:pt x="18944" y="23075"/>
                  </a:lnTo>
                  <a:lnTo>
                    <a:pt x="19446" y="22750"/>
                  </a:lnTo>
                  <a:lnTo>
                    <a:pt x="19918" y="22396"/>
                  </a:lnTo>
                  <a:lnTo>
                    <a:pt x="20390" y="22042"/>
                  </a:lnTo>
                  <a:lnTo>
                    <a:pt x="20833" y="21629"/>
                  </a:lnTo>
                  <a:lnTo>
                    <a:pt x="21275" y="21216"/>
                  </a:lnTo>
                  <a:lnTo>
                    <a:pt x="21688" y="20803"/>
                  </a:lnTo>
                  <a:lnTo>
                    <a:pt x="22072" y="20331"/>
                  </a:lnTo>
                  <a:lnTo>
                    <a:pt x="22456" y="19859"/>
                  </a:lnTo>
                  <a:lnTo>
                    <a:pt x="22780" y="19387"/>
                  </a:lnTo>
                  <a:lnTo>
                    <a:pt x="23105" y="18885"/>
                  </a:lnTo>
                  <a:lnTo>
                    <a:pt x="23400" y="18354"/>
                  </a:lnTo>
                  <a:lnTo>
                    <a:pt x="23695" y="17823"/>
                  </a:lnTo>
                  <a:lnTo>
                    <a:pt x="23931" y="17262"/>
                  </a:lnTo>
                  <a:lnTo>
                    <a:pt x="24167" y="16701"/>
                  </a:lnTo>
                  <a:lnTo>
                    <a:pt x="24344" y="16111"/>
                  </a:lnTo>
                  <a:lnTo>
                    <a:pt x="24521" y="15521"/>
                  </a:lnTo>
                  <a:lnTo>
                    <a:pt x="24639" y="14931"/>
                  </a:lnTo>
                  <a:lnTo>
                    <a:pt x="24757" y="14311"/>
                  </a:lnTo>
                  <a:lnTo>
                    <a:pt x="24846" y="13692"/>
                  </a:lnTo>
                  <a:lnTo>
                    <a:pt x="24875" y="13043"/>
                  </a:lnTo>
                  <a:lnTo>
                    <a:pt x="24905" y="12423"/>
                  </a:lnTo>
                  <a:lnTo>
                    <a:pt x="24875" y="11774"/>
                  </a:lnTo>
                  <a:lnTo>
                    <a:pt x="24816" y="11154"/>
                  </a:lnTo>
                  <a:lnTo>
                    <a:pt x="24757" y="10505"/>
                  </a:lnTo>
                  <a:lnTo>
                    <a:pt x="24639" y="9915"/>
                  </a:lnTo>
                  <a:lnTo>
                    <a:pt x="24492" y="9295"/>
                  </a:lnTo>
                  <a:lnTo>
                    <a:pt x="24315" y="8705"/>
                  </a:lnTo>
                  <a:lnTo>
                    <a:pt x="24138" y="8144"/>
                  </a:lnTo>
                  <a:lnTo>
                    <a:pt x="23901" y="7584"/>
                  </a:lnTo>
                  <a:lnTo>
                    <a:pt x="23665" y="7023"/>
                  </a:lnTo>
                  <a:lnTo>
                    <a:pt x="23370" y="6492"/>
                  </a:lnTo>
                  <a:lnTo>
                    <a:pt x="23075" y="5961"/>
                  </a:lnTo>
                  <a:lnTo>
                    <a:pt x="22751" y="5459"/>
                  </a:lnTo>
                  <a:lnTo>
                    <a:pt x="22397" y="4987"/>
                  </a:lnTo>
                  <a:lnTo>
                    <a:pt x="22043" y="4515"/>
                  </a:lnTo>
                  <a:lnTo>
                    <a:pt x="21629" y="4043"/>
                  </a:lnTo>
                  <a:lnTo>
                    <a:pt x="21216" y="3630"/>
                  </a:lnTo>
                  <a:lnTo>
                    <a:pt x="20803" y="3217"/>
                  </a:lnTo>
                  <a:lnTo>
                    <a:pt x="20331" y="2833"/>
                  </a:lnTo>
                  <a:lnTo>
                    <a:pt x="19859" y="2449"/>
                  </a:lnTo>
                  <a:lnTo>
                    <a:pt x="19387" y="2125"/>
                  </a:lnTo>
                  <a:lnTo>
                    <a:pt x="18885" y="1800"/>
                  </a:lnTo>
                  <a:lnTo>
                    <a:pt x="18354" y="1476"/>
                  </a:lnTo>
                  <a:lnTo>
                    <a:pt x="17823" y="1210"/>
                  </a:lnTo>
                  <a:lnTo>
                    <a:pt x="17262" y="974"/>
                  </a:lnTo>
                  <a:lnTo>
                    <a:pt x="16702" y="738"/>
                  </a:lnTo>
                  <a:lnTo>
                    <a:pt x="16112" y="561"/>
                  </a:lnTo>
                  <a:lnTo>
                    <a:pt x="15521" y="384"/>
                  </a:lnTo>
                  <a:lnTo>
                    <a:pt x="14931" y="236"/>
                  </a:lnTo>
                  <a:lnTo>
                    <a:pt x="14312" y="148"/>
                  </a:lnTo>
                  <a:lnTo>
                    <a:pt x="13692" y="59"/>
                  </a:lnTo>
                  <a:lnTo>
                    <a:pt x="13043" y="30"/>
                  </a:lnTo>
                  <a:lnTo>
                    <a:pt x="12423" y="0"/>
                  </a:ln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</p:spPr>
          <p:txBody>
            <a:bodyPr spcFirstLastPara="1" wrap="square" lIns="68000" tIns="68000" rIns="68000" bIns="68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4"/>
            <p:cNvSpPr/>
            <p:nvPr/>
          </p:nvSpPr>
          <p:spPr>
            <a:xfrm flipH="1">
              <a:off x="2659553" y="2906625"/>
              <a:ext cx="266232" cy="266232"/>
            </a:xfrm>
            <a:custGeom>
              <a:avLst/>
              <a:gdLst/>
              <a:ahLst/>
              <a:cxnLst/>
              <a:rect l="l" t="t" r="r" b="b"/>
              <a:pathLst>
                <a:path w="31751" h="31751" extrusionOk="0">
                  <a:moveTo>
                    <a:pt x="15817" y="0"/>
                  </a:moveTo>
                  <a:lnTo>
                    <a:pt x="15020" y="30"/>
                  </a:lnTo>
                  <a:lnTo>
                    <a:pt x="14194" y="89"/>
                  </a:lnTo>
                  <a:lnTo>
                    <a:pt x="13397" y="178"/>
                  </a:lnTo>
                  <a:lnTo>
                    <a:pt x="12630" y="325"/>
                  </a:lnTo>
                  <a:lnTo>
                    <a:pt x="11863" y="502"/>
                  </a:lnTo>
                  <a:lnTo>
                    <a:pt x="11095" y="738"/>
                  </a:lnTo>
                  <a:lnTo>
                    <a:pt x="10358" y="974"/>
                  </a:lnTo>
                  <a:lnTo>
                    <a:pt x="9650" y="1269"/>
                  </a:lnTo>
                  <a:lnTo>
                    <a:pt x="8941" y="1594"/>
                  </a:lnTo>
                  <a:lnTo>
                    <a:pt x="8263" y="1948"/>
                  </a:lnTo>
                  <a:lnTo>
                    <a:pt x="7614" y="2332"/>
                  </a:lnTo>
                  <a:lnTo>
                    <a:pt x="6964" y="2745"/>
                  </a:lnTo>
                  <a:lnTo>
                    <a:pt x="6345" y="3187"/>
                  </a:lnTo>
                  <a:lnTo>
                    <a:pt x="5725" y="3659"/>
                  </a:lnTo>
                  <a:lnTo>
                    <a:pt x="5164" y="4161"/>
                  </a:lnTo>
                  <a:lnTo>
                    <a:pt x="4604" y="4692"/>
                  </a:lnTo>
                  <a:lnTo>
                    <a:pt x="4102" y="5223"/>
                  </a:lnTo>
                  <a:lnTo>
                    <a:pt x="3601" y="5813"/>
                  </a:lnTo>
                  <a:lnTo>
                    <a:pt x="3128" y="6404"/>
                  </a:lnTo>
                  <a:lnTo>
                    <a:pt x="2686" y="7023"/>
                  </a:lnTo>
                  <a:lnTo>
                    <a:pt x="2273" y="7672"/>
                  </a:lnTo>
                  <a:lnTo>
                    <a:pt x="1889" y="8351"/>
                  </a:lnTo>
                  <a:lnTo>
                    <a:pt x="1535" y="9030"/>
                  </a:lnTo>
                  <a:lnTo>
                    <a:pt x="1240" y="9738"/>
                  </a:lnTo>
                  <a:lnTo>
                    <a:pt x="945" y="10446"/>
                  </a:lnTo>
                  <a:lnTo>
                    <a:pt x="709" y="11184"/>
                  </a:lnTo>
                  <a:lnTo>
                    <a:pt x="473" y="11951"/>
                  </a:lnTo>
                  <a:lnTo>
                    <a:pt x="325" y="12718"/>
                  </a:lnTo>
                  <a:lnTo>
                    <a:pt x="178" y="13515"/>
                  </a:lnTo>
                  <a:lnTo>
                    <a:pt x="89" y="14282"/>
                  </a:lnTo>
                  <a:lnTo>
                    <a:pt x="30" y="15108"/>
                  </a:lnTo>
                  <a:lnTo>
                    <a:pt x="1" y="15934"/>
                  </a:lnTo>
                  <a:lnTo>
                    <a:pt x="30" y="16731"/>
                  </a:lnTo>
                  <a:lnTo>
                    <a:pt x="89" y="17557"/>
                  </a:lnTo>
                  <a:lnTo>
                    <a:pt x="178" y="18325"/>
                  </a:lnTo>
                  <a:lnTo>
                    <a:pt x="325" y="19121"/>
                  </a:lnTo>
                  <a:lnTo>
                    <a:pt x="502" y="19888"/>
                  </a:lnTo>
                  <a:lnTo>
                    <a:pt x="738" y="20626"/>
                  </a:lnTo>
                  <a:lnTo>
                    <a:pt x="974" y="21364"/>
                  </a:lnTo>
                  <a:lnTo>
                    <a:pt x="1269" y="22101"/>
                  </a:lnTo>
                  <a:lnTo>
                    <a:pt x="1594" y="22810"/>
                  </a:lnTo>
                  <a:lnTo>
                    <a:pt x="1948" y="23488"/>
                  </a:lnTo>
                  <a:lnTo>
                    <a:pt x="2332" y="24137"/>
                  </a:lnTo>
                  <a:lnTo>
                    <a:pt x="2745" y="24787"/>
                  </a:lnTo>
                  <a:lnTo>
                    <a:pt x="3187" y="25406"/>
                  </a:lnTo>
                  <a:lnTo>
                    <a:pt x="3660" y="25996"/>
                  </a:lnTo>
                  <a:lnTo>
                    <a:pt x="4161" y="26587"/>
                  </a:lnTo>
                  <a:lnTo>
                    <a:pt x="4692" y="27147"/>
                  </a:lnTo>
                  <a:lnTo>
                    <a:pt x="5223" y="27649"/>
                  </a:lnTo>
                  <a:lnTo>
                    <a:pt x="5814" y="28150"/>
                  </a:lnTo>
                  <a:lnTo>
                    <a:pt x="6404" y="28623"/>
                  </a:lnTo>
                  <a:lnTo>
                    <a:pt x="7023" y="29065"/>
                  </a:lnTo>
                  <a:lnTo>
                    <a:pt x="7673" y="29478"/>
                  </a:lnTo>
                  <a:lnTo>
                    <a:pt x="8351" y="29862"/>
                  </a:lnTo>
                  <a:lnTo>
                    <a:pt x="9030" y="30216"/>
                  </a:lnTo>
                  <a:lnTo>
                    <a:pt x="9738" y="30511"/>
                  </a:lnTo>
                  <a:lnTo>
                    <a:pt x="10446" y="30806"/>
                  </a:lnTo>
                  <a:lnTo>
                    <a:pt x="11184" y="31042"/>
                  </a:lnTo>
                  <a:lnTo>
                    <a:pt x="11951" y="31249"/>
                  </a:lnTo>
                  <a:lnTo>
                    <a:pt x="12718" y="31426"/>
                  </a:lnTo>
                  <a:lnTo>
                    <a:pt x="13515" y="31573"/>
                  </a:lnTo>
                  <a:lnTo>
                    <a:pt x="14312" y="31662"/>
                  </a:lnTo>
                  <a:lnTo>
                    <a:pt x="15108" y="31721"/>
                  </a:lnTo>
                  <a:lnTo>
                    <a:pt x="15935" y="31750"/>
                  </a:lnTo>
                  <a:lnTo>
                    <a:pt x="16731" y="31721"/>
                  </a:lnTo>
                  <a:lnTo>
                    <a:pt x="17558" y="31662"/>
                  </a:lnTo>
                  <a:lnTo>
                    <a:pt x="18325" y="31573"/>
                  </a:lnTo>
                  <a:lnTo>
                    <a:pt x="19121" y="31426"/>
                  </a:lnTo>
                  <a:lnTo>
                    <a:pt x="19889" y="31249"/>
                  </a:lnTo>
                  <a:lnTo>
                    <a:pt x="20626" y="31013"/>
                  </a:lnTo>
                  <a:lnTo>
                    <a:pt x="21364" y="30777"/>
                  </a:lnTo>
                  <a:lnTo>
                    <a:pt x="22102" y="30482"/>
                  </a:lnTo>
                  <a:lnTo>
                    <a:pt x="22810" y="30157"/>
                  </a:lnTo>
                  <a:lnTo>
                    <a:pt x="23489" y="29803"/>
                  </a:lnTo>
                  <a:lnTo>
                    <a:pt x="24138" y="29419"/>
                  </a:lnTo>
                  <a:lnTo>
                    <a:pt x="24787" y="29006"/>
                  </a:lnTo>
                  <a:lnTo>
                    <a:pt x="25407" y="28564"/>
                  </a:lnTo>
                  <a:lnTo>
                    <a:pt x="25997" y="28091"/>
                  </a:lnTo>
                  <a:lnTo>
                    <a:pt x="26587" y="27590"/>
                  </a:lnTo>
                  <a:lnTo>
                    <a:pt x="27147" y="27059"/>
                  </a:lnTo>
                  <a:lnTo>
                    <a:pt x="27649" y="26528"/>
                  </a:lnTo>
                  <a:lnTo>
                    <a:pt x="28151" y="25937"/>
                  </a:lnTo>
                  <a:lnTo>
                    <a:pt x="28623" y="25347"/>
                  </a:lnTo>
                  <a:lnTo>
                    <a:pt x="29065" y="24728"/>
                  </a:lnTo>
                  <a:lnTo>
                    <a:pt x="29479" y="24078"/>
                  </a:lnTo>
                  <a:lnTo>
                    <a:pt x="29862" y="23400"/>
                  </a:lnTo>
                  <a:lnTo>
                    <a:pt x="30216" y="22721"/>
                  </a:lnTo>
                  <a:lnTo>
                    <a:pt x="30511" y="22013"/>
                  </a:lnTo>
                  <a:lnTo>
                    <a:pt x="30806" y="21275"/>
                  </a:lnTo>
                  <a:lnTo>
                    <a:pt x="31042" y="20538"/>
                  </a:lnTo>
                  <a:lnTo>
                    <a:pt x="31249" y="19800"/>
                  </a:lnTo>
                  <a:lnTo>
                    <a:pt x="31426" y="19033"/>
                  </a:lnTo>
                  <a:lnTo>
                    <a:pt x="31574" y="18236"/>
                  </a:lnTo>
                  <a:lnTo>
                    <a:pt x="31662" y="17439"/>
                  </a:lnTo>
                  <a:lnTo>
                    <a:pt x="31721" y="16643"/>
                  </a:lnTo>
                  <a:lnTo>
                    <a:pt x="31751" y="15816"/>
                  </a:lnTo>
                  <a:lnTo>
                    <a:pt x="31721" y="15020"/>
                  </a:lnTo>
                  <a:lnTo>
                    <a:pt x="31662" y="14194"/>
                  </a:lnTo>
                  <a:lnTo>
                    <a:pt x="31574" y="13397"/>
                  </a:lnTo>
                  <a:lnTo>
                    <a:pt x="31426" y="12630"/>
                  </a:lnTo>
                  <a:lnTo>
                    <a:pt x="31249" y="11862"/>
                  </a:lnTo>
                  <a:lnTo>
                    <a:pt x="31013" y="11095"/>
                  </a:lnTo>
                  <a:lnTo>
                    <a:pt x="30777" y="10358"/>
                  </a:lnTo>
                  <a:lnTo>
                    <a:pt x="30482" y="9649"/>
                  </a:lnTo>
                  <a:lnTo>
                    <a:pt x="30157" y="8941"/>
                  </a:lnTo>
                  <a:lnTo>
                    <a:pt x="29803" y="8263"/>
                  </a:lnTo>
                  <a:lnTo>
                    <a:pt x="29420" y="7613"/>
                  </a:lnTo>
                  <a:lnTo>
                    <a:pt x="29006" y="6964"/>
                  </a:lnTo>
                  <a:lnTo>
                    <a:pt x="28564" y="6345"/>
                  </a:lnTo>
                  <a:lnTo>
                    <a:pt x="28092" y="5725"/>
                  </a:lnTo>
                  <a:lnTo>
                    <a:pt x="27590" y="5164"/>
                  </a:lnTo>
                  <a:lnTo>
                    <a:pt x="27059" y="4604"/>
                  </a:lnTo>
                  <a:lnTo>
                    <a:pt x="26528" y="4102"/>
                  </a:lnTo>
                  <a:lnTo>
                    <a:pt x="25938" y="3600"/>
                  </a:lnTo>
                  <a:lnTo>
                    <a:pt x="25347" y="3128"/>
                  </a:lnTo>
                  <a:lnTo>
                    <a:pt x="24728" y="2686"/>
                  </a:lnTo>
                  <a:lnTo>
                    <a:pt x="24079" y="2273"/>
                  </a:lnTo>
                  <a:lnTo>
                    <a:pt x="23400" y="1889"/>
                  </a:lnTo>
                  <a:lnTo>
                    <a:pt x="22721" y="1535"/>
                  </a:lnTo>
                  <a:lnTo>
                    <a:pt x="22013" y="1240"/>
                  </a:lnTo>
                  <a:lnTo>
                    <a:pt x="21305" y="945"/>
                  </a:lnTo>
                  <a:lnTo>
                    <a:pt x="20538" y="709"/>
                  </a:lnTo>
                  <a:lnTo>
                    <a:pt x="19800" y="473"/>
                  </a:lnTo>
                  <a:lnTo>
                    <a:pt x="19033" y="296"/>
                  </a:lnTo>
                  <a:lnTo>
                    <a:pt x="18236" y="178"/>
                  </a:lnTo>
                  <a:lnTo>
                    <a:pt x="17439" y="60"/>
                  </a:lnTo>
                  <a:lnTo>
                    <a:pt x="16643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68000" tIns="68000" rIns="68000" bIns="68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4"/>
            <p:cNvSpPr/>
            <p:nvPr/>
          </p:nvSpPr>
          <p:spPr>
            <a:xfrm flipH="1">
              <a:off x="2587308" y="2360074"/>
              <a:ext cx="1203700" cy="229120"/>
            </a:xfrm>
            <a:custGeom>
              <a:avLst/>
              <a:gdLst/>
              <a:ahLst/>
              <a:cxnLst/>
              <a:rect l="l" t="t" r="r" b="b"/>
              <a:pathLst>
                <a:path w="143554" h="27325" extrusionOk="0">
                  <a:moveTo>
                    <a:pt x="126676" y="1"/>
                  </a:moveTo>
                  <a:lnTo>
                    <a:pt x="26970" y="296"/>
                  </a:lnTo>
                  <a:lnTo>
                    <a:pt x="25996" y="296"/>
                  </a:lnTo>
                  <a:lnTo>
                    <a:pt x="25052" y="325"/>
                  </a:lnTo>
                  <a:lnTo>
                    <a:pt x="24580" y="384"/>
                  </a:lnTo>
                  <a:lnTo>
                    <a:pt x="24137" y="443"/>
                  </a:lnTo>
                  <a:lnTo>
                    <a:pt x="23695" y="503"/>
                  </a:lnTo>
                  <a:lnTo>
                    <a:pt x="23252" y="621"/>
                  </a:lnTo>
                  <a:lnTo>
                    <a:pt x="22809" y="768"/>
                  </a:lnTo>
                  <a:lnTo>
                    <a:pt x="22367" y="916"/>
                  </a:lnTo>
                  <a:lnTo>
                    <a:pt x="21924" y="1122"/>
                  </a:lnTo>
                  <a:lnTo>
                    <a:pt x="21482" y="1388"/>
                  </a:lnTo>
                  <a:lnTo>
                    <a:pt x="21039" y="1653"/>
                  </a:lnTo>
                  <a:lnTo>
                    <a:pt x="20596" y="2007"/>
                  </a:lnTo>
                  <a:lnTo>
                    <a:pt x="20154" y="2391"/>
                  </a:lnTo>
                  <a:lnTo>
                    <a:pt x="19682" y="2834"/>
                  </a:lnTo>
                  <a:lnTo>
                    <a:pt x="15816" y="6788"/>
                  </a:lnTo>
                  <a:lnTo>
                    <a:pt x="9590" y="13073"/>
                  </a:lnTo>
                  <a:lnTo>
                    <a:pt x="3630" y="19063"/>
                  </a:lnTo>
                  <a:lnTo>
                    <a:pt x="1564" y="21128"/>
                  </a:lnTo>
                  <a:lnTo>
                    <a:pt x="531" y="22102"/>
                  </a:lnTo>
                  <a:lnTo>
                    <a:pt x="354" y="22338"/>
                  </a:lnTo>
                  <a:lnTo>
                    <a:pt x="207" y="22603"/>
                  </a:lnTo>
                  <a:lnTo>
                    <a:pt x="89" y="22928"/>
                  </a:lnTo>
                  <a:lnTo>
                    <a:pt x="30" y="23312"/>
                  </a:lnTo>
                  <a:lnTo>
                    <a:pt x="0" y="23725"/>
                  </a:lnTo>
                  <a:lnTo>
                    <a:pt x="59" y="24167"/>
                  </a:lnTo>
                  <a:lnTo>
                    <a:pt x="148" y="24610"/>
                  </a:lnTo>
                  <a:lnTo>
                    <a:pt x="325" y="25082"/>
                  </a:lnTo>
                  <a:lnTo>
                    <a:pt x="413" y="25289"/>
                  </a:lnTo>
                  <a:lnTo>
                    <a:pt x="561" y="25525"/>
                  </a:lnTo>
                  <a:lnTo>
                    <a:pt x="708" y="25731"/>
                  </a:lnTo>
                  <a:lnTo>
                    <a:pt x="885" y="25938"/>
                  </a:lnTo>
                  <a:lnTo>
                    <a:pt x="1062" y="26115"/>
                  </a:lnTo>
                  <a:lnTo>
                    <a:pt x="1298" y="26321"/>
                  </a:lnTo>
                  <a:lnTo>
                    <a:pt x="1534" y="26498"/>
                  </a:lnTo>
                  <a:lnTo>
                    <a:pt x="1800" y="26646"/>
                  </a:lnTo>
                  <a:lnTo>
                    <a:pt x="2066" y="26794"/>
                  </a:lnTo>
                  <a:lnTo>
                    <a:pt x="2390" y="26941"/>
                  </a:lnTo>
                  <a:lnTo>
                    <a:pt x="2715" y="27059"/>
                  </a:lnTo>
                  <a:lnTo>
                    <a:pt x="3069" y="27148"/>
                  </a:lnTo>
                  <a:lnTo>
                    <a:pt x="3482" y="27236"/>
                  </a:lnTo>
                  <a:lnTo>
                    <a:pt x="3895" y="27266"/>
                  </a:lnTo>
                  <a:lnTo>
                    <a:pt x="4338" y="27325"/>
                  </a:lnTo>
                  <a:lnTo>
                    <a:pt x="4810" y="27325"/>
                  </a:lnTo>
                  <a:lnTo>
                    <a:pt x="139423" y="26941"/>
                  </a:lnTo>
                  <a:lnTo>
                    <a:pt x="140013" y="26912"/>
                  </a:lnTo>
                  <a:lnTo>
                    <a:pt x="140544" y="26853"/>
                  </a:lnTo>
                  <a:lnTo>
                    <a:pt x="141046" y="26764"/>
                  </a:lnTo>
                  <a:lnTo>
                    <a:pt x="141518" y="26646"/>
                  </a:lnTo>
                  <a:lnTo>
                    <a:pt x="141901" y="26528"/>
                  </a:lnTo>
                  <a:lnTo>
                    <a:pt x="142285" y="26351"/>
                  </a:lnTo>
                  <a:lnTo>
                    <a:pt x="142580" y="26144"/>
                  </a:lnTo>
                  <a:lnTo>
                    <a:pt x="142875" y="25908"/>
                  </a:lnTo>
                  <a:lnTo>
                    <a:pt x="143082" y="25643"/>
                  </a:lnTo>
                  <a:lnTo>
                    <a:pt x="143259" y="25377"/>
                  </a:lnTo>
                  <a:lnTo>
                    <a:pt x="143406" y="25082"/>
                  </a:lnTo>
                  <a:lnTo>
                    <a:pt x="143495" y="24757"/>
                  </a:lnTo>
                  <a:lnTo>
                    <a:pt x="143554" y="24403"/>
                  </a:lnTo>
                  <a:lnTo>
                    <a:pt x="143554" y="24049"/>
                  </a:lnTo>
                  <a:lnTo>
                    <a:pt x="143495" y="23666"/>
                  </a:lnTo>
                  <a:lnTo>
                    <a:pt x="143406" y="23253"/>
                  </a:lnTo>
                  <a:lnTo>
                    <a:pt x="143229" y="22692"/>
                  </a:lnTo>
                  <a:lnTo>
                    <a:pt x="142934" y="21836"/>
                  </a:lnTo>
                  <a:lnTo>
                    <a:pt x="141960" y="19476"/>
                  </a:lnTo>
                  <a:lnTo>
                    <a:pt x="140692" y="16495"/>
                  </a:lnTo>
                  <a:lnTo>
                    <a:pt x="139275" y="13220"/>
                  </a:lnTo>
                  <a:lnTo>
                    <a:pt x="137829" y="10004"/>
                  </a:lnTo>
                  <a:lnTo>
                    <a:pt x="136531" y="7171"/>
                  </a:lnTo>
                  <a:lnTo>
                    <a:pt x="135498" y="5076"/>
                  </a:lnTo>
                  <a:lnTo>
                    <a:pt x="135144" y="4368"/>
                  </a:lnTo>
                  <a:lnTo>
                    <a:pt x="134908" y="3984"/>
                  </a:lnTo>
                  <a:lnTo>
                    <a:pt x="134524" y="3512"/>
                  </a:lnTo>
                  <a:lnTo>
                    <a:pt x="134023" y="2893"/>
                  </a:lnTo>
                  <a:lnTo>
                    <a:pt x="133728" y="2568"/>
                  </a:lnTo>
                  <a:lnTo>
                    <a:pt x="133374" y="2243"/>
                  </a:lnTo>
                  <a:lnTo>
                    <a:pt x="132961" y="1889"/>
                  </a:lnTo>
                  <a:lnTo>
                    <a:pt x="132518" y="1565"/>
                  </a:lnTo>
                  <a:lnTo>
                    <a:pt x="132016" y="1240"/>
                  </a:lnTo>
                  <a:lnTo>
                    <a:pt x="131456" y="945"/>
                  </a:lnTo>
                  <a:lnTo>
                    <a:pt x="130807" y="680"/>
                  </a:lnTo>
                  <a:lnTo>
                    <a:pt x="130128" y="473"/>
                  </a:lnTo>
                  <a:lnTo>
                    <a:pt x="129390" y="266"/>
                  </a:lnTo>
                  <a:lnTo>
                    <a:pt x="128564" y="119"/>
                  </a:lnTo>
                  <a:lnTo>
                    <a:pt x="127649" y="30"/>
                  </a:lnTo>
                  <a:lnTo>
                    <a:pt x="126676" y="1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68000" tIns="68000" rIns="68000" bIns="68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4"/>
            <p:cNvSpPr/>
            <p:nvPr/>
          </p:nvSpPr>
          <p:spPr>
            <a:xfrm flipH="1">
              <a:off x="2413864" y="2359831"/>
              <a:ext cx="179632" cy="204124"/>
            </a:xfrm>
            <a:custGeom>
              <a:avLst/>
              <a:gdLst/>
              <a:ahLst/>
              <a:cxnLst/>
              <a:rect l="l" t="t" r="r" b="b"/>
              <a:pathLst>
                <a:path w="21423" h="24344" extrusionOk="0">
                  <a:moveTo>
                    <a:pt x="1977" y="0"/>
                  </a:moveTo>
                  <a:lnTo>
                    <a:pt x="1505" y="89"/>
                  </a:lnTo>
                  <a:lnTo>
                    <a:pt x="1033" y="207"/>
                  </a:lnTo>
                  <a:lnTo>
                    <a:pt x="826" y="295"/>
                  </a:lnTo>
                  <a:lnTo>
                    <a:pt x="620" y="384"/>
                  </a:lnTo>
                  <a:lnTo>
                    <a:pt x="443" y="532"/>
                  </a:lnTo>
                  <a:lnTo>
                    <a:pt x="295" y="650"/>
                  </a:lnTo>
                  <a:lnTo>
                    <a:pt x="177" y="827"/>
                  </a:lnTo>
                  <a:lnTo>
                    <a:pt x="89" y="1004"/>
                  </a:lnTo>
                  <a:lnTo>
                    <a:pt x="30" y="1210"/>
                  </a:lnTo>
                  <a:lnTo>
                    <a:pt x="0" y="1417"/>
                  </a:lnTo>
                  <a:lnTo>
                    <a:pt x="30" y="1682"/>
                  </a:lnTo>
                  <a:lnTo>
                    <a:pt x="89" y="1948"/>
                  </a:lnTo>
                  <a:lnTo>
                    <a:pt x="207" y="2243"/>
                  </a:lnTo>
                  <a:lnTo>
                    <a:pt x="384" y="2568"/>
                  </a:lnTo>
                  <a:lnTo>
                    <a:pt x="1269" y="4013"/>
                  </a:lnTo>
                  <a:lnTo>
                    <a:pt x="2833" y="6492"/>
                  </a:lnTo>
                  <a:lnTo>
                    <a:pt x="7111" y="13131"/>
                  </a:lnTo>
                  <a:lnTo>
                    <a:pt x="11301" y="19564"/>
                  </a:lnTo>
                  <a:lnTo>
                    <a:pt x="12777" y="21777"/>
                  </a:lnTo>
                  <a:lnTo>
                    <a:pt x="13485" y="22810"/>
                  </a:lnTo>
                  <a:lnTo>
                    <a:pt x="13633" y="22957"/>
                  </a:lnTo>
                  <a:lnTo>
                    <a:pt x="13810" y="23134"/>
                  </a:lnTo>
                  <a:lnTo>
                    <a:pt x="14016" y="23282"/>
                  </a:lnTo>
                  <a:lnTo>
                    <a:pt x="14282" y="23429"/>
                  </a:lnTo>
                  <a:lnTo>
                    <a:pt x="14577" y="23547"/>
                  </a:lnTo>
                  <a:lnTo>
                    <a:pt x="14901" y="23695"/>
                  </a:lnTo>
                  <a:lnTo>
                    <a:pt x="15285" y="23813"/>
                  </a:lnTo>
                  <a:lnTo>
                    <a:pt x="15728" y="23901"/>
                  </a:lnTo>
                  <a:lnTo>
                    <a:pt x="16229" y="24019"/>
                  </a:lnTo>
                  <a:lnTo>
                    <a:pt x="16760" y="24108"/>
                  </a:lnTo>
                  <a:lnTo>
                    <a:pt x="17380" y="24167"/>
                  </a:lnTo>
                  <a:lnTo>
                    <a:pt x="18059" y="24255"/>
                  </a:lnTo>
                  <a:lnTo>
                    <a:pt x="18796" y="24285"/>
                  </a:lnTo>
                  <a:lnTo>
                    <a:pt x="19593" y="24344"/>
                  </a:lnTo>
                  <a:lnTo>
                    <a:pt x="21422" y="24344"/>
                  </a:lnTo>
                  <a:lnTo>
                    <a:pt x="20272" y="22780"/>
                  </a:lnTo>
                  <a:lnTo>
                    <a:pt x="19003" y="21098"/>
                  </a:lnTo>
                  <a:lnTo>
                    <a:pt x="16259" y="17557"/>
                  </a:lnTo>
                  <a:lnTo>
                    <a:pt x="13396" y="13928"/>
                  </a:lnTo>
                  <a:lnTo>
                    <a:pt x="10534" y="10328"/>
                  </a:lnTo>
                  <a:lnTo>
                    <a:pt x="7790" y="6994"/>
                  </a:lnTo>
                  <a:lnTo>
                    <a:pt x="5370" y="4043"/>
                  </a:lnTo>
                  <a:lnTo>
                    <a:pt x="3364" y="1653"/>
                  </a:lnTo>
                  <a:lnTo>
                    <a:pt x="1977" y="0"/>
                  </a:lnTo>
                  <a:close/>
                </a:path>
              </a:pathLst>
            </a:custGeom>
            <a:solidFill>
              <a:srgbClr val="0036B0"/>
            </a:solidFill>
            <a:ln>
              <a:noFill/>
            </a:ln>
          </p:spPr>
          <p:txBody>
            <a:bodyPr spcFirstLastPara="1" wrap="square" lIns="68000" tIns="68000" rIns="68000" bIns="68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4"/>
            <p:cNvSpPr/>
            <p:nvPr/>
          </p:nvSpPr>
          <p:spPr>
            <a:xfrm flipH="1">
              <a:off x="3717765" y="2367747"/>
              <a:ext cx="297164" cy="212543"/>
            </a:xfrm>
            <a:custGeom>
              <a:avLst/>
              <a:gdLst/>
              <a:ahLst/>
              <a:cxnLst/>
              <a:rect l="l" t="t" r="r" b="b"/>
              <a:pathLst>
                <a:path w="35440" h="25348" extrusionOk="0">
                  <a:moveTo>
                    <a:pt x="34229" y="1"/>
                  </a:moveTo>
                  <a:lnTo>
                    <a:pt x="28121" y="30"/>
                  </a:lnTo>
                  <a:lnTo>
                    <a:pt x="27177" y="738"/>
                  </a:lnTo>
                  <a:lnTo>
                    <a:pt x="26292" y="1505"/>
                  </a:lnTo>
                  <a:lnTo>
                    <a:pt x="25377" y="2302"/>
                  </a:lnTo>
                  <a:lnTo>
                    <a:pt x="24492" y="3128"/>
                  </a:lnTo>
                  <a:lnTo>
                    <a:pt x="21394" y="6197"/>
                  </a:lnTo>
                  <a:lnTo>
                    <a:pt x="17912" y="9649"/>
                  </a:lnTo>
                  <a:lnTo>
                    <a:pt x="14253" y="13190"/>
                  </a:lnTo>
                  <a:lnTo>
                    <a:pt x="12423" y="14961"/>
                  </a:lnTo>
                  <a:lnTo>
                    <a:pt x="10594" y="16643"/>
                  </a:lnTo>
                  <a:lnTo>
                    <a:pt x="8824" y="18266"/>
                  </a:lnTo>
                  <a:lnTo>
                    <a:pt x="7142" y="19741"/>
                  </a:lnTo>
                  <a:lnTo>
                    <a:pt x="5578" y="21098"/>
                  </a:lnTo>
                  <a:lnTo>
                    <a:pt x="4102" y="22249"/>
                  </a:lnTo>
                  <a:lnTo>
                    <a:pt x="3424" y="22751"/>
                  </a:lnTo>
                  <a:lnTo>
                    <a:pt x="2804" y="23223"/>
                  </a:lnTo>
                  <a:lnTo>
                    <a:pt x="2214" y="23606"/>
                  </a:lnTo>
                  <a:lnTo>
                    <a:pt x="1653" y="23931"/>
                  </a:lnTo>
                  <a:lnTo>
                    <a:pt x="1152" y="24197"/>
                  </a:lnTo>
                  <a:lnTo>
                    <a:pt x="709" y="24403"/>
                  </a:lnTo>
                  <a:lnTo>
                    <a:pt x="325" y="24521"/>
                  </a:lnTo>
                  <a:lnTo>
                    <a:pt x="148" y="24551"/>
                  </a:lnTo>
                  <a:lnTo>
                    <a:pt x="1" y="24551"/>
                  </a:lnTo>
                  <a:lnTo>
                    <a:pt x="443" y="24875"/>
                  </a:lnTo>
                  <a:lnTo>
                    <a:pt x="857" y="25141"/>
                  </a:lnTo>
                  <a:lnTo>
                    <a:pt x="1063" y="25229"/>
                  </a:lnTo>
                  <a:lnTo>
                    <a:pt x="1240" y="25288"/>
                  </a:lnTo>
                  <a:lnTo>
                    <a:pt x="1417" y="25347"/>
                  </a:lnTo>
                  <a:lnTo>
                    <a:pt x="9679" y="25347"/>
                  </a:lnTo>
                  <a:lnTo>
                    <a:pt x="10004" y="25318"/>
                  </a:lnTo>
                  <a:lnTo>
                    <a:pt x="10358" y="25200"/>
                  </a:lnTo>
                  <a:lnTo>
                    <a:pt x="10771" y="25052"/>
                  </a:lnTo>
                  <a:lnTo>
                    <a:pt x="11243" y="24816"/>
                  </a:lnTo>
                  <a:lnTo>
                    <a:pt x="11745" y="24492"/>
                  </a:lnTo>
                  <a:lnTo>
                    <a:pt x="12305" y="24108"/>
                  </a:lnTo>
                  <a:lnTo>
                    <a:pt x="12896" y="23606"/>
                  </a:lnTo>
                  <a:lnTo>
                    <a:pt x="13545" y="23046"/>
                  </a:lnTo>
                  <a:lnTo>
                    <a:pt x="17263" y="19446"/>
                  </a:lnTo>
                  <a:lnTo>
                    <a:pt x="23813" y="13013"/>
                  </a:lnTo>
                  <a:lnTo>
                    <a:pt x="30335" y="6640"/>
                  </a:lnTo>
                  <a:lnTo>
                    <a:pt x="32695" y="4368"/>
                  </a:lnTo>
                  <a:lnTo>
                    <a:pt x="33934" y="3158"/>
                  </a:lnTo>
                  <a:lnTo>
                    <a:pt x="34200" y="2892"/>
                  </a:lnTo>
                  <a:lnTo>
                    <a:pt x="34466" y="2627"/>
                  </a:lnTo>
                  <a:lnTo>
                    <a:pt x="34702" y="2361"/>
                  </a:lnTo>
                  <a:lnTo>
                    <a:pt x="34908" y="2096"/>
                  </a:lnTo>
                  <a:lnTo>
                    <a:pt x="35085" y="1830"/>
                  </a:lnTo>
                  <a:lnTo>
                    <a:pt x="35233" y="1564"/>
                  </a:lnTo>
                  <a:lnTo>
                    <a:pt x="35321" y="1299"/>
                  </a:lnTo>
                  <a:lnTo>
                    <a:pt x="35410" y="1063"/>
                  </a:lnTo>
                  <a:lnTo>
                    <a:pt x="35439" y="827"/>
                  </a:lnTo>
                  <a:lnTo>
                    <a:pt x="35410" y="620"/>
                  </a:lnTo>
                  <a:lnTo>
                    <a:pt x="35351" y="443"/>
                  </a:lnTo>
                  <a:lnTo>
                    <a:pt x="35262" y="296"/>
                  </a:lnTo>
                  <a:lnTo>
                    <a:pt x="35085" y="178"/>
                  </a:lnTo>
                  <a:lnTo>
                    <a:pt x="34849" y="89"/>
                  </a:lnTo>
                  <a:lnTo>
                    <a:pt x="34584" y="30"/>
                  </a:lnTo>
                  <a:lnTo>
                    <a:pt x="34229" y="1"/>
                  </a:lnTo>
                  <a:close/>
                </a:path>
              </a:pathLst>
            </a:custGeom>
            <a:solidFill>
              <a:srgbClr val="0036B0"/>
            </a:solidFill>
            <a:ln>
              <a:noFill/>
            </a:ln>
          </p:spPr>
          <p:txBody>
            <a:bodyPr spcFirstLastPara="1" wrap="square" lIns="68000" tIns="68000" rIns="68000" bIns="68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4"/>
            <p:cNvSpPr/>
            <p:nvPr/>
          </p:nvSpPr>
          <p:spPr>
            <a:xfrm flipH="1">
              <a:off x="2774109" y="2360326"/>
              <a:ext cx="83884" cy="226395"/>
            </a:xfrm>
            <a:custGeom>
              <a:avLst/>
              <a:gdLst/>
              <a:ahLst/>
              <a:cxnLst/>
              <a:rect l="l" t="t" r="r" b="b"/>
              <a:pathLst>
                <a:path w="10004" h="27000" extrusionOk="0">
                  <a:moveTo>
                    <a:pt x="6905" y="0"/>
                  </a:moveTo>
                  <a:lnTo>
                    <a:pt x="1" y="30"/>
                  </a:lnTo>
                  <a:lnTo>
                    <a:pt x="60" y="27000"/>
                  </a:lnTo>
                  <a:lnTo>
                    <a:pt x="10004" y="26970"/>
                  </a:lnTo>
                  <a:lnTo>
                    <a:pt x="6905" y="0"/>
                  </a:lnTo>
                  <a:close/>
                </a:path>
              </a:pathLst>
            </a:custGeom>
            <a:solidFill>
              <a:srgbClr val="FDB813"/>
            </a:solidFill>
            <a:ln>
              <a:noFill/>
            </a:ln>
          </p:spPr>
          <p:txBody>
            <a:bodyPr spcFirstLastPara="1" wrap="square" lIns="68000" tIns="68000" rIns="68000" bIns="68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4"/>
            <p:cNvSpPr/>
            <p:nvPr/>
          </p:nvSpPr>
          <p:spPr>
            <a:xfrm flipH="1">
              <a:off x="4388272" y="2700279"/>
              <a:ext cx="202154" cy="130152"/>
            </a:xfrm>
            <a:custGeom>
              <a:avLst/>
              <a:gdLst/>
              <a:ahLst/>
              <a:cxnLst/>
              <a:rect l="l" t="t" r="r" b="b"/>
              <a:pathLst>
                <a:path w="24109" h="15522" extrusionOk="0">
                  <a:moveTo>
                    <a:pt x="10446" y="0"/>
                  </a:moveTo>
                  <a:lnTo>
                    <a:pt x="8823" y="1328"/>
                  </a:lnTo>
                  <a:lnTo>
                    <a:pt x="7407" y="2568"/>
                  </a:lnTo>
                  <a:lnTo>
                    <a:pt x="6168" y="3718"/>
                  </a:lnTo>
                  <a:lnTo>
                    <a:pt x="5636" y="4249"/>
                  </a:lnTo>
                  <a:lnTo>
                    <a:pt x="5135" y="4751"/>
                  </a:lnTo>
                  <a:lnTo>
                    <a:pt x="4515" y="5459"/>
                  </a:lnTo>
                  <a:lnTo>
                    <a:pt x="4515" y="5489"/>
                  </a:lnTo>
                  <a:lnTo>
                    <a:pt x="3955" y="6138"/>
                  </a:lnTo>
                  <a:lnTo>
                    <a:pt x="3689" y="6463"/>
                  </a:lnTo>
                  <a:lnTo>
                    <a:pt x="3246" y="7112"/>
                  </a:lnTo>
                  <a:lnTo>
                    <a:pt x="2863" y="7702"/>
                  </a:lnTo>
                  <a:lnTo>
                    <a:pt x="2538" y="8292"/>
                  </a:lnTo>
                  <a:lnTo>
                    <a:pt x="2243" y="8853"/>
                  </a:lnTo>
                  <a:lnTo>
                    <a:pt x="2096" y="9236"/>
                  </a:lnTo>
                  <a:lnTo>
                    <a:pt x="2066" y="9295"/>
                  </a:lnTo>
                  <a:lnTo>
                    <a:pt x="1978" y="9561"/>
                  </a:lnTo>
                  <a:lnTo>
                    <a:pt x="1830" y="10033"/>
                  </a:lnTo>
                  <a:lnTo>
                    <a:pt x="1771" y="10269"/>
                  </a:lnTo>
                  <a:lnTo>
                    <a:pt x="1712" y="10505"/>
                  </a:lnTo>
                  <a:lnTo>
                    <a:pt x="1594" y="10948"/>
                  </a:lnTo>
                  <a:lnTo>
                    <a:pt x="1564" y="11154"/>
                  </a:lnTo>
                  <a:lnTo>
                    <a:pt x="1535" y="11361"/>
                  </a:lnTo>
                  <a:lnTo>
                    <a:pt x="1505" y="11538"/>
                  </a:lnTo>
                  <a:lnTo>
                    <a:pt x="1476" y="11951"/>
                  </a:lnTo>
                  <a:lnTo>
                    <a:pt x="1446" y="12098"/>
                  </a:lnTo>
                  <a:lnTo>
                    <a:pt x="1417" y="12423"/>
                  </a:lnTo>
                  <a:lnTo>
                    <a:pt x="1387" y="12689"/>
                  </a:lnTo>
                  <a:lnTo>
                    <a:pt x="1358" y="12984"/>
                  </a:lnTo>
                  <a:lnTo>
                    <a:pt x="1299" y="13338"/>
                  </a:lnTo>
                  <a:lnTo>
                    <a:pt x="1181" y="13662"/>
                  </a:lnTo>
                  <a:lnTo>
                    <a:pt x="1063" y="13987"/>
                  </a:lnTo>
                  <a:lnTo>
                    <a:pt x="886" y="14311"/>
                  </a:lnTo>
                  <a:lnTo>
                    <a:pt x="709" y="14636"/>
                  </a:lnTo>
                  <a:lnTo>
                    <a:pt x="502" y="14931"/>
                  </a:lnTo>
                  <a:lnTo>
                    <a:pt x="266" y="15226"/>
                  </a:lnTo>
                  <a:lnTo>
                    <a:pt x="1" y="15521"/>
                  </a:lnTo>
                  <a:lnTo>
                    <a:pt x="1" y="15521"/>
                  </a:lnTo>
                  <a:lnTo>
                    <a:pt x="16407" y="15492"/>
                  </a:lnTo>
                  <a:lnTo>
                    <a:pt x="16790" y="15462"/>
                  </a:lnTo>
                  <a:lnTo>
                    <a:pt x="17174" y="15433"/>
                  </a:lnTo>
                  <a:lnTo>
                    <a:pt x="17557" y="15403"/>
                  </a:lnTo>
                  <a:lnTo>
                    <a:pt x="17941" y="15315"/>
                  </a:lnTo>
                  <a:lnTo>
                    <a:pt x="18325" y="15226"/>
                  </a:lnTo>
                  <a:lnTo>
                    <a:pt x="18679" y="15138"/>
                  </a:lnTo>
                  <a:lnTo>
                    <a:pt x="19062" y="14990"/>
                  </a:lnTo>
                  <a:lnTo>
                    <a:pt x="19387" y="14872"/>
                  </a:lnTo>
                  <a:lnTo>
                    <a:pt x="19741" y="14695"/>
                  </a:lnTo>
                  <a:lnTo>
                    <a:pt x="20066" y="14518"/>
                  </a:lnTo>
                  <a:lnTo>
                    <a:pt x="20390" y="14341"/>
                  </a:lnTo>
                  <a:lnTo>
                    <a:pt x="20715" y="14134"/>
                  </a:lnTo>
                  <a:lnTo>
                    <a:pt x="21010" y="13928"/>
                  </a:lnTo>
                  <a:lnTo>
                    <a:pt x="21305" y="13692"/>
                  </a:lnTo>
                  <a:lnTo>
                    <a:pt x="21866" y="13190"/>
                  </a:lnTo>
                  <a:lnTo>
                    <a:pt x="22367" y="12630"/>
                  </a:lnTo>
                  <a:lnTo>
                    <a:pt x="22574" y="12334"/>
                  </a:lnTo>
                  <a:lnTo>
                    <a:pt x="22810" y="12039"/>
                  </a:lnTo>
                  <a:lnTo>
                    <a:pt x="23016" y="11715"/>
                  </a:lnTo>
                  <a:lnTo>
                    <a:pt x="23193" y="11390"/>
                  </a:lnTo>
                  <a:lnTo>
                    <a:pt x="23370" y="11066"/>
                  </a:lnTo>
                  <a:lnTo>
                    <a:pt x="23518" y="10712"/>
                  </a:lnTo>
                  <a:lnTo>
                    <a:pt x="23666" y="10357"/>
                  </a:lnTo>
                  <a:lnTo>
                    <a:pt x="23784" y="10003"/>
                  </a:lnTo>
                  <a:lnTo>
                    <a:pt x="23872" y="9649"/>
                  </a:lnTo>
                  <a:lnTo>
                    <a:pt x="23961" y="9266"/>
                  </a:lnTo>
                  <a:lnTo>
                    <a:pt x="24049" y="8882"/>
                  </a:lnTo>
                  <a:lnTo>
                    <a:pt x="24079" y="8499"/>
                  </a:lnTo>
                  <a:lnTo>
                    <a:pt x="24108" y="8115"/>
                  </a:lnTo>
                  <a:lnTo>
                    <a:pt x="24108" y="7702"/>
                  </a:lnTo>
                  <a:lnTo>
                    <a:pt x="24108" y="7318"/>
                  </a:lnTo>
                  <a:lnTo>
                    <a:pt x="24079" y="6935"/>
                  </a:lnTo>
                  <a:lnTo>
                    <a:pt x="24020" y="6522"/>
                  </a:lnTo>
                  <a:lnTo>
                    <a:pt x="23961" y="6167"/>
                  </a:lnTo>
                  <a:lnTo>
                    <a:pt x="23872" y="5784"/>
                  </a:lnTo>
                  <a:lnTo>
                    <a:pt x="23754" y="5430"/>
                  </a:lnTo>
                  <a:lnTo>
                    <a:pt x="23636" y="5046"/>
                  </a:lnTo>
                  <a:lnTo>
                    <a:pt x="23488" y="4722"/>
                  </a:lnTo>
                  <a:lnTo>
                    <a:pt x="23252" y="4190"/>
                  </a:lnTo>
                  <a:lnTo>
                    <a:pt x="22987" y="3718"/>
                  </a:lnTo>
                  <a:lnTo>
                    <a:pt x="22662" y="3246"/>
                  </a:lnTo>
                  <a:lnTo>
                    <a:pt x="22338" y="2804"/>
                  </a:lnTo>
                  <a:lnTo>
                    <a:pt x="21954" y="2390"/>
                  </a:lnTo>
                  <a:lnTo>
                    <a:pt x="21571" y="1977"/>
                  </a:lnTo>
                  <a:lnTo>
                    <a:pt x="21128" y="1623"/>
                  </a:lnTo>
                  <a:lnTo>
                    <a:pt x="20685" y="1299"/>
                  </a:lnTo>
                  <a:lnTo>
                    <a:pt x="20213" y="1004"/>
                  </a:lnTo>
                  <a:lnTo>
                    <a:pt x="19712" y="738"/>
                  </a:lnTo>
                  <a:lnTo>
                    <a:pt x="19180" y="532"/>
                  </a:lnTo>
                  <a:lnTo>
                    <a:pt x="18649" y="325"/>
                  </a:lnTo>
                  <a:lnTo>
                    <a:pt x="18089" y="177"/>
                  </a:lnTo>
                  <a:lnTo>
                    <a:pt x="17528" y="59"/>
                  </a:lnTo>
                  <a:lnTo>
                    <a:pt x="169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000" tIns="68000" rIns="68000" bIns="68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4"/>
            <p:cNvSpPr/>
            <p:nvPr/>
          </p:nvSpPr>
          <p:spPr>
            <a:xfrm flipH="1">
              <a:off x="2379478" y="2639664"/>
              <a:ext cx="61118" cy="142520"/>
            </a:xfrm>
            <a:custGeom>
              <a:avLst/>
              <a:gdLst/>
              <a:ahLst/>
              <a:cxnLst/>
              <a:rect l="l" t="t" r="r" b="b"/>
              <a:pathLst>
                <a:path w="7289" h="16997" extrusionOk="0">
                  <a:moveTo>
                    <a:pt x="1860" y="0"/>
                  </a:moveTo>
                  <a:lnTo>
                    <a:pt x="1653" y="30"/>
                  </a:lnTo>
                  <a:lnTo>
                    <a:pt x="1447" y="89"/>
                  </a:lnTo>
                  <a:lnTo>
                    <a:pt x="1270" y="177"/>
                  </a:lnTo>
                  <a:lnTo>
                    <a:pt x="1063" y="236"/>
                  </a:lnTo>
                  <a:lnTo>
                    <a:pt x="915" y="354"/>
                  </a:lnTo>
                  <a:lnTo>
                    <a:pt x="738" y="472"/>
                  </a:lnTo>
                  <a:lnTo>
                    <a:pt x="591" y="620"/>
                  </a:lnTo>
                  <a:lnTo>
                    <a:pt x="473" y="738"/>
                  </a:lnTo>
                  <a:lnTo>
                    <a:pt x="355" y="915"/>
                  </a:lnTo>
                  <a:lnTo>
                    <a:pt x="237" y="1092"/>
                  </a:lnTo>
                  <a:lnTo>
                    <a:pt x="148" y="1269"/>
                  </a:lnTo>
                  <a:lnTo>
                    <a:pt x="89" y="1446"/>
                  </a:lnTo>
                  <a:lnTo>
                    <a:pt x="30" y="1653"/>
                  </a:lnTo>
                  <a:lnTo>
                    <a:pt x="1" y="1859"/>
                  </a:lnTo>
                  <a:lnTo>
                    <a:pt x="1" y="2066"/>
                  </a:lnTo>
                  <a:lnTo>
                    <a:pt x="1" y="14960"/>
                  </a:lnTo>
                  <a:lnTo>
                    <a:pt x="1" y="15167"/>
                  </a:lnTo>
                  <a:lnTo>
                    <a:pt x="30" y="15373"/>
                  </a:lnTo>
                  <a:lnTo>
                    <a:pt x="89" y="15550"/>
                  </a:lnTo>
                  <a:lnTo>
                    <a:pt x="148" y="15757"/>
                  </a:lnTo>
                  <a:lnTo>
                    <a:pt x="237" y="15934"/>
                  </a:lnTo>
                  <a:lnTo>
                    <a:pt x="355" y="16111"/>
                  </a:lnTo>
                  <a:lnTo>
                    <a:pt x="473" y="16259"/>
                  </a:lnTo>
                  <a:lnTo>
                    <a:pt x="591" y="16406"/>
                  </a:lnTo>
                  <a:lnTo>
                    <a:pt x="738" y="16524"/>
                  </a:lnTo>
                  <a:lnTo>
                    <a:pt x="915" y="16642"/>
                  </a:lnTo>
                  <a:lnTo>
                    <a:pt x="1063" y="16760"/>
                  </a:lnTo>
                  <a:lnTo>
                    <a:pt x="1270" y="16849"/>
                  </a:lnTo>
                  <a:lnTo>
                    <a:pt x="1447" y="16908"/>
                  </a:lnTo>
                  <a:lnTo>
                    <a:pt x="1653" y="16967"/>
                  </a:lnTo>
                  <a:lnTo>
                    <a:pt x="1860" y="16996"/>
                  </a:lnTo>
                  <a:lnTo>
                    <a:pt x="7289" y="16996"/>
                  </a:lnTo>
                  <a:lnTo>
                    <a:pt x="7289" y="16937"/>
                  </a:lnTo>
                  <a:lnTo>
                    <a:pt x="7289" y="0"/>
                  </a:lnTo>
                  <a:close/>
                </a:path>
              </a:pathLst>
            </a:custGeom>
            <a:solidFill>
              <a:srgbClr val="BC8B19"/>
            </a:solidFill>
            <a:ln>
              <a:noFill/>
            </a:ln>
          </p:spPr>
          <p:txBody>
            <a:bodyPr spcFirstLastPara="1" wrap="square" lIns="68000" tIns="68000" rIns="68000" bIns="68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4"/>
            <p:cNvSpPr/>
            <p:nvPr/>
          </p:nvSpPr>
          <p:spPr>
            <a:xfrm flipH="1">
              <a:off x="2379478" y="2737139"/>
              <a:ext cx="61118" cy="45044"/>
            </a:xfrm>
            <a:custGeom>
              <a:avLst/>
              <a:gdLst/>
              <a:ahLst/>
              <a:cxnLst/>
              <a:rect l="l" t="t" r="r" b="b"/>
              <a:pathLst>
                <a:path w="7289" h="5372" extrusionOk="0">
                  <a:moveTo>
                    <a:pt x="1" y="1"/>
                  </a:moveTo>
                  <a:lnTo>
                    <a:pt x="1" y="3335"/>
                  </a:lnTo>
                  <a:lnTo>
                    <a:pt x="1" y="3542"/>
                  </a:lnTo>
                  <a:lnTo>
                    <a:pt x="30" y="3748"/>
                  </a:lnTo>
                  <a:lnTo>
                    <a:pt x="89" y="3925"/>
                  </a:lnTo>
                  <a:lnTo>
                    <a:pt x="148" y="4132"/>
                  </a:lnTo>
                  <a:lnTo>
                    <a:pt x="237" y="4309"/>
                  </a:lnTo>
                  <a:lnTo>
                    <a:pt x="355" y="4486"/>
                  </a:lnTo>
                  <a:lnTo>
                    <a:pt x="473" y="4634"/>
                  </a:lnTo>
                  <a:lnTo>
                    <a:pt x="591" y="4781"/>
                  </a:lnTo>
                  <a:lnTo>
                    <a:pt x="738" y="4899"/>
                  </a:lnTo>
                  <a:lnTo>
                    <a:pt x="915" y="5017"/>
                  </a:lnTo>
                  <a:lnTo>
                    <a:pt x="1063" y="5135"/>
                  </a:lnTo>
                  <a:lnTo>
                    <a:pt x="1270" y="5224"/>
                  </a:lnTo>
                  <a:lnTo>
                    <a:pt x="1447" y="5283"/>
                  </a:lnTo>
                  <a:lnTo>
                    <a:pt x="1653" y="5342"/>
                  </a:lnTo>
                  <a:lnTo>
                    <a:pt x="1860" y="5371"/>
                  </a:lnTo>
                  <a:lnTo>
                    <a:pt x="7289" y="5371"/>
                  </a:lnTo>
                  <a:lnTo>
                    <a:pt x="7289" y="5312"/>
                  </a:lnTo>
                  <a:lnTo>
                    <a:pt x="7289" y="1"/>
                  </a:lnTo>
                  <a:close/>
                </a:path>
              </a:pathLst>
            </a:custGeom>
            <a:solidFill>
              <a:srgbClr val="BC8B19"/>
            </a:solidFill>
            <a:ln>
              <a:noFill/>
            </a:ln>
          </p:spPr>
          <p:txBody>
            <a:bodyPr spcFirstLastPara="1" wrap="square" lIns="68000" tIns="68000" rIns="68000" bIns="68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4"/>
            <p:cNvSpPr/>
            <p:nvPr/>
          </p:nvSpPr>
          <p:spPr>
            <a:xfrm flipH="1">
              <a:off x="3348616" y="2676776"/>
              <a:ext cx="137573" cy="38605"/>
            </a:xfrm>
            <a:custGeom>
              <a:avLst/>
              <a:gdLst/>
              <a:ahLst/>
              <a:cxnLst/>
              <a:rect l="l" t="t" r="r" b="b"/>
              <a:pathLst>
                <a:path w="16407" h="4604" extrusionOk="0">
                  <a:moveTo>
                    <a:pt x="2095" y="0"/>
                  </a:moveTo>
                  <a:lnTo>
                    <a:pt x="1859" y="30"/>
                  </a:lnTo>
                  <a:lnTo>
                    <a:pt x="1623" y="89"/>
                  </a:lnTo>
                  <a:lnTo>
                    <a:pt x="1417" y="177"/>
                  </a:lnTo>
                  <a:lnTo>
                    <a:pt x="1210" y="266"/>
                  </a:lnTo>
                  <a:lnTo>
                    <a:pt x="1033" y="384"/>
                  </a:lnTo>
                  <a:lnTo>
                    <a:pt x="856" y="531"/>
                  </a:lnTo>
                  <a:lnTo>
                    <a:pt x="679" y="679"/>
                  </a:lnTo>
                  <a:lnTo>
                    <a:pt x="531" y="826"/>
                  </a:lnTo>
                  <a:lnTo>
                    <a:pt x="413" y="1003"/>
                  </a:lnTo>
                  <a:lnTo>
                    <a:pt x="295" y="1210"/>
                  </a:lnTo>
                  <a:lnTo>
                    <a:pt x="177" y="1417"/>
                  </a:lnTo>
                  <a:lnTo>
                    <a:pt x="118" y="1623"/>
                  </a:lnTo>
                  <a:lnTo>
                    <a:pt x="59" y="1830"/>
                  </a:lnTo>
                  <a:lnTo>
                    <a:pt x="30" y="2066"/>
                  </a:lnTo>
                  <a:lnTo>
                    <a:pt x="0" y="2302"/>
                  </a:lnTo>
                  <a:lnTo>
                    <a:pt x="30" y="2538"/>
                  </a:lnTo>
                  <a:lnTo>
                    <a:pt x="59" y="2774"/>
                  </a:lnTo>
                  <a:lnTo>
                    <a:pt x="118" y="2980"/>
                  </a:lnTo>
                  <a:lnTo>
                    <a:pt x="177" y="3187"/>
                  </a:lnTo>
                  <a:lnTo>
                    <a:pt x="295" y="3394"/>
                  </a:lnTo>
                  <a:lnTo>
                    <a:pt x="413" y="3600"/>
                  </a:lnTo>
                  <a:lnTo>
                    <a:pt x="531" y="3777"/>
                  </a:lnTo>
                  <a:lnTo>
                    <a:pt x="679" y="3925"/>
                  </a:lnTo>
                  <a:lnTo>
                    <a:pt x="856" y="4072"/>
                  </a:lnTo>
                  <a:lnTo>
                    <a:pt x="1033" y="4220"/>
                  </a:lnTo>
                  <a:lnTo>
                    <a:pt x="1210" y="4338"/>
                  </a:lnTo>
                  <a:lnTo>
                    <a:pt x="1417" y="4426"/>
                  </a:lnTo>
                  <a:lnTo>
                    <a:pt x="1623" y="4515"/>
                  </a:lnTo>
                  <a:lnTo>
                    <a:pt x="1859" y="4574"/>
                  </a:lnTo>
                  <a:lnTo>
                    <a:pt x="2095" y="4603"/>
                  </a:lnTo>
                  <a:lnTo>
                    <a:pt x="14311" y="4603"/>
                  </a:lnTo>
                  <a:lnTo>
                    <a:pt x="14547" y="4574"/>
                  </a:lnTo>
                  <a:lnTo>
                    <a:pt x="14783" y="4515"/>
                  </a:lnTo>
                  <a:lnTo>
                    <a:pt x="14990" y="4426"/>
                  </a:lnTo>
                  <a:lnTo>
                    <a:pt x="15197" y="4338"/>
                  </a:lnTo>
                  <a:lnTo>
                    <a:pt x="15374" y="4220"/>
                  </a:lnTo>
                  <a:lnTo>
                    <a:pt x="15551" y="4072"/>
                  </a:lnTo>
                  <a:lnTo>
                    <a:pt x="15728" y="3925"/>
                  </a:lnTo>
                  <a:lnTo>
                    <a:pt x="15875" y="3777"/>
                  </a:lnTo>
                  <a:lnTo>
                    <a:pt x="15993" y="3600"/>
                  </a:lnTo>
                  <a:lnTo>
                    <a:pt x="16111" y="3394"/>
                  </a:lnTo>
                  <a:lnTo>
                    <a:pt x="16200" y="3187"/>
                  </a:lnTo>
                  <a:lnTo>
                    <a:pt x="16288" y="2980"/>
                  </a:lnTo>
                  <a:lnTo>
                    <a:pt x="16347" y="2774"/>
                  </a:lnTo>
                  <a:lnTo>
                    <a:pt x="16377" y="2538"/>
                  </a:lnTo>
                  <a:lnTo>
                    <a:pt x="16406" y="2302"/>
                  </a:lnTo>
                  <a:lnTo>
                    <a:pt x="16377" y="2066"/>
                  </a:lnTo>
                  <a:lnTo>
                    <a:pt x="16347" y="1830"/>
                  </a:lnTo>
                  <a:lnTo>
                    <a:pt x="16288" y="1623"/>
                  </a:lnTo>
                  <a:lnTo>
                    <a:pt x="16200" y="1417"/>
                  </a:lnTo>
                  <a:lnTo>
                    <a:pt x="16111" y="1210"/>
                  </a:lnTo>
                  <a:lnTo>
                    <a:pt x="15993" y="1003"/>
                  </a:lnTo>
                  <a:lnTo>
                    <a:pt x="15875" y="826"/>
                  </a:lnTo>
                  <a:lnTo>
                    <a:pt x="15728" y="679"/>
                  </a:lnTo>
                  <a:lnTo>
                    <a:pt x="15551" y="531"/>
                  </a:lnTo>
                  <a:lnTo>
                    <a:pt x="15374" y="384"/>
                  </a:lnTo>
                  <a:lnTo>
                    <a:pt x="15197" y="266"/>
                  </a:lnTo>
                  <a:lnTo>
                    <a:pt x="14990" y="177"/>
                  </a:lnTo>
                  <a:lnTo>
                    <a:pt x="14783" y="89"/>
                  </a:lnTo>
                  <a:lnTo>
                    <a:pt x="14547" y="30"/>
                  </a:lnTo>
                  <a:lnTo>
                    <a:pt x="1431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68000" tIns="68000" rIns="68000" bIns="68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4"/>
            <p:cNvSpPr/>
            <p:nvPr/>
          </p:nvSpPr>
          <p:spPr>
            <a:xfrm flipH="1">
              <a:off x="2908211" y="2680239"/>
              <a:ext cx="137321" cy="38848"/>
            </a:xfrm>
            <a:custGeom>
              <a:avLst/>
              <a:gdLst/>
              <a:ahLst/>
              <a:cxnLst/>
              <a:rect l="l" t="t" r="r" b="b"/>
              <a:pathLst>
                <a:path w="16377" h="4633" extrusionOk="0">
                  <a:moveTo>
                    <a:pt x="2066" y="0"/>
                  </a:moveTo>
                  <a:lnTo>
                    <a:pt x="1829" y="59"/>
                  </a:lnTo>
                  <a:lnTo>
                    <a:pt x="1623" y="118"/>
                  </a:lnTo>
                  <a:lnTo>
                    <a:pt x="1387" y="177"/>
                  </a:lnTo>
                  <a:lnTo>
                    <a:pt x="1210" y="266"/>
                  </a:lnTo>
                  <a:lnTo>
                    <a:pt x="1003" y="384"/>
                  </a:lnTo>
                  <a:lnTo>
                    <a:pt x="826" y="531"/>
                  </a:lnTo>
                  <a:lnTo>
                    <a:pt x="679" y="679"/>
                  </a:lnTo>
                  <a:lnTo>
                    <a:pt x="531" y="856"/>
                  </a:lnTo>
                  <a:lnTo>
                    <a:pt x="384" y="1033"/>
                  </a:lnTo>
                  <a:lnTo>
                    <a:pt x="266" y="1210"/>
                  </a:lnTo>
                  <a:lnTo>
                    <a:pt x="177" y="1417"/>
                  </a:lnTo>
                  <a:lnTo>
                    <a:pt x="89" y="1623"/>
                  </a:lnTo>
                  <a:lnTo>
                    <a:pt x="30" y="1859"/>
                  </a:lnTo>
                  <a:lnTo>
                    <a:pt x="0" y="2066"/>
                  </a:lnTo>
                  <a:lnTo>
                    <a:pt x="0" y="2302"/>
                  </a:lnTo>
                  <a:lnTo>
                    <a:pt x="0" y="2538"/>
                  </a:lnTo>
                  <a:lnTo>
                    <a:pt x="30" y="2774"/>
                  </a:lnTo>
                  <a:lnTo>
                    <a:pt x="89" y="3010"/>
                  </a:lnTo>
                  <a:lnTo>
                    <a:pt x="177" y="3217"/>
                  </a:lnTo>
                  <a:lnTo>
                    <a:pt x="266" y="3423"/>
                  </a:lnTo>
                  <a:lnTo>
                    <a:pt x="384" y="3600"/>
                  </a:lnTo>
                  <a:lnTo>
                    <a:pt x="531" y="3777"/>
                  </a:lnTo>
                  <a:lnTo>
                    <a:pt x="679" y="3954"/>
                  </a:lnTo>
                  <a:lnTo>
                    <a:pt x="826" y="4102"/>
                  </a:lnTo>
                  <a:lnTo>
                    <a:pt x="1003" y="4220"/>
                  </a:lnTo>
                  <a:lnTo>
                    <a:pt x="1210" y="4338"/>
                  </a:lnTo>
                  <a:lnTo>
                    <a:pt x="1387" y="4426"/>
                  </a:lnTo>
                  <a:lnTo>
                    <a:pt x="1623" y="4515"/>
                  </a:lnTo>
                  <a:lnTo>
                    <a:pt x="1829" y="4574"/>
                  </a:lnTo>
                  <a:lnTo>
                    <a:pt x="2066" y="4603"/>
                  </a:lnTo>
                  <a:lnTo>
                    <a:pt x="2302" y="4633"/>
                  </a:lnTo>
                  <a:lnTo>
                    <a:pt x="14075" y="4633"/>
                  </a:lnTo>
                  <a:lnTo>
                    <a:pt x="14311" y="4603"/>
                  </a:lnTo>
                  <a:lnTo>
                    <a:pt x="14518" y="4574"/>
                  </a:lnTo>
                  <a:lnTo>
                    <a:pt x="14754" y="4515"/>
                  </a:lnTo>
                  <a:lnTo>
                    <a:pt x="14960" y="4426"/>
                  </a:lnTo>
                  <a:lnTo>
                    <a:pt x="15167" y="4338"/>
                  </a:lnTo>
                  <a:lnTo>
                    <a:pt x="15344" y="4220"/>
                  </a:lnTo>
                  <a:lnTo>
                    <a:pt x="15521" y="4102"/>
                  </a:lnTo>
                  <a:lnTo>
                    <a:pt x="15698" y="3954"/>
                  </a:lnTo>
                  <a:lnTo>
                    <a:pt x="15845" y="3777"/>
                  </a:lnTo>
                  <a:lnTo>
                    <a:pt x="15993" y="3600"/>
                  </a:lnTo>
                  <a:lnTo>
                    <a:pt x="16111" y="3423"/>
                  </a:lnTo>
                  <a:lnTo>
                    <a:pt x="16200" y="3217"/>
                  </a:lnTo>
                  <a:lnTo>
                    <a:pt x="16259" y="3010"/>
                  </a:lnTo>
                  <a:lnTo>
                    <a:pt x="16318" y="2774"/>
                  </a:lnTo>
                  <a:lnTo>
                    <a:pt x="16377" y="2538"/>
                  </a:lnTo>
                  <a:lnTo>
                    <a:pt x="16377" y="2302"/>
                  </a:lnTo>
                  <a:lnTo>
                    <a:pt x="16377" y="2066"/>
                  </a:lnTo>
                  <a:lnTo>
                    <a:pt x="16318" y="1859"/>
                  </a:lnTo>
                  <a:lnTo>
                    <a:pt x="16259" y="1623"/>
                  </a:lnTo>
                  <a:lnTo>
                    <a:pt x="16200" y="1417"/>
                  </a:lnTo>
                  <a:lnTo>
                    <a:pt x="16111" y="1210"/>
                  </a:lnTo>
                  <a:lnTo>
                    <a:pt x="15993" y="1033"/>
                  </a:lnTo>
                  <a:lnTo>
                    <a:pt x="15845" y="856"/>
                  </a:lnTo>
                  <a:lnTo>
                    <a:pt x="15698" y="679"/>
                  </a:lnTo>
                  <a:lnTo>
                    <a:pt x="15521" y="531"/>
                  </a:lnTo>
                  <a:lnTo>
                    <a:pt x="15344" y="384"/>
                  </a:lnTo>
                  <a:lnTo>
                    <a:pt x="15167" y="266"/>
                  </a:lnTo>
                  <a:lnTo>
                    <a:pt x="14960" y="177"/>
                  </a:lnTo>
                  <a:lnTo>
                    <a:pt x="14754" y="118"/>
                  </a:lnTo>
                  <a:lnTo>
                    <a:pt x="14518" y="59"/>
                  </a:lnTo>
                  <a:lnTo>
                    <a:pt x="1431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68000" tIns="68000" rIns="68000" bIns="68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4"/>
            <p:cNvSpPr/>
            <p:nvPr/>
          </p:nvSpPr>
          <p:spPr>
            <a:xfrm flipH="1">
              <a:off x="3660613" y="2780691"/>
              <a:ext cx="56423" cy="56414"/>
            </a:xfrm>
            <a:custGeom>
              <a:avLst/>
              <a:gdLst/>
              <a:ahLst/>
              <a:cxnLst/>
              <a:rect l="l" t="t" r="r" b="b"/>
              <a:pathLst>
                <a:path w="6729" h="6728" extrusionOk="0">
                  <a:moveTo>
                    <a:pt x="3040" y="0"/>
                  </a:moveTo>
                  <a:lnTo>
                    <a:pt x="2686" y="59"/>
                  </a:lnTo>
                  <a:lnTo>
                    <a:pt x="2361" y="148"/>
                  </a:lnTo>
                  <a:lnTo>
                    <a:pt x="2066" y="266"/>
                  </a:lnTo>
                  <a:lnTo>
                    <a:pt x="1771" y="413"/>
                  </a:lnTo>
                  <a:lnTo>
                    <a:pt x="1506" y="561"/>
                  </a:lnTo>
                  <a:lnTo>
                    <a:pt x="1240" y="767"/>
                  </a:lnTo>
                  <a:lnTo>
                    <a:pt x="1004" y="974"/>
                  </a:lnTo>
                  <a:lnTo>
                    <a:pt x="768" y="1210"/>
                  </a:lnTo>
                  <a:lnTo>
                    <a:pt x="591" y="1476"/>
                  </a:lnTo>
                  <a:lnTo>
                    <a:pt x="414" y="1771"/>
                  </a:lnTo>
                  <a:lnTo>
                    <a:pt x="266" y="2036"/>
                  </a:lnTo>
                  <a:lnTo>
                    <a:pt x="148" y="2361"/>
                  </a:lnTo>
                  <a:lnTo>
                    <a:pt x="89" y="2685"/>
                  </a:lnTo>
                  <a:lnTo>
                    <a:pt x="30" y="3010"/>
                  </a:lnTo>
                  <a:lnTo>
                    <a:pt x="1" y="3364"/>
                  </a:lnTo>
                  <a:lnTo>
                    <a:pt x="30" y="3689"/>
                  </a:lnTo>
                  <a:lnTo>
                    <a:pt x="89" y="4043"/>
                  </a:lnTo>
                  <a:lnTo>
                    <a:pt x="148" y="4367"/>
                  </a:lnTo>
                  <a:lnTo>
                    <a:pt x="266" y="4662"/>
                  </a:lnTo>
                  <a:lnTo>
                    <a:pt x="414" y="4958"/>
                  </a:lnTo>
                  <a:lnTo>
                    <a:pt x="591" y="5253"/>
                  </a:lnTo>
                  <a:lnTo>
                    <a:pt x="768" y="5489"/>
                  </a:lnTo>
                  <a:lnTo>
                    <a:pt x="1004" y="5725"/>
                  </a:lnTo>
                  <a:lnTo>
                    <a:pt x="1240" y="5961"/>
                  </a:lnTo>
                  <a:lnTo>
                    <a:pt x="1506" y="6138"/>
                  </a:lnTo>
                  <a:lnTo>
                    <a:pt x="1771" y="6315"/>
                  </a:lnTo>
                  <a:lnTo>
                    <a:pt x="2066" y="6462"/>
                  </a:lnTo>
                  <a:lnTo>
                    <a:pt x="2361" y="6580"/>
                  </a:lnTo>
                  <a:lnTo>
                    <a:pt x="2686" y="6639"/>
                  </a:lnTo>
                  <a:lnTo>
                    <a:pt x="3040" y="6698"/>
                  </a:lnTo>
                  <a:lnTo>
                    <a:pt x="3365" y="6728"/>
                  </a:lnTo>
                  <a:lnTo>
                    <a:pt x="3719" y="6698"/>
                  </a:lnTo>
                  <a:lnTo>
                    <a:pt x="4043" y="6639"/>
                  </a:lnTo>
                  <a:lnTo>
                    <a:pt x="4368" y="6580"/>
                  </a:lnTo>
                  <a:lnTo>
                    <a:pt x="4693" y="6462"/>
                  </a:lnTo>
                  <a:lnTo>
                    <a:pt x="4988" y="6315"/>
                  </a:lnTo>
                  <a:lnTo>
                    <a:pt x="5253" y="6138"/>
                  </a:lnTo>
                  <a:lnTo>
                    <a:pt x="5519" y="5961"/>
                  </a:lnTo>
                  <a:lnTo>
                    <a:pt x="5755" y="5725"/>
                  </a:lnTo>
                  <a:lnTo>
                    <a:pt x="5961" y="5489"/>
                  </a:lnTo>
                  <a:lnTo>
                    <a:pt x="6168" y="5253"/>
                  </a:lnTo>
                  <a:lnTo>
                    <a:pt x="6315" y="4958"/>
                  </a:lnTo>
                  <a:lnTo>
                    <a:pt x="6463" y="4662"/>
                  </a:lnTo>
                  <a:lnTo>
                    <a:pt x="6581" y="4367"/>
                  </a:lnTo>
                  <a:lnTo>
                    <a:pt x="6670" y="4043"/>
                  </a:lnTo>
                  <a:lnTo>
                    <a:pt x="6729" y="3689"/>
                  </a:lnTo>
                  <a:lnTo>
                    <a:pt x="6729" y="3364"/>
                  </a:lnTo>
                  <a:lnTo>
                    <a:pt x="6729" y="3010"/>
                  </a:lnTo>
                  <a:lnTo>
                    <a:pt x="6670" y="2685"/>
                  </a:lnTo>
                  <a:lnTo>
                    <a:pt x="6581" y="2361"/>
                  </a:lnTo>
                  <a:lnTo>
                    <a:pt x="6463" y="2036"/>
                  </a:lnTo>
                  <a:lnTo>
                    <a:pt x="6315" y="1771"/>
                  </a:lnTo>
                  <a:lnTo>
                    <a:pt x="6168" y="1476"/>
                  </a:lnTo>
                  <a:lnTo>
                    <a:pt x="5961" y="1210"/>
                  </a:lnTo>
                  <a:lnTo>
                    <a:pt x="5755" y="974"/>
                  </a:lnTo>
                  <a:lnTo>
                    <a:pt x="5519" y="767"/>
                  </a:lnTo>
                  <a:lnTo>
                    <a:pt x="5253" y="561"/>
                  </a:lnTo>
                  <a:lnTo>
                    <a:pt x="4988" y="413"/>
                  </a:lnTo>
                  <a:lnTo>
                    <a:pt x="4693" y="266"/>
                  </a:lnTo>
                  <a:lnTo>
                    <a:pt x="4368" y="148"/>
                  </a:lnTo>
                  <a:lnTo>
                    <a:pt x="4043" y="59"/>
                  </a:lnTo>
                  <a:lnTo>
                    <a:pt x="371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000" tIns="68000" rIns="68000" bIns="68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4"/>
            <p:cNvSpPr/>
            <p:nvPr/>
          </p:nvSpPr>
          <p:spPr>
            <a:xfrm flipH="1">
              <a:off x="3558425" y="2780691"/>
              <a:ext cx="56423" cy="56414"/>
            </a:xfrm>
            <a:custGeom>
              <a:avLst/>
              <a:gdLst/>
              <a:ahLst/>
              <a:cxnLst/>
              <a:rect l="l" t="t" r="r" b="b"/>
              <a:pathLst>
                <a:path w="6729" h="6728" extrusionOk="0">
                  <a:moveTo>
                    <a:pt x="3040" y="0"/>
                  </a:moveTo>
                  <a:lnTo>
                    <a:pt x="2686" y="59"/>
                  </a:lnTo>
                  <a:lnTo>
                    <a:pt x="2361" y="148"/>
                  </a:lnTo>
                  <a:lnTo>
                    <a:pt x="2066" y="266"/>
                  </a:lnTo>
                  <a:lnTo>
                    <a:pt x="1771" y="413"/>
                  </a:lnTo>
                  <a:lnTo>
                    <a:pt x="1505" y="561"/>
                  </a:lnTo>
                  <a:lnTo>
                    <a:pt x="1240" y="767"/>
                  </a:lnTo>
                  <a:lnTo>
                    <a:pt x="1004" y="974"/>
                  </a:lnTo>
                  <a:lnTo>
                    <a:pt x="768" y="1210"/>
                  </a:lnTo>
                  <a:lnTo>
                    <a:pt x="591" y="1476"/>
                  </a:lnTo>
                  <a:lnTo>
                    <a:pt x="413" y="1771"/>
                  </a:lnTo>
                  <a:lnTo>
                    <a:pt x="266" y="2036"/>
                  </a:lnTo>
                  <a:lnTo>
                    <a:pt x="148" y="2361"/>
                  </a:lnTo>
                  <a:lnTo>
                    <a:pt x="89" y="2685"/>
                  </a:lnTo>
                  <a:lnTo>
                    <a:pt x="30" y="3010"/>
                  </a:lnTo>
                  <a:lnTo>
                    <a:pt x="0" y="3364"/>
                  </a:lnTo>
                  <a:lnTo>
                    <a:pt x="30" y="3689"/>
                  </a:lnTo>
                  <a:lnTo>
                    <a:pt x="89" y="4043"/>
                  </a:lnTo>
                  <a:lnTo>
                    <a:pt x="148" y="4367"/>
                  </a:lnTo>
                  <a:lnTo>
                    <a:pt x="266" y="4662"/>
                  </a:lnTo>
                  <a:lnTo>
                    <a:pt x="413" y="4958"/>
                  </a:lnTo>
                  <a:lnTo>
                    <a:pt x="591" y="5253"/>
                  </a:lnTo>
                  <a:lnTo>
                    <a:pt x="768" y="5489"/>
                  </a:lnTo>
                  <a:lnTo>
                    <a:pt x="1004" y="5725"/>
                  </a:lnTo>
                  <a:lnTo>
                    <a:pt x="1240" y="5961"/>
                  </a:lnTo>
                  <a:lnTo>
                    <a:pt x="1505" y="6138"/>
                  </a:lnTo>
                  <a:lnTo>
                    <a:pt x="1771" y="6315"/>
                  </a:lnTo>
                  <a:lnTo>
                    <a:pt x="2066" y="6462"/>
                  </a:lnTo>
                  <a:lnTo>
                    <a:pt x="2361" y="6580"/>
                  </a:lnTo>
                  <a:lnTo>
                    <a:pt x="2686" y="6639"/>
                  </a:lnTo>
                  <a:lnTo>
                    <a:pt x="3040" y="6698"/>
                  </a:lnTo>
                  <a:lnTo>
                    <a:pt x="3364" y="6728"/>
                  </a:lnTo>
                  <a:lnTo>
                    <a:pt x="3718" y="6698"/>
                  </a:lnTo>
                  <a:lnTo>
                    <a:pt x="4043" y="6639"/>
                  </a:lnTo>
                  <a:lnTo>
                    <a:pt x="4367" y="6580"/>
                  </a:lnTo>
                  <a:lnTo>
                    <a:pt x="4692" y="6462"/>
                  </a:lnTo>
                  <a:lnTo>
                    <a:pt x="4987" y="6315"/>
                  </a:lnTo>
                  <a:lnTo>
                    <a:pt x="5253" y="6138"/>
                  </a:lnTo>
                  <a:lnTo>
                    <a:pt x="5518" y="5961"/>
                  </a:lnTo>
                  <a:lnTo>
                    <a:pt x="5754" y="5725"/>
                  </a:lnTo>
                  <a:lnTo>
                    <a:pt x="5961" y="5489"/>
                  </a:lnTo>
                  <a:lnTo>
                    <a:pt x="6167" y="5253"/>
                  </a:lnTo>
                  <a:lnTo>
                    <a:pt x="6315" y="4958"/>
                  </a:lnTo>
                  <a:lnTo>
                    <a:pt x="6463" y="4662"/>
                  </a:lnTo>
                  <a:lnTo>
                    <a:pt x="6581" y="4367"/>
                  </a:lnTo>
                  <a:lnTo>
                    <a:pt x="6669" y="4043"/>
                  </a:lnTo>
                  <a:lnTo>
                    <a:pt x="6728" y="3689"/>
                  </a:lnTo>
                  <a:lnTo>
                    <a:pt x="6728" y="3364"/>
                  </a:lnTo>
                  <a:lnTo>
                    <a:pt x="6728" y="3010"/>
                  </a:lnTo>
                  <a:lnTo>
                    <a:pt x="6669" y="2685"/>
                  </a:lnTo>
                  <a:lnTo>
                    <a:pt x="6581" y="2361"/>
                  </a:lnTo>
                  <a:lnTo>
                    <a:pt x="6463" y="2036"/>
                  </a:lnTo>
                  <a:lnTo>
                    <a:pt x="6315" y="1771"/>
                  </a:lnTo>
                  <a:lnTo>
                    <a:pt x="6167" y="1476"/>
                  </a:lnTo>
                  <a:lnTo>
                    <a:pt x="5961" y="1210"/>
                  </a:lnTo>
                  <a:lnTo>
                    <a:pt x="5754" y="974"/>
                  </a:lnTo>
                  <a:lnTo>
                    <a:pt x="5518" y="767"/>
                  </a:lnTo>
                  <a:lnTo>
                    <a:pt x="5253" y="561"/>
                  </a:lnTo>
                  <a:lnTo>
                    <a:pt x="4987" y="413"/>
                  </a:lnTo>
                  <a:lnTo>
                    <a:pt x="4692" y="266"/>
                  </a:lnTo>
                  <a:lnTo>
                    <a:pt x="4367" y="148"/>
                  </a:lnTo>
                  <a:lnTo>
                    <a:pt x="4043" y="59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000" tIns="68000" rIns="68000" bIns="68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4"/>
            <p:cNvSpPr/>
            <p:nvPr/>
          </p:nvSpPr>
          <p:spPr>
            <a:xfrm flipH="1">
              <a:off x="3456246" y="2780691"/>
              <a:ext cx="56423" cy="56414"/>
            </a:xfrm>
            <a:custGeom>
              <a:avLst/>
              <a:gdLst/>
              <a:ahLst/>
              <a:cxnLst/>
              <a:rect l="l" t="t" r="r" b="b"/>
              <a:pathLst>
                <a:path w="6729" h="6728" extrusionOk="0">
                  <a:moveTo>
                    <a:pt x="3040" y="0"/>
                  </a:moveTo>
                  <a:lnTo>
                    <a:pt x="2686" y="59"/>
                  </a:lnTo>
                  <a:lnTo>
                    <a:pt x="2362" y="148"/>
                  </a:lnTo>
                  <a:lnTo>
                    <a:pt x="2066" y="266"/>
                  </a:lnTo>
                  <a:lnTo>
                    <a:pt x="1771" y="413"/>
                  </a:lnTo>
                  <a:lnTo>
                    <a:pt x="1506" y="561"/>
                  </a:lnTo>
                  <a:lnTo>
                    <a:pt x="1240" y="767"/>
                  </a:lnTo>
                  <a:lnTo>
                    <a:pt x="1004" y="974"/>
                  </a:lnTo>
                  <a:lnTo>
                    <a:pt x="768" y="1210"/>
                  </a:lnTo>
                  <a:lnTo>
                    <a:pt x="591" y="1476"/>
                  </a:lnTo>
                  <a:lnTo>
                    <a:pt x="414" y="1771"/>
                  </a:lnTo>
                  <a:lnTo>
                    <a:pt x="267" y="2036"/>
                  </a:lnTo>
                  <a:lnTo>
                    <a:pt x="149" y="2361"/>
                  </a:lnTo>
                  <a:lnTo>
                    <a:pt x="89" y="2685"/>
                  </a:lnTo>
                  <a:lnTo>
                    <a:pt x="30" y="3010"/>
                  </a:lnTo>
                  <a:lnTo>
                    <a:pt x="1" y="3364"/>
                  </a:lnTo>
                  <a:lnTo>
                    <a:pt x="30" y="3689"/>
                  </a:lnTo>
                  <a:lnTo>
                    <a:pt x="89" y="4043"/>
                  </a:lnTo>
                  <a:lnTo>
                    <a:pt x="149" y="4367"/>
                  </a:lnTo>
                  <a:lnTo>
                    <a:pt x="267" y="4662"/>
                  </a:lnTo>
                  <a:lnTo>
                    <a:pt x="414" y="4958"/>
                  </a:lnTo>
                  <a:lnTo>
                    <a:pt x="591" y="5253"/>
                  </a:lnTo>
                  <a:lnTo>
                    <a:pt x="768" y="5489"/>
                  </a:lnTo>
                  <a:lnTo>
                    <a:pt x="1004" y="5725"/>
                  </a:lnTo>
                  <a:lnTo>
                    <a:pt x="1240" y="5961"/>
                  </a:lnTo>
                  <a:lnTo>
                    <a:pt x="1506" y="6138"/>
                  </a:lnTo>
                  <a:lnTo>
                    <a:pt x="1771" y="6315"/>
                  </a:lnTo>
                  <a:lnTo>
                    <a:pt x="2066" y="6462"/>
                  </a:lnTo>
                  <a:lnTo>
                    <a:pt x="2362" y="6580"/>
                  </a:lnTo>
                  <a:lnTo>
                    <a:pt x="2686" y="6639"/>
                  </a:lnTo>
                  <a:lnTo>
                    <a:pt x="3040" y="6698"/>
                  </a:lnTo>
                  <a:lnTo>
                    <a:pt x="3365" y="6728"/>
                  </a:lnTo>
                  <a:lnTo>
                    <a:pt x="3719" y="6698"/>
                  </a:lnTo>
                  <a:lnTo>
                    <a:pt x="4043" y="6639"/>
                  </a:lnTo>
                  <a:lnTo>
                    <a:pt x="4368" y="6580"/>
                  </a:lnTo>
                  <a:lnTo>
                    <a:pt x="4693" y="6462"/>
                  </a:lnTo>
                  <a:lnTo>
                    <a:pt x="4988" y="6315"/>
                  </a:lnTo>
                  <a:lnTo>
                    <a:pt x="5253" y="6138"/>
                  </a:lnTo>
                  <a:lnTo>
                    <a:pt x="5519" y="5961"/>
                  </a:lnTo>
                  <a:lnTo>
                    <a:pt x="5755" y="5725"/>
                  </a:lnTo>
                  <a:lnTo>
                    <a:pt x="5961" y="5489"/>
                  </a:lnTo>
                  <a:lnTo>
                    <a:pt x="6168" y="5253"/>
                  </a:lnTo>
                  <a:lnTo>
                    <a:pt x="6345" y="4958"/>
                  </a:lnTo>
                  <a:lnTo>
                    <a:pt x="6463" y="4662"/>
                  </a:lnTo>
                  <a:lnTo>
                    <a:pt x="6581" y="4367"/>
                  </a:lnTo>
                  <a:lnTo>
                    <a:pt x="6670" y="4043"/>
                  </a:lnTo>
                  <a:lnTo>
                    <a:pt x="6729" y="3689"/>
                  </a:lnTo>
                  <a:lnTo>
                    <a:pt x="6729" y="3364"/>
                  </a:lnTo>
                  <a:lnTo>
                    <a:pt x="6729" y="3010"/>
                  </a:lnTo>
                  <a:lnTo>
                    <a:pt x="6670" y="2685"/>
                  </a:lnTo>
                  <a:lnTo>
                    <a:pt x="6581" y="2361"/>
                  </a:lnTo>
                  <a:lnTo>
                    <a:pt x="6463" y="2036"/>
                  </a:lnTo>
                  <a:lnTo>
                    <a:pt x="6345" y="1771"/>
                  </a:lnTo>
                  <a:lnTo>
                    <a:pt x="6168" y="1476"/>
                  </a:lnTo>
                  <a:lnTo>
                    <a:pt x="5961" y="1210"/>
                  </a:lnTo>
                  <a:lnTo>
                    <a:pt x="5755" y="974"/>
                  </a:lnTo>
                  <a:lnTo>
                    <a:pt x="5519" y="767"/>
                  </a:lnTo>
                  <a:lnTo>
                    <a:pt x="5253" y="561"/>
                  </a:lnTo>
                  <a:lnTo>
                    <a:pt x="4988" y="413"/>
                  </a:lnTo>
                  <a:lnTo>
                    <a:pt x="4693" y="266"/>
                  </a:lnTo>
                  <a:lnTo>
                    <a:pt x="4368" y="148"/>
                  </a:lnTo>
                  <a:lnTo>
                    <a:pt x="4043" y="59"/>
                  </a:lnTo>
                  <a:lnTo>
                    <a:pt x="371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000" tIns="68000" rIns="68000" bIns="68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4"/>
            <p:cNvSpPr/>
            <p:nvPr/>
          </p:nvSpPr>
          <p:spPr>
            <a:xfrm flipH="1">
              <a:off x="3354058" y="2780691"/>
              <a:ext cx="56423" cy="56414"/>
            </a:xfrm>
            <a:custGeom>
              <a:avLst/>
              <a:gdLst/>
              <a:ahLst/>
              <a:cxnLst/>
              <a:rect l="l" t="t" r="r" b="b"/>
              <a:pathLst>
                <a:path w="6729" h="6728" extrusionOk="0">
                  <a:moveTo>
                    <a:pt x="3040" y="0"/>
                  </a:moveTo>
                  <a:lnTo>
                    <a:pt x="2686" y="59"/>
                  </a:lnTo>
                  <a:lnTo>
                    <a:pt x="2361" y="148"/>
                  </a:lnTo>
                  <a:lnTo>
                    <a:pt x="2066" y="266"/>
                  </a:lnTo>
                  <a:lnTo>
                    <a:pt x="1771" y="413"/>
                  </a:lnTo>
                  <a:lnTo>
                    <a:pt x="1505" y="561"/>
                  </a:lnTo>
                  <a:lnTo>
                    <a:pt x="1240" y="767"/>
                  </a:lnTo>
                  <a:lnTo>
                    <a:pt x="1004" y="974"/>
                  </a:lnTo>
                  <a:lnTo>
                    <a:pt x="768" y="1210"/>
                  </a:lnTo>
                  <a:lnTo>
                    <a:pt x="591" y="1476"/>
                  </a:lnTo>
                  <a:lnTo>
                    <a:pt x="414" y="1771"/>
                  </a:lnTo>
                  <a:lnTo>
                    <a:pt x="266" y="2036"/>
                  </a:lnTo>
                  <a:lnTo>
                    <a:pt x="178" y="2361"/>
                  </a:lnTo>
                  <a:lnTo>
                    <a:pt x="89" y="2685"/>
                  </a:lnTo>
                  <a:lnTo>
                    <a:pt x="30" y="3010"/>
                  </a:lnTo>
                  <a:lnTo>
                    <a:pt x="1" y="3364"/>
                  </a:lnTo>
                  <a:lnTo>
                    <a:pt x="30" y="3689"/>
                  </a:lnTo>
                  <a:lnTo>
                    <a:pt x="89" y="4043"/>
                  </a:lnTo>
                  <a:lnTo>
                    <a:pt x="178" y="4367"/>
                  </a:lnTo>
                  <a:lnTo>
                    <a:pt x="266" y="4662"/>
                  </a:lnTo>
                  <a:lnTo>
                    <a:pt x="414" y="4958"/>
                  </a:lnTo>
                  <a:lnTo>
                    <a:pt x="591" y="5253"/>
                  </a:lnTo>
                  <a:lnTo>
                    <a:pt x="768" y="5489"/>
                  </a:lnTo>
                  <a:lnTo>
                    <a:pt x="1004" y="5725"/>
                  </a:lnTo>
                  <a:lnTo>
                    <a:pt x="1240" y="5961"/>
                  </a:lnTo>
                  <a:lnTo>
                    <a:pt x="1505" y="6138"/>
                  </a:lnTo>
                  <a:lnTo>
                    <a:pt x="1771" y="6315"/>
                  </a:lnTo>
                  <a:lnTo>
                    <a:pt x="2066" y="6462"/>
                  </a:lnTo>
                  <a:lnTo>
                    <a:pt x="2361" y="6580"/>
                  </a:lnTo>
                  <a:lnTo>
                    <a:pt x="2686" y="6639"/>
                  </a:lnTo>
                  <a:lnTo>
                    <a:pt x="3040" y="6698"/>
                  </a:lnTo>
                  <a:lnTo>
                    <a:pt x="3364" y="6728"/>
                  </a:lnTo>
                  <a:lnTo>
                    <a:pt x="3718" y="6698"/>
                  </a:lnTo>
                  <a:lnTo>
                    <a:pt x="4043" y="6639"/>
                  </a:lnTo>
                  <a:lnTo>
                    <a:pt x="4368" y="6580"/>
                  </a:lnTo>
                  <a:lnTo>
                    <a:pt x="4692" y="6462"/>
                  </a:lnTo>
                  <a:lnTo>
                    <a:pt x="4987" y="6315"/>
                  </a:lnTo>
                  <a:lnTo>
                    <a:pt x="5253" y="6138"/>
                  </a:lnTo>
                  <a:lnTo>
                    <a:pt x="5518" y="5961"/>
                  </a:lnTo>
                  <a:lnTo>
                    <a:pt x="5754" y="5725"/>
                  </a:lnTo>
                  <a:lnTo>
                    <a:pt x="5961" y="5489"/>
                  </a:lnTo>
                  <a:lnTo>
                    <a:pt x="6168" y="5253"/>
                  </a:lnTo>
                  <a:lnTo>
                    <a:pt x="6345" y="4958"/>
                  </a:lnTo>
                  <a:lnTo>
                    <a:pt x="6463" y="4662"/>
                  </a:lnTo>
                  <a:lnTo>
                    <a:pt x="6581" y="4367"/>
                  </a:lnTo>
                  <a:lnTo>
                    <a:pt x="6669" y="4043"/>
                  </a:lnTo>
                  <a:lnTo>
                    <a:pt x="6728" y="3689"/>
                  </a:lnTo>
                  <a:lnTo>
                    <a:pt x="6728" y="3364"/>
                  </a:lnTo>
                  <a:lnTo>
                    <a:pt x="6728" y="3010"/>
                  </a:lnTo>
                  <a:lnTo>
                    <a:pt x="6669" y="2685"/>
                  </a:lnTo>
                  <a:lnTo>
                    <a:pt x="6581" y="2361"/>
                  </a:lnTo>
                  <a:lnTo>
                    <a:pt x="6463" y="2036"/>
                  </a:lnTo>
                  <a:lnTo>
                    <a:pt x="6345" y="1771"/>
                  </a:lnTo>
                  <a:lnTo>
                    <a:pt x="6168" y="1476"/>
                  </a:lnTo>
                  <a:lnTo>
                    <a:pt x="5961" y="1210"/>
                  </a:lnTo>
                  <a:lnTo>
                    <a:pt x="5754" y="974"/>
                  </a:lnTo>
                  <a:lnTo>
                    <a:pt x="5518" y="767"/>
                  </a:lnTo>
                  <a:lnTo>
                    <a:pt x="5253" y="561"/>
                  </a:lnTo>
                  <a:lnTo>
                    <a:pt x="4987" y="413"/>
                  </a:lnTo>
                  <a:lnTo>
                    <a:pt x="4692" y="266"/>
                  </a:lnTo>
                  <a:lnTo>
                    <a:pt x="4368" y="148"/>
                  </a:lnTo>
                  <a:lnTo>
                    <a:pt x="4043" y="59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000" tIns="68000" rIns="68000" bIns="68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4"/>
            <p:cNvSpPr/>
            <p:nvPr/>
          </p:nvSpPr>
          <p:spPr>
            <a:xfrm flipH="1">
              <a:off x="3251878" y="2780691"/>
              <a:ext cx="56414" cy="56414"/>
            </a:xfrm>
            <a:custGeom>
              <a:avLst/>
              <a:gdLst/>
              <a:ahLst/>
              <a:cxnLst/>
              <a:rect l="l" t="t" r="r" b="b"/>
              <a:pathLst>
                <a:path w="6728" h="6728" extrusionOk="0">
                  <a:moveTo>
                    <a:pt x="3039" y="0"/>
                  </a:moveTo>
                  <a:lnTo>
                    <a:pt x="2685" y="59"/>
                  </a:lnTo>
                  <a:lnTo>
                    <a:pt x="2390" y="148"/>
                  </a:lnTo>
                  <a:lnTo>
                    <a:pt x="2066" y="266"/>
                  </a:lnTo>
                  <a:lnTo>
                    <a:pt x="1771" y="413"/>
                  </a:lnTo>
                  <a:lnTo>
                    <a:pt x="1505" y="561"/>
                  </a:lnTo>
                  <a:lnTo>
                    <a:pt x="1239" y="767"/>
                  </a:lnTo>
                  <a:lnTo>
                    <a:pt x="1003" y="974"/>
                  </a:lnTo>
                  <a:lnTo>
                    <a:pt x="767" y="1210"/>
                  </a:lnTo>
                  <a:lnTo>
                    <a:pt x="590" y="1476"/>
                  </a:lnTo>
                  <a:lnTo>
                    <a:pt x="413" y="1771"/>
                  </a:lnTo>
                  <a:lnTo>
                    <a:pt x="266" y="2036"/>
                  </a:lnTo>
                  <a:lnTo>
                    <a:pt x="177" y="2361"/>
                  </a:lnTo>
                  <a:lnTo>
                    <a:pt x="89" y="2685"/>
                  </a:lnTo>
                  <a:lnTo>
                    <a:pt x="30" y="3010"/>
                  </a:lnTo>
                  <a:lnTo>
                    <a:pt x="0" y="3364"/>
                  </a:lnTo>
                  <a:lnTo>
                    <a:pt x="30" y="3689"/>
                  </a:lnTo>
                  <a:lnTo>
                    <a:pt x="89" y="4043"/>
                  </a:lnTo>
                  <a:lnTo>
                    <a:pt x="177" y="4367"/>
                  </a:lnTo>
                  <a:lnTo>
                    <a:pt x="266" y="4662"/>
                  </a:lnTo>
                  <a:lnTo>
                    <a:pt x="413" y="4958"/>
                  </a:lnTo>
                  <a:lnTo>
                    <a:pt x="590" y="5253"/>
                  </a:lnTo>
                  <a:lnTo>
                    <a:pt x="767" y="5489"/>
                  </a:lnTo>
                  <a:lnTo>
                    <a:pt x="1003" y="5725"/>
                  </a:lnTo>
                  <a:lnTo>
                    <a:pt x="1239" y="5961"/>
                  </a:lnTo>
                  <a:lnTo>
                    <a:pt x="1505" y="6138"/>
                  </a:lnTo>
                  <a:lnTo>
                    <a:pt x="1771" y="6315"/>
                  </a:lnTo>
                  <a:lnTo>
                    <a:pt x="2066" y="6462"/>
                  </a:lnTo>
                  <a:lnTo>
                    <a:pt x="2390" y="6580"/>
                  </a:lnTo>
                  <a:lnTo>
                    <a:pt x="2685" y="6639"/>
                  </a:lnTo>
                  <a:lnTo>
                    <a:pt x="3039" y="6698"/>
                  </a:lnTo>
                  <a:lnTo>
                    <a:pt x="3364" y="6728"/>
                  </a:lnTo>
                  <a:lnTo>
                    <a:pt x="3718" y="6698"/>
                  </a:lnTo>
                  <a:lnTo>
                    <a:pt x="4043" y="6639"/>
                  </a:lnTo>
                  <a:lnTo>
                    <a:pt x="4367" y="6580"/>
                  </a:lnTo>
                  <a:lnTo>
                    <a:pt x="4692" y="6462"/>
                  </a:lnTo>
                  <a:lnTo>
                    <a:pt x="4987" y="6315"/>
                  </a:lnTo>
                  <a:lnTo>
                    <a:pt x="5252" y="6138"/>
                  </a:lnTo>
                  <a:lnTo>
                    <a:pt x="5518" y="5961"/>
                  </a:lnTo>
                  <a:lnTo>
                    <a:pt x="5754" y="5725"/>
                  </a:lnTo>
                  <a:lnTo>
                    <a:pt x="5961" y="5489"/>
                  </a:lnTo>
                  <a:lnTo>
                    <a:pt x="6167" y="5253"/>
                  </a:lnTo>
                  <a:lnTo>
                    <a:pt x="6344" y="4958"/>
                  </a:lnTo>
                  <a:lnTo>
                    <a:pt x="6462" y="4662"/>
                  </a:lnTo>
                  <a:lnTo>
                    <a:pt x="6580" y="4367"/>
                  </a:lnTo>
                  <a:lnTo>
                    <a:pt x="6669" y="4043"/>
                  </a:lnTo>
                  <a:lnTo>
                    <a:pt x="6728" y="3689"/>
                  </a:lnTo>
                  <a:lnTo>
                    <a:pt x="6728" y="3364"/>
                  </a:lnTo>
                  <a:lnTo>
                    <a:pt x="6728" y="3010"/>
                  </a:lnTo>
                  <a:lnTo>
                    <a:pt x="6669" y="2685"/>
                  </a:lnTo>
                  <a:lnTo>
                    <a:pt x="6580" y="2361"/>
                  </a:lnTo>
                  <a:lnTo>
                    <a:pt x="6462" y="2036"/>
                  </a:lnTo>
                  <a:lnTo>
                    <a:pt x="6344" y="1771"/>
                  </a:lnTo>
                  <a:lnTo>
                    <a:pt x="6167" y="1476"/>
                  </a:lnTo>
                  <a:lnTo>
                    <a:pt x="5961" y="1210"/>
                  </a:lnTo>
                  <a:lnTo>
                    <a:pt x="5754" y="974"/>
                  </a:lnTo>
                  <a:lnTo>
                    <a:pt x="5518" y="767"/>
                  </a:lnTo>
                  <a:lnTo>
                    <a:pt x="5252" y="561"/>
                  </a:lnTo>
                  <a:lnTo>
                    <a:pt x="4987" y="413"/>
                  </a:lnTo>
                  <a:lnTo>
                    <a:pt x="4692" y="266"/>
                  </a:lnTo>
                  <a:lnTo>
                    <a:pt x="4367" y="148"/>
                  </a:lnTo>
                  <a:lnTo>
                    <a:pt x="4043" y="59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000" tIns="68000" rIns="68000" bIns="68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4"/>
            <p:cNvSpPr/>
            <p:nvPr/>
          </p:nvSpPr>
          <p:spPr>
            <a:xfrm flipH="1">
              <a:off x="3149690" y="2780691"/>
              <a:ext cx="56171" cy="56414"/>
            </a:xfrm>
            <a:custGeom>
              <a:avLst/>
              <a:gdLst/>
              <a:ahLst/>
              <a:cxnLst/>
              <a:rect l="l" t="t" r="r" b="b"/>
              <a:pathLst>
                <a:path w="6699" h="6728" extrusionOk="0">
                  <a:moveTo>
                    <a:pt x="3010" y="0"/>
                  </a:moveTo>
                  <a:lnTo>
                    <a:pt x="2656" y="59"/>
                  </a:lnTo>
                  <a:lnTo>
                    <a:pt x="2361" y="148"/>
                  </a:lnTo>
                  <a:lnTo>
                    <a:pt x="2036" y="266"/>
                  </a:lnTo>
                  <a:lnTo>
                    <a:pt x="1741" y="413"/>
                  </a:lnTo>
                  <a:lnTo>
                    <a:pt x="1476" y="561"/>
                  </a:lnTo>
                  <a:lnTo>
                    <a:pt x="1210" y="767"/>
                  </a:lnTo>
                  <a:lnTo>
                    <a:pt x="974" y="974"/>
                  </a:lnTo>
                  <a:lnTo>
                    <a:pt x="767" y="1210"/>
                  </a:lnTo>
                  <a:lnTo>
                    <a:pt x="561" y="1476"/>
                  </a:lnTo>
                  <a:lnTo>
                    <a:pt x="384" y="1771"/>
                  </a:lnTo>
                  <a:lnTo>
                    <a:pt x="236" y="2036"/>
                  </a:lnTo>
                  <a:lnTo>
                    <a:pt x="148" y="2361"/>
                  </a:lnTo>
                  <a:lnTo>
                    <a:pt x="59" y="2685"/>
                  </a:lnTo>
                  <a:lnTo>
                    <a:pt x="0" y="3010"/>
                  </a:lnTo>
                  <a:lnTo>
                    <a:pt x="0" y="3364"/>
                  </a:lnTo>
                  <a:lnTo>
                    <a:pt x="0" y="3689"/>
                  </a:lnTo>
                  <a:lnTo>
                    <a:pt x="59" y="4043"/>
                  </a:lnTo>
                  <a:lnTo>
                    <a:pt x="148" y="4367"/>
                  </a:lnTo>
                  <a:lnTo>
                    <a:pt x="236" y="4662"/>
                  </a:lnTo>
                  <a:lnTo>
                    <a:pt x="384" y="4958"/>
                  </a:lnTo>
                  <a:lnTo>
                    <a:pt x="561" y="5253"/>
                  </a:lnTo>
                  <a:lnTo>
                    <a:pt x="767" y="5489"/>
                  </a:lnTo>
                  <a:lnTo>
                    <a:pt x="974" y="5725"/>
                  </a:lnTo>
                  <a:lnTo>
                    <a:pt x="1210" y="5961"/>
                  </a:lnTo>
                  <a:lnTo>
                    <a:pt x="1476" y="6138"/>
                  </a:lnTo>
                  <a:lnTo>
                    <a:pt x="1741" y="6315"/>
                  </a:lnTo>
                  <a:lnTo>
                    <a:pt x="2036" y="6462"/>
                  </a:lnTo>
                  <a:lnTo>
                    <a:pt x="2361" y="6580"/>
                  </a:lnTo>
                  <a:lnTo>
                    <a:pt x="2656" y="6639"/>
                  </a:lnTo>
                  <a:lnTo>
                    <a:pt x="3010" y="6698"/>
                  </a:lnTo>
                  <a:lnTo>
                    <a:pt x="3335" y="6728"/>
                  </a:lnTo>
                  <a:lnTo>
                    <a:pt x="3689" y="6698"/>
                  </a:lnTo>
                  <a:lnTo>
                    <a:pt x="4013" y="6639"/>
                  </a:lnTo>
                  <a:lnTo>
                    <a:pt x="4338" y="6580"/>
                  </a:lnTo>
                  <a:lnTo>
                    <a:pt x="4662" y="6462"/>
                  </a:lnTo>
                  <a:lnTo>
                    <a:pt x="4957" y="6315"/>
                  </a:lnTo>
                  <a:lnTo>
                    <a:pt x="5223" y="6138"/>
                  </a:lnTo>
                  <a:lnTo>
                    <a:pt x="5489" y="5961"/>
                  </a:lnTo>
                  <a:lnTo>
                    <a:pt x="5725" y="5725"/>
                  </a:lnTo>
                  <a:lnTo>
                    <a:pt x="5931" y="5489"/>
                  </a:lnTo>
                  <a:lnTo>
                    <a:pt x="6138" y="5253"/>
                  </a:lnTo>
                  <a:lnTo>
                    <a:pt x="6315" y="4958"/>
                  </a:lnTo>
                  <a:lnTo>
                    <a:pt x="6433" y="4662"/>
                  </a:lnTo>
                  <a:lnTo>
                    <a:pt x="6551" y="4367"/>
                  </a:lnTo>
                  <a:lnTo>
                    <a:pt x="6639" y="4043"/>
                  </a:lnTo>
                  <a:lnTo>
                    <a:pt x="6698" y="3689"/>
                  </a:lnTo>
                  <a:lnTo>
                    <a:pt x="6698" y="3364"/>
                  </a:lnTo>
                  <a:lnTo>
                    <a:pt x="6698" y="3010"/>
                  </a:lnTo>
                  <a:lnTo>
                    <a:pt x="6639" y="2685"/>
                  </a:lnTo>
                  <a:lnTo>
                    <a:pt x="6551" y="2361"/>
                  </a:lnTo>
                  <a:lnTo>
                    <a:pt x="6433" y="2036"/>
                  </a:lnTo>
                  <a:lnTo>
                    <a:pt x="6315" y="1771"/>
                  </a:lnTo>
                  <a:lnTo>
                    <a:pt x="6138" y="1476"/>
                  </a:lnTo>
                  <a:lnTo>
                    <a:pt x="5931" y="1210"/>
                  </a:lnTo>
                  <a:lnTo>
                    <a:pt x="5725" y="974"/>
                  </a:lnTo>
                  <a:lnTo>
                    <a:pt x="5489" y="767"/>
                  </a:lnTo>
                  <a:lnTo>
                    <a:pt x="5223" y="561"/>
                  </a:lnTo>
                  <a:lnTo>
                    <a:pt x="4957" y="413"/>
                  </a:lnTo>
                  <a:lnTo>
                    <a:pt x="4662" y="266"/>
                  </a:lnTo>
                  <a:lnTo>
                    <a:pt x="4338" y="148"/>
                  </a:lnTo>
                  <a:lnTo>
                    <a:pt x="4013" y="59"/>
                  </a:lnTo>
                  <a:lnTo>
                    <a:pt x="368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000" tIns="68000" rIns="68000" bIns="68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4"/>
            <p:cNvSpPr/>
            <p:nvPr/>
          </p:nvSpPr>
          <p:spPr>
            <a:xfrm flipH="1">
              <a:off x="3047511" y="2780691"/>
              <a:ext cx="56171" cy="56414"/>
            </a:xfrm>
            <a:custGeom>
              <a:avLst/>
              <a:gdLst/>
              <a:ahLst/>
              <a:cxnLst/>
              <a:rect l="l" t="t" r="r" b="b"/>
              <a:pathLst>
                <a:path w="6699" h="6728" extrusionOk="0">
                  <a:moveTo>
                    <a:pt x="3011" y="0"/>
                  </a:moveTo>
                  <a:lnTo>
                    <a:pt x="2686" y="59"/>
                  </a:lnTo>
                  <a:lnTo>
                    <a:pt x="2361" y="148"/>
                  </a:lnTo>
                  <a:lnTo>
                    <a:pt x="2037" y="266"/>
                  </a:lnTo>
                  <a:lnTo>
                    <a:pt x="1742" y="413"/>
                  </a:lnTo>
                  <a:lnTo>
                    <a:pt x="1476" y="561"/>
                  </a:lnTo>
                  <a:lnTo>
                    <a:pt x="1211" y="767"/>
                  </a:lnTo>
                  <a:lnTo>
                    <a:pt x="975" y="974"/>
                  </a:lnTo>
                  <a:lnTo>
                    <a:pt x="768" y="1210"/>
                  </a:lnTo>
                  <a:lnTo>
                    <a:pt x="561" y="1476"/>
                  </a:lnTo>
                  <a:lnTo>
                    <a:pt x="384" y="1771"/>
                  </a:lnTo>
                  <a:lnTo>
                    <a:pt x="266" y="2036"/>
                  </a:lnTo>
                  <a:lnTo>
                    <a:pt x="148" y="2361"/>
                  </a:lnTo>
                  <a:lnTo>
                    <a:pt x="60" y="2685"/>
                  </a:lnTo>
                  <a:lnTo>
                    <a:pt x="1" y="3010"/>
                  </a:lnTo>
                  <a:lnTo>
                    <a:pt x="1" y="3364"/>
                  </a:lnTo>
                  <a:lnTo>
                    <a:pt x="1" y="3689"/>
                  </a:lnTo>
                  <a:lnTo>
                    <a:pt x="60" y="4043"/>
                  </a:lnTo>
                  <a:lnTo>
                    <a:pt x="148" y="4367"/>
                  </a:lnTo>
                  <a:lnTo>
                    <a:pt x="266" y="4662"/>
                  </a:lnTo>
                  <a:lnTo>
                    <a:pt x="384" y="4958"/>
                  </a:lnTo>
                  <a:lnTo>
                    <a:pt x="561" y="5253"/>
                  </a:lnTo>
                  <a:lnTo>
                    <a:pt x="768" y="5489"/>
                  </a:lnTo>
                  <a:lnTo>
                    <a:pt x="975" y="5725"/>
                  </a:lnTo>
                  <a:lnTo>
                    <a:pt x="1211" y="5961"/>
                  </a:lnTo>
                  <a:lnTo>
                    <a:pt x="1476" y="6138"/>
                  </a:lnTo>
                  <a:lnTo>
                    <a:pt x="1742" y="6315"/>
                  </a:lnTo>
                  <a:lnTo>
                    <a:pt x="2037" y="6462"/>
                  </a:lnTo>
                  <a:lnTo>
                    <a:pt x="2361" y="6580"/>
                  </a:lnTo>
                  <a:lnTo>
                    <a:pt x="2686" y="6639"/>
                  </a:lnTo>
                  <a:lnTo>
                    <a:pt x="3011" y="6698"/>
                  </a:lnTo>
                  <a:lnTo>
                    <a:pt x="3335" y="6728"/>
                  </a:lnTo>
                  <a:lnTo>
                    <a:pt x="3689" y="6698"/>
                  </a:lnTo>
                  <a:lnTo>
                    <a:pt x="4014" y="6639"/>
                  </a:lnTo>
                  <a:lnTo>
                    <a:pt x="4338" y="6580"/>
                  </a:lnTo>
                  <a:lnTo>
                    <a:pt x="4663" y="6462"/>
                  </a:lnTo>
                  <a:lnTo>
                    <a:pt x="4958" y="6315"/>
                  </a:lnTo>
                  <a:lnTo>
                    <a:pt x="5224" y="6138"/>
                  </a:lnTo>
                  <a:lnTo>
                    <a:pt x="5489" y="5961"/>
                  </a:lnTo>
                  <a:lnTo>
                    <a:pt x="5725" y="5725"/>
                  </a:lnTo>
                  <a:lnTo>
                    <a:pt x="5932" y="5489"/>
                  </a:lnTo>
                  <a:lnTo>
                    <a:pt x="6138" y="5253"/>
                  </a:lnTo>
                  <a:lnTo>
                    <a:pt x="6315" y="4958"/>
                  </a:lnTo>
                  <a:lnTo>
                    <a:pt x="6433" y="4662"/>
                  </a:lnTo>
                  <a:lnTo>
                    <a:pt x="6551" y="4367"/>
                  </a:lnTo>
                  <a:lnTo>
                    <a:pt x="6640" y="4043"/>
                  </a:lnTo>
                  <a:lnTo>
                    <a:pt x="6699" y="3689"/>
                  </a:lnTo>
                  <a:lnTo>
                    <a:pt x="6699" y="3364"/>
                  </a:lnTo>
                  <a:lnTo>
                    <a:pt x="6699" y="3010"/>
                  </a:lnTo>
                  <a:lnTo>
                    <a:pt x="6640" y="2685"/>
                  </a:lnTo>
                  <a:lnTo>
                    <a:pt x="6551" y="2361"/>
                  </a:lnTo>
                  <a:lnTo>
                    <a:pt x="6433" y="2036"/>
                  </a:lnTo>
                  <a:lnTo>
                    <a:pt x="6315" y="1771"/>
                  </a:lnTo>
                  <a:lnTo>
                    <a:pt x="6138" y="1476"/>
                  </a:lnTo>
                  <a:lnTo>
                    <a:pt x="5932" y="1210"/>
                  </a:lnTo>
                  <a:lnTo>
                    <a:pt x="5725" y="974"/>
                  </a:lnTo>
                  <a:lnTo>
                    <a:pt x="5489" y="767"/>
                  </a:lnTo>
                  <a:lnTo>
                    <a:pt x="5224" y="561"/>
                  </a:lnTo>
                  <a:lnTo>
                    <a:pt x="4958" y="413"/>
                  </a:lnTo>
                  <a:lnTo>
                    <a:pt x="4663" y="266"/>
                  </a:lnTo>
                  <a:lnTo>
                    <a:pt x="4338" y="148"/>
                  </a:lnTo>
                  <a:lnTo>
                    <a:pt x="4014" y="59"/>
                  </a:lnTo>
                  <a:lnTo>
                    <a:pt x="368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000" tIns="68000" rIns="68000" bIns="68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4"/>
            <p:cNvSpPr/>
            <p:nvPr/>
          </p:nvSpPr>
          <p:spPr>
            <a:xfrm flipH="1">
              <a:off x="3688820" y="2868767"/>
              <a:ext cx="56423" cy="56423"/>
            </a:xfrm>
            <a:custGeom>
              <a:avLst/>
              <a:gdLst/>
              <a:ahLst/>
              <a:cxnLst/>
              <a:rect l="l" t="t" r="r" b="b"/>
              <a:pathLst>
                <a:path w="6729" h="6729" extrusionOk="0">
                  <a:moveTo>
                    <a:pt x="3365" y="1"/>
                  </a:moveTo>
                  <a:lnTo>
                    <a:pt x="3040" y="30"/>
                  </a:lnTo>
                  <a:lnTo>
                    <a:pt x="2686" y="60"/>
                  </a:lnTo>
                  <a:lnTo>
                    <a:pt x="2362" y="148"/>
                  </a:lnTo>
                  <a:lnTo>
                    <a:pt x="2066" y="266"/>
                  </a:lnTo>
                  <a:lnTo>
                    <a:pt x="1771" y="414"/>
                  </a:lnTo>
                  <a:lnTo>
                    <a:pt x="1506" y="562"/>
                  </a:lnTo>
                  <a:lnTo>
                    <a:pt x="1240" y="768"/>
                  </a:lnTo>
                  <a:lnTo>
                    <a:pt x="1004" y="975"/>
                  </a:lnTo>
                  <a:lnTo>
                    <a:pt x="768" y="1211"/>
                  </a:lnTo>
                  <a:lnTo>
                    <a:pt x="591" y="1476"/>
                  </a:lnTo>
                  <a:lnTo>
                    <a:pt x="414" y="1771"/>
                  </a:lnTo>
                  <a:lnTo>
                    <a:pt x="267" y="2066"/>
                  </a:lnTo>
                  <a:lnTo>
                    <a:pt x="149" y="2361"/>
                  </a:lnTo>
                  <a:lnTo>
                    <a:pt x="89" y="2686"/>
                  </a:lnTo>
                  <a:lnTo>
                    <a:pt x="30" y="3011"/>
                  </a:lnTo>
                  <a:lnTo>
                    <a:pt x="1" y="3365"/>
                  </a:lnTo>
                  <a:lnTo>
                    <a:pt x="30" y="3719"/>
                  </a:lnTo>
                  <a:lnTo>
                    <a:pt x="89" y="4043"/>
                  </a:lnTo>
                  <a:lnTo>
                    <a:pt x="149" y="4368"/>
                  </a:lnTo>
                  <a:lnTo>
                    <a:pt x="267" y="4663"/>
                  </a:lnTo>
                  <a:lnTo>
                    <a:pt x="414" y="4958"/>
                  </a:lnTo>
                  <a:lnTo>
                    <a:pt x="591" y="5253"/>
                  </a:lnTo>
                  <a:lnTo>
                    <a:pt x="768" y="5489"/>
                  </a:lnTo>
                  <a:lnTo>
                    <a:pt x="1004" y="5725"/>
                  </a:lnTo>
                  <a:lnTo>
                    <a:pt x="1240" y="5961"/>
                  </a:lnTo>
                  <a:lnTo>
                    <a:pt x="1506" y="6138"/>
                  </a:lnTo>
                  <a:lnTo>
                    <a:pt x="1771" y="6315"/>
                  </a:lnTo>
                  <a:lnTo>
                    <a:pt x="2066" y="6463"/>
                  </a:lnTo>
                  <a:lnTo>
                    <a:pt x="2362" y="6581"/>
                  </a:lnTo>
                  <a:lnTo>
                    <a:pt x="2686" y="6670"/>
                  </a:lnTo>
                  <a:lnTo>
                    <a:pt x="3040" y="6699"/>
                  </a:lnTo>
                  <a:lnTo>
                    <a:pt x="3365" y="6729"/>
                  </a:lnTo>
                  <a:lnTo>
                    <a:pt x="3719" y="6699"/>
                  </a:lnTo>
                  <a:lnTo>
                    <a:pt x="4043" y="6670"/>
                  </a:lnTo>
                  <a:lnTo>
                    <a:pt x="4368" y="6581"/>
                  </a:lnTo>
                  <a:lnTo>
                    <a:pt x="4693" y="6463"/>
                  </a:lnTo>
                  <a:lnTo>
                    <a:pt x="4988" y="6315"/>
                  </a:lnTo>
                  <a:lnTo>
                    <a:pt x="5253" y="6138"/>
                  </a:lnTo>
                  <a:lnTo>
                    <a:pt x="5519" y="5961"/>
                  </a:lnTo>
                  <a:lnTo>
                    <a:pt x="5755" y="5725"/>
                  </a:lnTo>
                  <a:lnTo>
                    <a:pt x="5961" y="5489"/>
                  </a:lnTo>
                  <a:lnTo>
                    <a:pt x="6168" y="5253"/>
                  </a:lnTo>
                  <a:lnTo>
                    <a:pt x="6316" y="4958"/>
                  </a:lnTo>
                  <a:lnTo>
                    <a:pt x="6463" y="4663"/>
                  </a:lnTo>
                  <a:lnTo>
                    <a:pt x="6581" y="4368"/>
                  </a:lnTo>
                  <a:lnTo>
                    <a:pt x="6670" y="4043"/>
                  </a:lnTo>
                  <a:lnTo>
                    <a:pt x="6729" y="3719"/>
                  </a:lnTo>
                  <a:lnTo>
                    <a:pt x="6729" y="3365"/>
                  </a:lnTo>
                  <a:lnTo>
                    <a:pt x="6729" y="3011"/>
                  </a:lnTo>
                  <a:lnTo>
                    <a:pt x="6670" y="2686"/>
                  </a:lnTo>
                  <a:lnTo>
                    <a:pt x="6581" y="2361"/>
                  </a:lnTo>
                  <a:lnTo>
                    <a:pt x="6463" y="2066"/>
                  </a:lnTo>
                  <a:lnTo>
                    <a:pt x="6316" y="1771"/>
                  </a:lnTo>
                  <a:lnTo>
                    <a:pt x="6168" y="1476"/>
                  </a:lnTo>
                  <a:lnTo>
                    <a:pt x="5961" y="1211"/>
                  </a:lnTo>
                  <a:lnTo>
                    <a:pt x="5755" y="975"/>
                  </a:lnTo>
                  <a:lnTo>
                    <a:pt x="5519" y="768"/>
                  </a:lnTo>
                  <a:lnTo>
                    <a:pt x="5253" y="562"/>
                  </a:lnTo>
                  <a:lnTo>
                    <a:pt x="4988" y="414"/>
                  </a:lnTo>
                  <a:lnTo>
                    <a:pt x="4693" y="266"/>
                  </a:lnTo>
                  <a:lnTo>
                    <a:pt x="4368" y="148"/>
                  </a:lnTo>
                  <a:lnTo>
                    <a:pt x="4043" y="60"/>
                  </a:lnTo>
                  <a:lnTo>
                    <a:pt x="3719" y="30"/>
                  </a:lnTo>
                  <a:lnTo>
                    <a:pt x="336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000" tIns="68000" rIns="68000" bIns="68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4"/>
            <p:cNvSpPr/>
            <p:nvPr/>
          </p:nvSpPr>
          <p:spPr>
            <a:xfrm flipH="1">
              <a:off x="3586632" y="2868767"/>
              <a:ext cx="56423" cy="56423"/>
            </a:xfrm>
            <a:custGeom>
              <a:avLst/>
              <a:gdLst/>
              <a:ahLst/>
              <a:cxnLst/>
              <a:rect l="l" t="t" r="r" b="b"/>
              <a:pathLst>
                <a:path w="6729" h="6729" extrusionOk="0">
                  <a:moveTo>
                    <a:pt x="3364" y="1"/>
                  </a:moveTo>
                  <a:lnTo>
                    <a:pt x="3040" y="30"/>
                  </a:lnTo>
                  <a:lnTo>
                    <a:pt x="2686" y="60"/>
                  </a:lnTo>
                  <a:lnTo>
                    <a:pt x="2361" y="148"/>
                  </a:lnTo>
                  <a:lnTo>
                    <a:pt x="2066" y="266"/>
                  </a:lnTo>
                  <a:lnTo>
                    <a:pt x="1771" y="414"/>
                  </a:lnTo>
                  <a:lnTo>
                    <a:pt x="1505" y="562"/>
                  </a:lnTo>
                  <a:lnTo>
                    <a:pt x="1240" y="768"/>
                  </a:lnTo>
                  <a:lnTo>
                    <a:pt x="1004" y="975"/>
                  </a:lnTo>
                  <a:lnTo>
                    <a:pt x="768" y="1211"/>
                  </a:lnTo>
                  <a:lnTo>
                    <a:pt x="591" y="1476"/>
                  </a:lnTo>
                  <a:lnTo>
                    <a:pt x="414" y="1771"/>
                  </a:lnTo>
                  <a:lnTo>
                    <a:pt x="266" y="2066"/>
                  </a:lnTo>
                  <a:lnTo>
                    <a:pt x="178" y="2361"/>
                  </a:lnTo>
                  <a:lnTo>
                    <a:pt x="89" y="2686"/>
                  </a:lnTo>
                  <a:lnTo>
                    <a:pt x="30" y="3011"/>
                  </a:lnTo>
                  <a:lnTo>
                    <a:pt x="1" y="3365"/>
                  </a:lnTo>
                  <a:lnTo>
                    <a:pt x="30" y="3719"/>
                  </a:lnTo>
                  <a:lnTo>
                    <a:pt x="89" y="4043"/>
                  </a:lnTo>
                  <a:lnTo>
                    <a:pt x="178" y="4368"/>
                  </a:lnTo>
                  <a:lnTo>
                    <a:pt x="266" y="4663"/>
                  </a:lnTo>
                  <a:lnTo>
                    <a:pt x="414" y="4958"/>
                  </a:lnTo>
                  <a:lnTo>
                    <a:pt x="591" y="5253"/>
                  </a:lnTo>
                  <a:lnTo>
                    <a:pt x="768" y="5489"/>
                  </a:lnTo>
                  <a:lnTo>
                    <a:pt x="1004" y="5725"/>
                  </a:lnTo>
                  <a:lnTo>
                    <a:pt x="1240" y="5961"/>
                  </a:lnTo>
                  <a:lnTo>
                    <a:pt x="1505" y="6138"/>
                  </a:lnTo>
                  <a:lnTo>
                    <a:pt x="1771" y="6315"/>
                  </a:lnTo>
                  <a:lnTo>
                    <a:pt x="2066" y="6463"/>
                  </a:lnTo>
                  <a:lnTo>
                    <a:pt x="2361" y="6581"/>
                  </a:lnTo>
                  <a:lnTo>
                    <a:pt x="2686" y="6670"/>
                  </a:lnTo>
                  <a:lnTo>
                    <a:pt x="3040" y="6699"/>
                  </a:lnTo>
                  <a:lnTo>
                    <a:pt x="3364" y="6729"/>
                  </a:lnTo>
                  <a:lnTo>
                    <a:pt x="3718" y="6699"/>
                  </a:lnTo>
                  <a:lnTo>
                    <a:pt x="4043" y="6670"/>
                  </a:lnTo>
                  <a:lnTo>
                    <a:pt x="4368" y="6581"/>
                  </a:lnTo>
                  <a:lnTo>
                    <a:pt x="4692" y="6463"/>
                  </a:lnTo>
                  <a:lnTo>
                    <a:pt x="4987" y="6315"/>
                  </a:lnTo>
                  <a:lnTo>
                    <a:pt x="5253" y="6138"/>
                  </a:lnTo>
                  <a:lnTo>
                    <a:pt x="5518" y="5961"/>
                  </a:lnTo>
                  <a:lnTo>
                    <a:pt x="5754" y="5725"/>
                  </a:lnTo>
                  <a:lnTo>
                    <a:pt x="5961" y="5489"/>
                  </a:lnTo>
                  <a:lnTo>
                    <a:pt x="6168" y="5253"/>
                  </a:lnTo>
                  <a:lnTo>
                    <a:pt x="6345" y="4958"/>
                  </a:lnTo>
                  <a:lnTo>
                    <a:pt x="6463" y="4663"/>
                  </a:lnTo>
                  <a:lnTo>
                    <a:pt x="6581" y="4368"/>
                  </a:lnTo>
                  <a:lnTo>
                    <a:pt x="6669" y="4043"/>
                  </a:lnTo>
                  <a:lnTo>
                    <a:pt x="6728" y="3719"/>
                  </a:lnTo>
                  <a:lnTo>
                    <a:pt x="6728" y="3365"/>
                  </a:lnTo>
                  <a:lnTo>
                    <a:pt x="6728" y="3011"/>
                  </a:lnTo>
                  <a:lnTo>
                    <a:pt x="6669" y="2686"/>
                  </a:lnTo>
                  <a:lnTo>
                    <a:pt x="6581" y="2361"/>
                  </a:lnTo>
                  <a:lnTo>
                    <a:pt x="6463" y="2066"/>
                  </a:lnTo>
                  <a:lnTo>
                    <a:pt x="6345" y="1771"/>
                  </a:lnTo>
                  <a:lnTo>
                    <a:pt x="6168" y="1476"/>
                  </a:lnTo>
                  <a:lnTo>
                    <a:pt x="5961" y="1211"/>
                  </a:lnTo>
                  <a:lnTo>
                    <a:pt x="5754" y="975"/>
                  </a:lnTo>
                  <a:lnTo>
                    <a:pt x="5518" y="768"/>
                  </a:lnTo>
                  <a:lnTo>
                    <a:pt x="5253" y="562"/>
                  </a:lnTo>
                  <a:lnTo>
                    <a:pt x="4987" y="414"/>
                  </a:lnTo>
                  <a:lnTo>
                    <a:pt x="4692" y="266"/>
                  </a:lnTo>
                  <a:lnTo>
                    <a:pt x="4368" y="148"/>
                  </a:lnTo>
                  <a:lnTo>
                    <a:pt x="4043" y="60"/>
                  </a:lnTo>
                  <a:lnTo>
                    <a:pt x="3718" y="30"/>
                  </a:lnTo>
                  <a:lnTo>
                    <a:pt x="336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000" tIns="68000" rIns="68000" bIns="68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4"/>
            <p:cNvSpPr/>
            <p:nvPr/>
          </p:nvSpPr>
          <p:spPr>
            <a:xfrm flipH="1">
              <a:off x="3484453" y="2868767"/>
              <a:ext cx="56414" cy="56423"/>
            </a:xfrm>
            <a:custGeom>
              <a:avLst/>
              <a:gdLst/>
              <a:ahLst/>
              <a:cxnLst/>
              <a:rect l="l" t="t" r="r" b="b"/>
              <a:pathLst>
                <a:path w="6728" h="6729" extrusionOk="0">
                  <a:moveTo>
                    <a:pt x="3364" y="1"/>
                  </a:moveTo>
                  <a:lnTo>
                    <a:pt x="3039" y="30"/>
                  </a:lnTo>
                  <a:lnTo>
                    <a:pt x="2685" y="60"/>
                  </a:lnTo>
                  <a:lnTo>
                    <a:pt x="2361" y="148"/>
                  </a:lnTo>
                  <a:lnTo>
                    <a:pt x="2066" y="266"/>
                  </a:lnTo>
                  <a:lnTo>
                    <a:pt x="1771" y="414"/>
                  </a:lnTo>
                  <a:lnTo>
                    <a:pt x="1505" y="562"/>
                  </a:lnTo>
                  <a:lnTo>
                    <a:pt x="1239" y="768"/>
                  </a:lnTo>
                  <a:lnTo>
                    <a:pt x="1003" y="975"/>
                  </a:lnTo>
                  <a:lnTo>
                    <a:pt x="767" y="1211"/>
                  </a:lnTo>
                  <a:lnTo>
                    <a:pt x="590" y="1476"/>
                  </a:lnTo>
                  <a:lnTo>
                    <a:pt x="413" y="1771"/>
                  </a:lnTo>
                  <a:lnTo>
                    <a:pt x="266" y="2066"/>
                  </a:lnTo>
                  <a:lnTo>
                    <a:pt x="177" y="2361"/>
                  </a:lnTo>
                  <a:lnTo>
                    <a:pt x="89" y="2686"/>
                  </a:lnTo>
                  <a:lnTo>
                    <a:pt x="30" y="3011"/>
                  </a:lnTo>
                  <a:lnTo>
                    <a:pt x="0" y="3365"/>
                  </a:lnTo>
                  <a:lnTo>
                    <a:pt x="30" y="3719"/>
                  </a:lnTo>
                  <a:lnTo>
                    <a:pt x="89" y="4043"/>
                  </a:lnTo>
                  <a:lnTo>
                    <a:pt x="177" y="4368"/>
                  </a:lnTo>
                  <a:lnTo>
                    <a:pt x="266" y="4663"/>
                  </a:lnTo>
                  <a:lnTo>
                    <a:pt x="413" y="4958"/>
                  </a:lnTo>
                  <a:lnTo>
                    <a:pt x="590" y="5253"/>
                  </a:lnTo>
                  <a:lnTo>
                    <a:pt x="767" y="5489"/>
                  </a:lnTo>
                  <a:lnTo>
                    <a:pt x="1003" y="5725"/>
                  </a:lnTo>
                  <a:lnTo>
                    <a:pt x="1239" y="5961"/>
                  </a:lnTo>
                  <a:lnTo>
                    <a:pt x="1505" y="6138"/>
                  </a:lnTo>
                  <a:lnTo>
                    <a:pt x="1771" y="6315"/>
                  </a:lnTo>
                  <a:lnTo>
                    <a:pt x="2066" y="6463"/>
                  </a:lnTo>
                  <a:lnTo>
                    <a:pt x="2361" y="6581"/>
                  </a:lnTo>
                  <a:lnTo>
                    <a:pt x="2685" y="6670"/>
                  </a:lnTo>
                  <a:lnTo>
                    <a:pt x="3039" y="6699"/>
                  </a:lnTo>
                  <a:lnTo>
                    <a:pt x="3364" y="6729"/>
                  </a:lnTo>
                  <a:lnTo>
                    <a:pt x="3718" y="6699"/>
                  </a:lnTo>
                  <a:lnTo>
                    <a:pt x="4043" y="6670"/>
                  </a:lnTo>
                  <a:lnTo>
                    <a:pt x="4367" y="6581"/>
                  </a:lnTo>
                  <a:lnTo>
                    <a:pt x="4692" y="6463"/>
                  </a:lnTo>
                  <a:lnTo>
                    <a:pt x="4987" y="6315"/>
                  </a:lnTo>
                  <a:lnTo>
                    <a:pt x="5252" y="6138"/>
                  </a:lnTo>
                  <a:lnTo>
                    <a:pt x="5518" y="5961"/>
                  </a:lnTo>
                  <a:lnTo>
                    <a:pt x="5754" y="5725"/>
                  </a:lnTo>
                  <a:lnTo>
                    <a:pt x="5961" y="5489"/>
                  </a:lnTo>
                  <a:lnTo>
                    <a:pt x="6167" y="5253"/>
                  </a:lnTo>
                  <a:lnTo>
                    <a:pt x="6344" y="4958"/>
                  </a:lnTo>
                  <a:lnTo>
                    <a:pt x="6462" y="4663"/>
                  </a:lnTo>
                  <a:lnTo>
                    <a:pt x="6580" y="4368"/>
                  </a:lnTo>
                  <a:lnTo>
                    <a:pt x="6669" y="4043"/>
                  </a:lnTo>
                  <a:lnTo>
                    <a:pt x="6728" y="3719"/>
                  </a:lnTo>
                  <a:lnTo>
                    <a:pt x="6728" y="3365"/>
                  </a:lnTo>
                  <a:lnTo>
                    <a:pt x="6728" y="3011"/>
                  </a:lnTo>
                  <a:lnTo>
                    <a:pt x="6669" y="2686"/>
                  </a:lnTo>
                  <a:lnTo>
                    <a:pt x="6580" y="2361"/>
                  </a:lnTo>
                  <a:lnTo>
                    <a:pt x="6462" y="2066"/>
                  </a:lnTo>
                  <a:lnTo>
                    <a:pt x="6344" y="1771"/>
                  </a:lnTo>
                  <a:lnTo>
                    <a:pt x="6167" y="1476"/>
                  </a:lnTo>
                  <a:lnTo>
                    <a:pt x="5961" y="1211"/>
                  </a:lnTo>
                  <a:lnTo>
                    <a:pt x="5754" y="975"/>
                  </a:lnTo>
                  <a:lnTo>
                    <a:pt x="5518" y="768"/>
                  </a:lnTo>
                  <a:lnTo>
                    <a:pt x="5252" y="562"/>
                  </a:lnTo>
                  <a:lnTo>
                    <a:pt x="4987" y="414"/>
                  </a:lnTo>
                  <a:lnTo>
                    <a:pt x="4692" y="266"/>
                  </a:lnTo>
                  <a:lnTo>
                    <a:pt x="4367" y="148"/>
                  </a:lnTo>
                  <a:lnTo>
                    <a:pt x="4043" y="60"/>
                  </a:lnTo>
                  <a:lnTo>
                    <a:pt x="3718" y="30"/>
                  </a:lnTo>
                  <a:lnTo>
                    <a:pt x="336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000" tIns="68000" rIns="68000" bIns="68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4"/>
            <p:cNvSpPr/>
            <p:nvPr/>
          </p:nvSpPr>
          <p:spPr>
            <a:xfrm flipH="1">
              <a:off x="3382265" y="2868767"/>
              <a:ext cx="56423" cy="56423"/>
            </a:xfrm>
            <a:custGeom>
              <a:avLst/>
              <a:gdLst/>
              <a:ahLst/>
              <a:cxnLst/>
              <a:rect l="l" t="t" r="r" b="b"/>
              <a:pathLst>
                <a:path w="6729" h="6729" extrusionOk="0">
                  <a:moveTo>
                    <a:pt x="3365" y="1"/>
                  </a:moveTo>
                  <a:lnTo>
                    <a:pt x="3040" y="30"/>
                  </a:lnTo>
                  <a:lnTo>
                    <a:pt x="2686" y="60"/>
                  </a:lnTo>
                  <a:lnTo>
                    <a:pt x="2391" y="148"/>
                  </a:lnTo>
                  <a:lnTo>
                    <a:pt x="2066" y="266"/>
                  </a:lnTo>
                  <a:lnTo>
                    <a:pt x="1771" y="414"/>
                  </a:lnTo>
                  <a:lnTo>
                    <a:pt x="1506" y="562"/>
                  </a:lnTo>
                  <a:lnTo>
                    <a:pt x="1240" y="768"/>
                  </a:lnTo>
                  <a:lnTo>
                    <a:pt x="1004" y="975"/>
                  </a:lnTo>
                  <a:lnTo>
                    <a:pt x="768" y="1211"/>
                  </a:lnTo>
                  <a:lnTo>
                    <a:pt x="591" y="1476"/>
                  </a:lnTo>
                  <a:lnTo>
                    <a:pt x="414" y="1771"/>
                  </a:lnTo>
                  <a:lnTo>
                    <a:pt x="266" y="2066"/>
                  </a:lnTo>
                  <a:lnTo>
                    <a:pt x="178" y="2361"/>
                  </a:lnTo>
                  <a:lnTo>
                    <a:pt x="89" y="2686"/>
                  </a:lnTo>
                  <a:lnTo>
                    <a:pt x="30" y="3011"/>
                  </a:lnTo>
                  <a:lnTo>
                    <a:pt x="1" y="3365"/>
                  </a:lnTo>
                  <a:lnTo>
                    <a:pt x="30" y="3719"/>
                  </a:lnTo>
                  <a:lnTo>
                    <a:pt x="89" y="4043"/>
                  </a:lnTo>
                  <a:lnTo>
                    <a:pt x="178" y="4368"/>
                  </a:lnTo>
                  <a:lnTo>
                    <a:pt x="266" y="4663"/>
                  </a:lnTo>
                  <a:lnTo>
                    <a:pt x="414" y="4958"/>
                  </a:lnTo>
                  <a:lnTo>
                    <a:pt x="591" y="5253"/>
                  </a:lnTo>
                  <a:lnTo>
                    <a:pt x="768" y="5489"/>
                  </a:lnTo>
                  <a:lnTo>
                    <a:pt x="1004" y="5725"/>
                  </a:lnTo>
                  <a:lnTo>
                    <a:pt x="1240" y="5961"/>
                  </a:lnTo>
                  <a:lnTo>
                    <a:pt x="1506" y="6138"/>
                  </a:lnTo>
                  <a:lnTo>
                    <a:pt x="1771" y="6315"/>
                  </a:lnTo>
                  <a:lnTo>
                    <a:pt x="2066" y="6463"/>
                  </a:lnTo>
                  <a:lnTo>
                    <a:pt x="2391" y="6581"/>
                  </a:lnTo>
                  <a:lnTo>
                    <a:pt x="2686" y="6670"/>
                  </a:lnTo>
                  <a:lnTo>
                    <a:pt x="3040" y="6699"/>
                  </a:lnTo>
                  <a:lnTo>
                    <a:pt x="3365" y="6729"/>
                  </a:lnTo>
                  <a:lnTo>
                    <a:pt x="3719" y="6699"/>
                  </a:lnTo>
                  <a:lnTo>
                    <a:pt x="4043" y="6670"/>
                  </a:lnTo>
                  <a:lnTo>
                    <a:pt x="4368" y="6581"/>
                  </a:lnTo>
                  <a:lnTo>
                    <a:pt x="4692" y="6463"/>
                  </a:lnTo>
                  <a:lnTo>
                    <a:pt x="4987" y="6315"/>
                  </a:lnTo>
                  <a:lnTo>
                    <a:pt x="5253" y="6138"/>
                  </a:lnTo>
                  <a:lnTo>
                    <a:pt x="5519" y="5961"/>
                  </a:lnTo>
                  <a:lnTo>
                    <a:pt x="5755" y="5725"/>
                  </a:lnTo>
                  <a:lnTo>
                    <a:pt x="5961" y="5489"/>
                  </a:lnTo>
                  <a:lnTo>
                    <a:pt x="6168" y="5253"/>
                  </a:lnTo>
                  <a:lnTo>
                    <a:pt x="6345" y="4958"/>
                  </a:lnTo>
                  <a:lnTo>
                    <a:pt x="6463" y="4663"/>
                  </a:lnTo>
                  <a:lnTo>
                    <a:pt x="6581" y="4368"/>
                  </a:lnTo>
                  <a:lnTo>
                    <a:pt x="6669" y="4043"/>
                  </a:lnTo>
                  <a:lnTo>
                    <a:pt x="6728" y="3719"/>
                  </a:lnTo>
                  <a:lnTo>
                    <a:pt x="6728" y="3365"/>
                  </a:lnTo>
                  <a:lnTo>
                    <a:pt x="6728" y="3011"/>
                  </a:lnTo>
                  <a:lnTo>
                    <a:pt x="6669" y="2686"/>
                  </a:lnTo>
                  <a:lnTo>
                    <a:pt x="6581" y="2361"/>
                  </a:lnTo>
                  <a:lnTo>
                    <a:pt x="6463" y="2066"/>
                  </a:lnTo>
                  <a:lnTo>
                    <a:pt x="6345" y="1771"/>
                  </a:lnTo>
                  <a:lnTo>
                    <a:pt x="6168" y="1476"/>
                  </a:lnTo>
                  <a:lnTo>
                    <a:pt x="5961" y="1211"/>
                  </a:lnTo>
                  <a:lnTo>
                    <a:pt x="5755" y="975"/>
                  </a:lnTo>
                  <a:lnTo>
                    <a:pt x="5519" y="768"/>
                  </a:lnTo>
                  <a:lnTo>
                    <a:pt x="5253" y="562"/>
                  </a:lnTo>
                  <a:lnTo>
                    <a:pt x="4987" y="414"/>
                  </a:lnTo>
                  <a:lnTo>
                    <a:pt x="4692" y="266"/>
                  </a:lnTo>
                  <a:lnTo>
                    <a:pt x="4368" y="148"/>
                  </a:lnTo>
                  <a:lnTo>
                    <a:pt x="4043" y="60"/>
                  </a:lnTo>
                  <a:lnTo>
                    <a:pt x="3719" y="30"/>
                  </a:lnTo>
                  <a:lnTo>
                    <a:pt x="336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000" tIns="68000" rIns="68000" bIns="68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4"/>
            <p:cNvSpPr/>
            <p:nvPr/>
          </p:nvSpPr>
          <p:spPr>
            <a:xfrm flipH="1">
              <a:off x="3280085" y="2868767"/>
              <a:ext cx="56171" cy="56423"/>
            </a:xfrm>
            <a:custGeom>
              <a:avLst/>
              <a:gdLst/>
              <a:ahLst/>
              <a:cxnLst/>
              <a:rect l="l" t="t" r="r" b="b"/>
              <a:pathLst>
                <a:path w="6699" h="6729" extrusionOk="0">
                  <a:moveTo>
                    <a:pt x="3335" y="1"/>
                  </a:moveTo>
                  <a:lnTo>
                    <a:pt x="3011" y="30"/>
                  </a:lnTo>
                  <a:lnTo>
                    <a:pt x="2656" y="60"/>
                  </a:lnTo>
                  <a:lnTo>
                    <a:pt x="2361" y="148"/>
                  </a:lnTo>
                  <a:lnTo>
                    <a:pt x="2037" y="266"/>
                  </a:lnTo>
                  <a:lnTo>
                    <a:pt x="1742" y="414"/>
                  </a:lnTo>
                  <a:lnTo>
                    <a:pt x="1476" y="562"/>
                  </a:lnTo>
                  <a:lnTo>
                    <a:pt x="1211" y="768"/>
                  </a:lnTo>
                  <a:lnTo>
                    <a:pt x="975" y="975"/>
                  </a:lnTo>
                  <a:lnTo>
                    <a:pt x="768" y="1211"/>
                  </a:lnTo>
                  <a:lnTo>
                    <a:pt x="561" y="1476"/>
                  </a:lnTo>
                  <a:lnTo>
                    <a:pt x="384" y="1771"/>
                  </a:lnTo>
                  <a:lnTo>
                    <a:pt x="237" y="2066"/>
                  </a:lnTo>
                  <a:lnTo>
                    <a:pt x="148" y="2361"/>
                  </a:lnTo>
                  <a:lnTo>
                    <a:pt x="60" y="2686"/>
                  </a:lnTo>
                  <a:lnTo>
                    <a:pt x="1" y="3011"/>
                  </a:lnTo>
                  <a:lnTo>
                    <a:pt x="1" y="3365"/>
                  </a:lnTo>
                  <a:lnTo>
                    <a:pt x="1" y="3719"/>
                  </a:lnTo>
                  <a:lnTo>
                    <a:pt x="60" y="4043"/>
                  </a:lnTo>
                  <a:lnTo>
                    <a:pt x="148" y="4368"/>
                  </a:lnTo>
                  <a:lnTo>
                    <a:pt x="237" y="4663"/>
                  </a:lnTo>
                  <a:lnTo>
                    <a:pt x="384" y="4958"/>
                  </a:lnTo>
                  <a:lnTo>
                    <a:pt x="561" y="5253"/>
                  </a:lnTo>
                  <a:lnTo>
                    <a:pt x="768" y="5489"/>
                  </a:lnTo>
                  <a:lnTo>
                    <a:pt x="975" y="5725"/>
                  </a:lnTo>
                  <a:lnTo>
                    <a:pt x="1211" y="5961"/>
                  </a:lnTo>
                  <a:lnTo>
                    <a:pt x="1476" y="6138"/>
                  </a:lnTo>
                  <a:lnTo>
                    <a:pt x="1742" y="6315"/>
                  </a:lnTo>
                  <a:lnTo>
                    <a:pt x="2037" y="6463"/>
                  </a:lnTo>
                  <a:lnTo>
                    <a:pt x="2361" y="6581"/>
                  </a:lnTo>
                  <a:lnTo>
                    <a:pt x="2656" y="6670"/>
                  </a:lnTo>
                  <a:lnTo>
                    <a:pt x="3011" y="6699"/>
                  </a:lnTo>
                  <a:lnTo>
                    <a:pt x="3335" y="6729"/>
                  </a:lnTo>
                  <a:lnTo>
                    <a:pt x="3689" y="6699"/>
                  </a:lnTo>
                  <a:lnTo>
                    <a:pt x="4014" y="6670"/>
                  </a:lnTo>
                  <a:lnTo>
                    <a:pt x="4338" y="6581"/>
                  </a:lnTo>
                  <a:lnTo>
                    <a:pt x="4663" y="6463"/>
                  </a:lnTo>
                  <a:lnTo>
                    <a:pt x="4958" y="6315"/>
                  </a:lnTo>
                  <a:lnTo>
                    <a:pt x="5224" y="6138"/>
                  </a:lnTo>
                  <a:lnTo>
                    <a:pt x="5489" y="5961"/>
                  </a:lnTo>
                  <a:lnTo>
                    <a:pt x="5725" y="5725"/>
                  </a:lnTo>
                  <a:lnTo>
                    <a:pt x="5932" y="5489"/>
                  </a:lnTo>
                  <a:lnTo>
                    <a:pt x="6138" y="5253"/>
                  </a:lnTo>
                  <a:lnTo>
                    <a:pt x="6315" y="4958"/>
                  </a:lnTo>
                  <a:lnTo>
                    <a:pt x="6433" y="4663"/>
                  </a:lnTo>
                  <a:lnTo>
                    <a:pt x="6551" y="4368"/>
                  </a:lnTo>
                  <a:lnTo>
                    <a:pt x="6640" y="4043"/>
                  </a:lnTo>
                  <a:lnTo>
                    <a:pt x="6699" y="3719"/>
                  </a:lnTo>
                  <a:lnTo>
                    <a:pt x="6699" y="3365"/>
                  </a:lnTo>
                  <a:lnTo>
                    <a:pt x="6699" y="3011"/>
                  </a:lnTo>
                  <a:lnTo>
                    <a:pt x="6640" y="2686"/>
                  </a:lnTo>
                  <a:lnTo>
                    <a:pt x="6551" y="2361"/>
                  </a:lnTo>
                  <a:lnTo>
                    <a:pt x="6433" y="2066"/>
                  </a:lnTo>
                  <a:lnTo>
                    <a:pt x="6315" y="1771"/>
                  </a:lnTo>
                  <a:lnTo>
                    <a:pt x="6138" y="1476"/>
                  </a:lnTo>
                  <a:lnTo>
                    <a:pt x="5932" y="1211"/>
                  </a:lnTo>
                  <a:lnTo>
                    <a:pt x="5725" y="975"/>
                  </a:lnTo>
                  <a:lnTo>
                    <a:pt x="5489" y="768"/>
                  </a:lnTo>
                  <a:lnTo>
                    <a:pt x="5224" y="562"/>
                  </a:lnTo>
                  <a:lnTo>
                    <a:pt x="4958" y="414"/>
                  </a:lnTo>
                  <a:lnTo>
                    <a:pt x="4663" y="266"/>
                  </a:lnTo>
                  <a:lnTo>
                    <a:pt x="4338" y="148"/>
                  </a:lnTo>
                  <a:lnTo>
                    <a:pt x="4014" y="60"/>
                  </a:lnTo>
                  <a:lnTo>
                    <a:pt x="3689" y="30"/>
                  </a:lnTo>
                  <a:lnTo>
                    <a:pt x="333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000" tIns="68000" rIns="68000" bIns="68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4"/>
            <p:cNvSpPr/>
            <p:nvPr/>
          </p:nvSpPr>
          <p:spPr>
            <a:xfrm flipH="1">
              <a:off x="3177897" y="2868767"/>
              <a:ext cx="56171" cy="56423"/>
            </a:xfrm>
            <a:custGeom>
              <a:avLst/>
              <a:gdLst/>
              <a:ahLst/>
              <a:cxnLst/>
              <a:rect l="l" t="t" r="r" b="b"/>
              <a:pathLst>
                <a:path w="6699" h="6729" extrusionOk="0">
                  <a:moveTo>
                    <a:pt x="3364" y="1"/>
                  </a:moveTo>
                  <a:lnTo>
                    <a:pt x="3010" y="30"/>
                  </a:lnTo>
                  <a:lnTo>
                    <a:pt x="2686" y="60"/>
                  </a:lnTo>
                  <a:lnTo>
                    <a:pt x="2361" y="148"/>
                  </a:lnTo>
                  <a:lnTo>
                    <a:pt x="2036" y="266"/>
                  </a:lnTo>
                  <a:lnTo>
                    <a:pt x="1741" y="414"/>
                  </a:lnTo>
                  <a:lnTo>
                    <a:pt x="1476" y="562"/>
                  </a:lnTo>
                  <a:lnTo>
                    <a:pt x="1210" y="768"/>
                  </a:lnTo>
                  <a:lnTo>
                    <a:pt x="974" y="975"/>
                  </a:lnTo>
                  <a:lnTo>
                    <a:pt x="768" y="1211"/>
                  </a:lnTo>
                  <a:lnTo>
                    <a:pt x="561" y="1476"/>
                  </a:lnTo>
                  <a:lnTo>
                    <a:pt x="384" y="1771"/>
                  </a:lnTo>
                  <a:lnTo>
                    <a:pt x="266" y="2066"/>
                  </a:lnTo>
                  <a:lnTo>
                    <a:pt x="148" y="2361"/>
                  </a:lnTo>
                  <a:lnTo>
                    <a:pt x="59" y="2686"/>
                  </a:lnTo>
                  <a:lnTo>
                    <a:pt x="0" y="3011"/>
                  </a:lnTo>
                  <a:lnTo>
                    <a:pt x="0" y="3365"/>
                  </a:lnTo>
                  <a:lnTo>
                    <a:pt x="0" y="3719"/>
                  </a:lnTo>
                  <a:lnTo>
                    <a:pt x="59" y="4043"/>
                  </a:lnTo>
                  <a:lnTo>
                    <a:pt x="148" y="4368"/>
                  </a:lnTo>
                  <a:lnTo>
                    <a:pt x="266" y="4663"/>
                  </a:lnTo>
                  <a:lnTo>
                    <a:pt x="384" y="4958"/>
                  </a:lnTo>
                  <a:lnTo>
                    <a:pt x="561" y="5253"/>
                  </a:lnTo>
                  <a:lnTo>
                    <a:pt x="768" y="5489"/>
                  </a:lnTo>
                  <a:lnTo>
                    <a:pt x="974" y="5725"/>
                  </a:lnTo>
                  <a:lnTo>
                    <a:pt x="1210" y="5961"/>
                  </a:lnTo>
                  <a:lnTo>
                    <a:pt x="1476" y="6138"/>
                  </a:lnTo>
                  <a:lnTo>
                    <a:pt x="1741" y="6315"/>
                  </a:lnTo>
                  <a:lnTo>
                    <a:pt x="2036" y="6463"/>
                  </a:lnTo>
                  <a:lnTo>
                    <a:pt x="2361" y="6581"/>
                  </a:lnTo>
                  <a:lnTo>
                    <a:pt x="2686" y="6670"/>
                  </a:lnTo>
                  <a:lnTo>
                    <a:pt x="3010" y="6699"/>
                  </a:lnTo>
                  <a:lnTo>
                    <a:pt x="3364" y="6729"/>
                  </a:lnTo>
                  <a:lnTo>
                    <a:pt x="3689" y="6699"/>
                  </a:lnTo>
                  <a:lnTo>
                    <a:pt x="4013" y="6670"/>
                  </a:lnTo>
                  <a:lnTo>
                    <a:pt x="4338" y="6581"/>
                  </a:lnTo>
                  <a:lnTo>
                    <a:pt x="4663" y="6463"/>
                  </a:lnTo>
                  <a:lnTo>
                    <a:pt x="4958" y="6315"/>
                  </a:lnTo>
                  <a:lnTo>
                    <a:pt x="5223" y="6138"/>
                  </a:lnTo>
                  <a:lnTo>
                    <a:pt x="5489" y="5961"/>
                  </a:lnTo>
                  <a:lnTo>
                    <a:pt x="5725" y="5725"/>
                  </a:lnTo>
                  <a:lnTo>
                    <a:pt x="5931" y="5489"/>
                  </a:lnTo>
                  <a:lnTo>
                    <a:pt x="6138" y="5253"/>
                  </a:lnTo>
                  <a:lnTo>
                    <a:pt x="6315" y="4958"/>
                  </a:lnTo>
                  <a:lnTo>
                    <a:pt x="6433" y="4663"/>
                  </a:lnTo>
                  <a:lnTo>
                    <a:pt x="6551" y="4368"/>
                  </a:lnTo>
                  <a:lnTo>
                    <a:pt x="6640" y="4043"/>
                  </a:lnTo>
                  <a:lnTo>
                    <a:pt x="6699" y="3719"/>
                  </a:lnTo>
                  <a:lnTo>
                    <a:pt x="6699" y="3365"/>
                  </a:lnTo>
                  <a:lnTo>
                    <a:pt x="6699" y="3011"/>
                  </a:lnTo>
                  <a:lnTo>
                    <a:pt x="6640" y="2686"/>
                  </a:lnTo>
                  <a:lnTo>
                    <a:pt x="6551" y="2361"/>
                  </a:lnTo>
                  <a:lnTo>
                    <a:pt x="6433" y="2066"/>
                  </a:lnTo>
                  <a:lnTo>
                    <a:pt x="6315" y="1771"/>
                  </a:lnTo>
                  <a:lnTo>
                    <a:pt x="6138" y="1476"/>
                  </a:lnTo>
                  <a:lnTo>
                    <a:pt x="5931" y="1211"/>
                  </a:lnTo>
                  <a:lnTo>
                    <a:pt x="5725" y="975"/>
                  </a:lnTo>
                  <a:lnTo>
                    <a:pt x="5489" y="768"/>
                  </a:lnTo>
                  <a:lnTo>
                    <a:pt x="5223" y="562"/>
                  </a:lnTo>
                  <a:lnTo>
                    <a:pt x="4958" y="414"/>
                  </a:lnTo>
                  <a:lnTo>
                    <a:pt x="4663" y="266"/>
                  </a:lnTo>
                  <a:lnTo>
                    <a:pt x="4338" y="148"/>
                  </a:lnTo>
                  <a:lnTo>
                    <a:pt x="4013" y="60"/>
                  </a:lnTo>
                  <a:lnTo>
                    <a:pt x="3689" y="30"/>
                  </a:lnTo>
                  <a:lnTo>
                    <a:pt x="336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000" tIns="68000" rIns="68000" bIns="68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4"/>
            <p:cNvSpPr/>
            <p:nvPr/>
          </p:nvSpPr>
          <p:spPr>
            <a:xfrm flipH="1">
              <a:off x="3075709" y="2868767"/>
              <a:ext cx="56179" cy="56423"/>
            </a:xfrm>
            <a:custGeom>
              <a:avLst/>
              <a:gdLst/>
              <a:ahLst/>
              <a:cxnLst/>
              <a:rect l="l" t="t" r="r" b="b"/>
              <a:pathLst>
                <a:path w="6700" h="6729" extrusionOk="0">
                  <a:moveTo>
                    <a:pt x="3365" y="1"/>
                  </a:moveTo>
                  <a:lnTo>
                    <a:pt x="3011" y="30"/>
                  </a:lnTo>
                  <a:lnTo>
                    <a:pt x="2686" y="60"/>
                  </a:lnTo>
                  <a:lnTo>
                    <a:pt x="2362" y="148"/>
                  </a:lnTo>
                  <a:lnTo>
                    <a:pt x="2037" y="266"/>
                  </a:lnTo>
                  <a:lnTo>
                    <a:pt x="1742" y="414"/>
                  </a:lnTo>
                  <a:lnTo>
                    <a:pt x="1476" y="562"/>
                  </a:lnTo>
                  <a:lnTo>
                    <a:pt x="1211" y="768"/>
                  </a:lnTo>
                  <a:lnTo>
                    <a:pt x="975" y="975"/>
                  </a:lnTo>
                  <a:lnTo>
                    <a:pt x="768" y="1211"/>
                  </a:lnTo>
                  <a:lnTo>
                    <a:pt x="562" y="1476"/>
                  </a:lnTo>
                  <a:lnTo>
                    <a:pt x="385" y="1771"/>
                  </a:lnTo>
                  <a:lnTo>
                    <a:pt x="266" y="2066"/>
                  </a:lnTo>
                  <a:lnTo>
                    <a:pt x="148" y="2361"/>
                  </a:lnTo>
                  <a:lnTo>
                    <a:pt x="60" y="2686"/>
                  </a:lnTo>
                  <a:lnTo>
                    <a:pt x="1" y="3011"/>
                  </a:lnTo>
                  <a:lnTo>
                    <a:pt x="1" y="3365"/>
                  </a:lnTo>
                  <a:lnTo>
                    <a:pt x="1" y="3719"/>
                  </a:lnTo>
                  <a:lnTo>
                    <a:pt x="60" y="4043"/>
                  </a:lnTo>
                  <a:lnTo>
                    <a:pt x="148" y="4368"/>
                  </a:lnTo>
                  <a:lnTo>
                    <a:pt x="266" y="4663"/>
                  </a:lnTo>
                  <a:lnTo>
                    <a:pt x="385" y="4958"/>
                  </a:lnTo>
                  <a:lnTo>
                    <a:pt x="562" y="5253"/>
                  </a:lnTo>
                  <a:lnTo>
                    <a:pt x="768" y="5489"/>
                  </a:lnTo>
                  <a:lnTo>
                    <a:pt x="975" y="5725"/>
                  </a:lnTo>
                  <a:lnTo>
                    <a:pt x="1211" y="5961"/>
                  </a:lnTo>
                  <a:lnTo>
                    <a:pt x="1476" y="6138"/>
                  </a:lnTo>
                  <a:lnTo>
                    <a:pt x="1742" y="6315"/>
                  </a:lnTo>
                  <a:lnTo>
                    <a:pt x="2037" y="6463"/>
                  </a:lnTo>
                  <a:lnTo>
                    <a:pt x="2362" y="6581"/>
                  </a:lnTo>
                  <a:lnTo>
                    <a:pt x="2686" y="6670"/>
                  </a:lnTo>
                  <a:lnTo>
                    <a:pt x="3011" y="6699"/>
                  </a:lnTo>
                  <a:lnTo>
                    <a:pt x="3365" y="6729"/>
                  </a:lnTo>
                  <a:lnTo>
                    <a:pt x="3689" y="6699"/>
                  </a:lnTo>
                  <a:lnTo>
                    <a:pt x="4043" y="6670"/>
                  </a:lnTo>
                  <a:lnTo>
                    <a:pt x="4339" y="6581"/>
                  </a:lnTo>
                  <a:lnTo>
                    <a:pt x="4663" y="6463"/>
                  </a:lnTo>
                  <a:lnTo>
                    <a:pt x="4958" y="6315"/>
                  </a:lnTo>
                  <a:lnTo>
                    <a:pt x="5224" y="6138"/>
                  </a:lnTo>
                  <a:lnTo>
                    <a:pt x="5489" y="5961"/>
                  </a:lnTo>
                  <a:lnTo>
                    <a:pt x="5725" y="5725"/>
                  </a:lnTo>
                  <a:lnTo>
                    <a:pt x="5932" y="5489"/>
                  </a:lnTo>
                  <a:lnTo>
                    <a:pt x="6138" y="5253"/>
                  </a:lnTo>
                  <a:lnTo>
                    <a:pt x="6315" y="4958"/>
                  </a:lnTo>
                  <a:lnTo>
                    <a:pt x="6463" y="4663"/>
                  </a:lnTo>
                  <a:lnTo>
                    <a:pt x="6552" y="4368"/>
                  </a:lnTo>
                  <a:lnTo>
                    <a:pt x="6640" y="4043"/>
                  </a:lnTo>
                  <a:lnTo>
                    <a:pt x="6699" y="3719"/>
                  </a:lnTo>
                  <a:lnTo>
                    <a:pt x="6699" y="3365"/>
                  </a:lnTo>
                  <a:lnTo>
                    <a:pt x="6699" y="3011"/>
                  </a:lnTo>
                  <a:lnTo>
                    <a:pt x="6640" y="2686"/>
                  </a:lnTo>
                  <a:lnTo>
                    <a:pt x="6552" y="2361"/>
                  </a:lnTo>
                  <a:lnTo>
                    <a:pt x="6463" y="2066"/>
                  </a:lnTo>
                  <a:lnTo>
                    <a:pt x="6315" y="1771"/>
                  </a:lnTo>
                  <a:lnTo>
                    <a:pt x="6138" y="1476"/>
                  </a:lnTo>
                  <a:lnTo>
                    <a:pt x="5932" y="1211"/>
                  </a:lnTo>
                  <a:lnTo>
                    <a:pt x="5725" y="975"/>
                  </a:lnTo>
                  <a:lnTo>
                    <a:pt x="5489" y="768"/>
                  </a:lnTo>
                  <a:lnTo>
                    <a:pt x="5224" y="562"/>
                  </a:lnTo>
                  <a:lnTo>
                    <a:pt x="4958" y="414"/>
                  </a:lnTo>
                  <a:lnTo>
                    <a:pt x="4663" y="266"/>
                  </a:lnTo>
                  <a:lnTo>
                    <a:pt x="4339" y="148"/>
                  </a:lnTo>
                  <a:lnTo>
                    <a:pt x="4043" y="60"/>
                  </a:lnTo>
                  <a:lnTo>
                    <a:pt x="3689" y="30"/>
                  </a:lnTo>
                  <a:lnTo>
                    <a:pt x="336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000" tIns="68000" rIns="68000" bIns="68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4"/>
            <p:cNvSpPr/>
            <p:nvPr/>
          </p:nvSpPr>
          <p:spPr>
            <a:xfrm flipH="1">
              <a:off x="3873148" y="2671577"/>
              <a:ext cx="389944" cy="77201"/>
            </a:xfrm>
            <a:custGeom>
              <a:avLst/>
              <a:gdLst/>
              <a:ahLst/>
              <a:cxnLst/>
              <a:rect l="l" t="t" r="r" b="b"/>
              <a:pathLst>
                <a:path w="46505" h="9207" extrusionOk="0">
                  <a:moveTo>
                    <a:pt x="4161" y="1"/>
                  </a:moveTo>
                  <a:lnTo>
                    <a:pt x="3689" y="89"/>
                  </a:lnTo>
                  <a:lnTo>
                    <a:pt x="3247" y="207"/>
                  </a:lnTo>
                  <a:lnTo>
                    <a:pt x="2834" y="355"/>
                  </a:lnTo>
                  <a:lnTo>
                    <a:pt x="2421" y="561"/>
                  </a:lnTo>
                  <a:lnTo>
                    <a:pt x="2037" y="768"/>
                  </a:lnTo>
                  <a:lnTo>
                    <a:pt x="1683" y="1033"/>
                  </a:lnTo>
                  <a:lnTo>
                    <a:pt x="1358" y="1328"/>
                  </a:lnTo>
                  <a:lnTo>
                    <a:pt x="1063" y="1682"/>
                  </a:lnTo>
                  <a:lnTo>
                    <a:pt x="798" y="2037"/>
                  </a:lnTo>
                  <a:lnTo>
                    <a:pt x="562" y="2391"/>
                  </a:lnTo>
                  <a:lnTo>
                    <a:pt x="385" y="2804"/>
                  </a:lnTo>
                  <a:lnTo>
                    <a:pt x="237" y="3217"/>
                  </a:lnTo>
                  <a:lnTo>
                    <a:pt x="119" y="3659"/>
                  </a:lnTo>
                  <a:lnTo>
                    <a:pt x="30" y="4132"/>
                  </a:lnTo>
                  <a:lnTo>
                    <a:pt x="1" y="4604"/>
                  </a:lnTo>
                  <a:lnTo>
                    <a:pt x="30" y="5076"/>
                  </a:lnTo>
                  <a:lnTo>
                    <a:pt x="119" y="5518"/>
                  </a:lnTo>
                  <a:lnTo>
                    <a:pt x="237" y="5961"/>
                  </a:lnTo>
                  <a:lnTo>
                    <a:pt x="385" y="6374"/>
                  </a:lnTo>
                  <a:lnTo>
                    <a:pt x="562" y="6787"/>
                  </a:lnTo>
                  <a:lnTo>
                    <a:pt x="798" y="7171"/>
                  </a:lnTo>
                  <a:lnTo>
                    <a:pt x="1063" y="7525"/>
                  </a:lnTo>
                  <a:lnTo>
                    <a:pt x="1358" y="7850"/>
                  </a:lnTo>
                  <a:lnTo>
                    <a:pt x="1683" y="8145"/>
                  </a:lnTo>
                  <a:lnTo>
                    <a:pt x="2037" y="8410"/>
                  </a:lnTo>
                  <a:lnTo>
                    <a:pt x="2421" y="8646"/>
                  </a:lnTo>
                  <a:lnTo>
                    <a:pt x="2834" y="8823"/>
                  </a:lnTo>
                  <a:lnTo>
                    <a:pt x="3247" y="9000"/>
                  </a:lnTo>
                  <a:lnTo>
                    <a:pt x="3689" y="9118"/>
                  </a:lnTo>
                  <a:lnTo>
                    <a:pt x="4161" y="9177"/>
                  </a:lnTo>
                  <a:lnTo>
                    <a:pt x="4634" y="9207"/>
                  </a:lnTo>
                  <a:lnTo>
                    <a:pt x="41872" y="9207"/>
                  </a:lnTo>
                  <a:lnTo>
                    <a:pt x="42344" y="9177"/>
                  </a:lnTo>
                  <a:lnTo>
                    <a:pt x="42816" y="9118"/>
                  </a:lnTo>
                  <a:lnTo>
                    <a:pt x="43259" y="9000"/>
                  </a:lnTo>
                  <a:lnTo>
                    <a:pt x="43672" y="8823"/>
                  </a:lnTo>
                  <a:lnTo>
                    <a:pt x="44085" y="8646"/>
                  </a:lnTo>
                  <a:lnTo>
                    <a:pt x="44469" y="8410"/>
                  </a:lnTo>
                  <a:lnTo>
                    <a:pt x="44823" y="8145"/>
                  </a:lnTo>
                  <a:lnTo>
                    <a:pt x="45147" y="7850"/>
                  </a:lnTo>
                  <a:lnTo>
                    <a:pt x="45442" y="7525"/>
                  </a:lnTo>
                  <a:lnTo>
                    <a:pt x="45708" y="7171"/>
                  </a:lnTo>
                  <a:lnTo>
                    <a:pt x="45944" y="6787"/>
                  </a:lnTo>
                  <a:lnTo>
                    <a:pt x="46121" y="6374"/>
                  </a:lnTo>
                  <a:lnTo>
                    <a:pt x="46298" y="5961"/>
                  </a:lnTo>
                  <a:lnTo>
                    <a:pt x="46387" y="5518"/>
                  </a:lnTo>
                  <a:lnTo>
                    <a:pt x="46475" y="5076"/>
                  </a:lnTo>
                  <a:lnTo>
                    <a:pt x="46505" y="4604"/>
                  </a:lnTo>
                  <a:lnTo>
                    <a:pt x="46475" y="4132"/>
                  </a:lnTo>
                  <a:lnTo>
                    <a:pt x="46387" y="3659"/>
                  </a:lnTo>
                  <a:lnTo>
                    <a:pt x="46298" y="3217"/>
                  </a:lnTo>
                  <a:lnTo>
                    <a:pt x="46121" y="2804"/>
                  </a:lnTo>
                  <a:lnTo>
                    <a:pt x="45944" y="2391"/>
                  </a:lnTo>
                  <a:lnTo>
                    <a:pt x="45708" y="2037"/>
                  </a:lnTo>
                  <a:lnTo>
                    <a:pt x="45442" y="1682"/>
                  </a:lnTo>
                  <a:lnTo>
                    <a:pt x="45147" y="1328"/>
                  </a:lnTo>
                  <a:lnTo>
                    <a:pt x="44823" y="1033"/>
                  </a:lnTo>
                  <a:lnTo>
                    <a:pt x="44469" y="768"/>
                  </a:lnTo>
                  <a:lnTo>
                    <a:pt x="44085" y="561"/>
                  </a:lnTo>
                  <a:lnTo>
                    <a:pt x="43672" y="355"/>
                  </a:lnTo>
                  <a:lnTo>
                    <a:pt x="43259" y="207"/>
                  </a:lnTo>
                  <a:lnTo>
                    <a:pt x="42816" y="89"/>
                  </a:lnTo>
                  <a:lnTo>
                    <a:pt x="42344" y="1"/>
                  </a:lnTo>
                  <a:close/>
                </a:path>
              </a:pathLst>
            </a:custGeom>
            <a:solidFill>
              <a:srgbClr val="BC8B19"/>
            </a:solidFill>
            <a:ln>
              <a:noFill/>
            </a:ln>
          </p:spPr>
          <p:txBody>
            <a:bodyPr spcFirstLastPara="1" wrap="square" lIns="68000" tIns="68000" rIns="68000" bIns="68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4"/>
            <p:cNvSpPr/>
            <p:nvPr/>
          </p:nvSpPr>
          <p:spPr>
            <a:xfrm flipH="1">
              <a:off x="4481798" y="2934338"/>
              <a:ext cx="210807" cy="105156"/>
            </a:xfrm>
            <a:custGeom>
              <a:avLst/>
              <a:gdLst/>
              <a:ahLst/>
              <a:cxnLst/>
              <a:rect l="l" t="t" r="r" b="b"/>
              <a:pathLst>
                <a:path w="25141" h="12541" extrusionOk="0">
                  <a:moveTo>
                    <a:pt x="6285" y="0"/>
                  </a:moveTo>
                  <a:lnTo>
                    <a:pt x="5636" y="30"/>
                  </a:lnTo>
                  <a:lnTo>
                    <a:pt x="5016" y="118"/>
                  </a:lnTo>
                  <a:lnTo>
                    <a:pt x="4426" y="266"/>
                  </a:lnTo>
                  <a:lnTo>
                    <a:pt x="3836" y="502"/>
                  </a:lnTo>
                  <a:lnTo>
                    <a:pt x="3305" y="768"/>
                  </a:lnTo>
                  <a:lnTo>
                    <a:pt x="2774" y="1063"/>
                  </a:lnTo>
                  <a:lnTo>
                    <a:pt x="2302" y="1446"/>
                  </a:lnTo>
                  <a:lnTo>
                    <a:pt x="1859" y="1830"/>
                  </a:lnTo>
                  <a:lnTo>
                    <a:pt x="1446" y="2272"/>
                  </a:lnTo>
                  <a:lnTo>
                    <a:pt x="1092" y="2774"/>
                  </a:lnTo>
                  <a:lnTo>
                    <a:pt x="767" y="3276"/>
                  </a:lnTo>
                  <a:lnTo>
                    <a:pt x="502" y="3836"/>
                  </a:lnTo>
                  <a:lnTo>
                    <a:pt x="295" y="4426"/>
                  </a:lnTo>
                  <a:lnTo>
                    <a:pt x="148" y="5017"/>
                  </a:lnTo>
                  <a:lnTo>
                    <a:pt x="30" y="5636"/>
                  </a:lnTo>
                  <a:lnTo>
                    <a:pt x="0" y="6285"/>
                  </a:lnTo>
                  <a:lnTo>
                    <a:pt x="30" y="6905"/>
                  </a:lnTo>
                  <a:lnTo>
                    <a:pt x="148" y="7525"/>
                  </a:lnTo>
                  <a:lnTo>
                    <a:pt x="295" y="8144"/>
                  </a:lnTo>
                  <a:lnTo>
                    <a:pt x="502" y="8705"/>
                  </a:lnTo>
                  <a:lnTo>
                    <a:pt x="767" y="9266"/>
                  </a:lnTo>
                  <a:lnTo>
                    <a:pt x="1092" y="9767"/>
                  </a:lnTo>
                  <a:lnTo>
                    <a:pt x="1446" y="10269"/>
                  </a:lnTo>
                  <a:lnTo>
                    <a:pt x="1859" y="10711"/>
                  </a:lnTo>
                  <a:lnTo>
                    <a:pt x="2302" y="11125"/>
                  </a:lnTo>
                  <a:lnTo>
                    <a:pt x="2774" y="11479"/>
                  </a:lnTo>
                  <a:lnTo>
                    <a:pt x="3305" y="11803"/>
                  </a:lnTo>
                  <a:lnTo>
                    <a:pt x="3836" y="12069"/>
                  </a:lnTo>
                  <a:lnTo>
                    <a:pt x="4426" y="12275"/>
                  </a:lnTo>
                  <a:lnTo>
                    <a:pt x="5016" y="12423"/>
                  </a:lnTo>
                  <a:lnTo>
                    <a:pt x="5636" y="12511"/>
                  </a:lnTo>
                  <a:lnTo>
                    <a:pt x="6285" y="12541"/>
                  </a:lnTo>
                  <a:lnTo>
                    <a:pt x="18855" y="12541"/>
                  </a:lnTo>
                  <a:lnTo>
                    <a:pt x="19475" y="12511"/>
                  </a:lnTo>
                  <a:lnTo>
                    <a:pt x="20095" y="12423"/>
                  </a:lnTo>
                  <a:lnTo>
                    <a:pt x="20714" y="12275"/>
                  </a:lnTo>
                  <a:lnTo>
                    <a:pt x="21275" y="12069"/>
                  </a:lnTo>
                  <a:lnTo>
                    <a:pt x="21836" y="11803"/>
                  </a:lnTo>
                  <a:lnTo>
                    <a:pt x="22337" y="11479"/>
                  </a:lnTo>
                  <a:lnTo>
                    <a:pt x="22839" y="11125"/>
                  </a:lnTo>
                  <a:lnTo>
                    <a:pt x="23281" y="10711"/>
                  </a:lnTo>
                  <a:lnTo>
                    <a:pt x="23694" y="10269"/>
                  </a:lnTo>
                  <a:lnTo>
                    <a:pt x="24049" y="9767"/>
                  </a:lnTo>
                  <a:lnTo>
                    <a:pt x="24373" y="9266"/>
                  </a:lnTo>
                  <a:lnTo>
                    <a:pt x="24639" y="8705"/>
                  </a:lnTo>
                  <a:lnTo>
                    <a:pt x="24845" y="8144"/>
                  </a:lnTo>
                  <a:lnTo>
                    <a:pt x="24993" y="7525"/>
                  </a:lnTo>
                  <a:lnTo>
                    <a:pt x="25081" y="6905"/>
                  </a:lnTo>
                  <a:lnTo>
                    <a:pt x="25140" y="6285"/>
                  </a:lnTo>
                  <a:lnTo>
                    <a:pt x="25081" y="5636"/>
                  </a:lnTo>
                  <a:lnTo>
                    <a:pt x="24993" y="5017"/>
                  </a:lnTo>
                  <a:lnTo>
                    <a:pt x="24845" y="4426"/>
                  </a:lnTo>
                  <a:lnTo>
                    <a:pt x="24639" y="3836"/>
                  </a:lnTo>
                  <a:lnTo>
                    <a:pt x="24373" y="3276"/>
                  </a:lnTo>
                  <a:lnTo>
                    <a:pt x="24049" y="2774"/>
                  </a:lnTo>
                  <a:lnTo>
                    <a:pt x="23694" y="2272"/>
                  </a:lnTo>
                  <a:lnTo>
                    <a:pt x="23281" y="1830"/>
                  </a:lnTo>
                  <a:lnTo>
                    <a:pt x="22839" y="1446"/>
                  </a:lnTo>
                  <a:lnTo>
                    <a:pt x="22337" y="1063"/>
                  </a:lnTo>
                  <a:lnTo>
                    <a:pt x="21836" y="768"/>
                  </a:lnTo>
                  <a:lnTo>
                    <a:pt x="21275" y="502"/>
                  </a:lnTo>
                  <a:lnTo>
                    <a:pt x="20714" y="266"/>
                  </a:lnTo>
                  <a:lnTo>
                    <a:pt x="20095" y="118"/>
                  </a:lnTo>
                  <a:lnTo>
                    <a:pt x="19475" y="30"/>
                  </a:lnTo>
                  <a:lnTo>
                    <a:pt x="18855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68000" tIns="68000" rIns="68000" bIns="68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4"/>
            <p:cNvSpPr/>
            <p:nvPr/>
          </p:nvSpPr>
          <p:spPr>
            <a:xfrm flipH="1">
              <a:off x="2296592" y="2876439"/>
              <a:ext cx="210556" cy="105165"/>
            </a:xfrm>
            <a:custGeom>
              <a:avLst/>
              <a:gdLst/>
              <a:ahLst/>
              <a:cxnLst/>
              <a:rect l="l" t="t" r="r" b="b"/>
              <a:pathLst>
                <a:path w="25111" h="12542" extrusionOk="0">
                  <a:moveTo>
                    <a:pt x="6285" y="1"/>
                  </a:moveTo>
                  <a:lnTo>
                    <a:pt x="5636" y="30"/>
                  </a:lnTo>
                  <a:lnTo>
                    <a:pt x="5016" y="119"/>
                  </a:lnTo>
                  <a:lnTo>
                    <a:pt x="4426" y="266"/>
                  </a:lnTo>
                  <a:lnTo>
                    <a:pt x="3836" y="473"/>
                  </a:lnTo>
                  <a:lnTo>
                    <a:pt x="3276" y="738"/>
                  </a:lnTo>
                  <a:lnTo>
                    <a:pt x="2774" y="1063"/>
                  </a:lnTo>
                  <a:lnTo>
                    <a:pt x="2272" y="1417"/>
                  </a:lnTo>
                  <a:lnTo>
                    <a:pt x="1830" y="1830"/>
                  </a:lnTo>
                  <a:lnTo>
                    <a:pt x="1446" y="2273"/>
                  </a:lnTo>
                  <a:lnTo>
                    <a:pt x="1062" y="2774"/>
                  </a:lnTo>
                  <a:lnTo>
                    <a:pt x="767" y="3276"/>
                  </a:lnTo>
                  <a:lnTo>
                    <a:pt x="502" y="3837"/>
                  </a:lnTo>
                  <a:lnTo>
                    <a:pt x="266" y="4397"/>
                  </a:lnTo>
                  <a:lnTo>
                    <a:pt x="118" y="5017"/>
                  </a:lnTo>
                  <a:lnTo>
                    <a:pt x="30" y="5636"/>
                  </a:lnTo>
                  <a:lnTo>
                    <a:pt x="0" y="6286"/>
                  </a:lnTo>
                  <a:lnTo>
                    <a:pt x="30" y="6905"/>
                  </a:lnTo>
                  <a:lnTo>
                    <a:pt x="118" y="7525"/>
                  </a:lnTo>
                  <a:lnTo>
                    <a:pt x="266" y="8145"/>
                  </a:lnTo>
                  <a:lnTo>
                    <a:pt x="502" y="8705"/>
                  </a:lnTo>
                  <a:lnTo>
                    <a:pt x="767" y="9266"/>
                  </a:lnTo>
                  <a:lnTo>
                    <a:pt x="1062" y="9768"/>
                  </a:lnTo>
                  <a:lnTo>
                    <a:pt x="1446" y="10269"/>
                  </a:lnTo>
                  <a:lnTo>
                    <a:pt x="1830" y="10712"/>
                  </a:lnTo>
                  <a:lnTo>
                    <a:pt x="2272" y="11125"/>
                  </a:lnTo>
                  <a:lnTo>
                    <a:pt x="2774" y="11479"/>
                  </a:lnTo>
                  <a:lnTo>
                    <a:pt x="3276" y="11804"/>
                  </a:lnTo>
                  <a:lnTo>
                    <a:pt x="3836" y="12069"/>
                  </a:lnTo>
                  <a:lnTo>
                    <a:pt x="4426" y="12276"/>
                  </a:lnTo>
                  <a:lnTo>
                    <a:pt x="5016" y="12423"/>
                  </a:lnTo>
                  <a:lnTo>
                    <a:pt x="5636" y="12512"/>
                  </a:lnTo>
                  <a:lnTo>
                    <a:pt x="6285" y="12541"/>
                  </a:lnTo>
                  <a:lnTo>
                    <a:pt x="18826" y="12541"/>
                  </a:lnTo>
                  <a:lnTo>
                    <a:pt x="19475" y="12512"/>
                  </a:lnTo>
                  <a:lnTo>
                    <a:pt x="20095" y="12423"/>
                  </a:lnTo>
                  <a:lnTo>
                    <a:pt x="20685" y="12276"/>
                  </a:lnTo>
                  <a:lnTo>
                    <a:pt x="21275" y="12069"/>
                  </a:lnTo>
                  <a:lnTo>
                    <a:pt x="21836" y="11804"/>
                  </a:lnTo>
                  <a:lnTo>
                    <a:pt x="22337" y="11479"/>
                  </a:lnTo>
                  <a:lnTo>
                    <a:pt x="22809" y="11125"/>
                  </a:lnTo>
                  <a:lnTo>
                    <a:pt x="23282" y="10712"/>
                  </a:lnTo>
                  <a:lnTo>
                    <a:pt x="23665" y="10269"/>
                  </a:lnTo>
                  <a:lnTo>
                    <a:pt x="24049" y="9768"/>
                  </a:lnTo>
                  <a:lnTo>
                    <a:pt x="24344" y="9266"/>
                  </a:lnTo>
                  <a:lnTo>
                    <a:pt x="24609" y="8705"/>
                  </a:lnTo>
                  <a:lnTo>
                    <a:pt x="24845" y="8145"/>
                  </a:lnTo>
                  <a:lnTo>
                    <a:pt x="24993" y="7525"/>
                  </a:lnTo>
                  <a:lnTo>
                    <a:pt x="25082" y="6905"/>
                  </a:lnTo>
                  <a:lnTo>
                    <a:pt x="25111" y="6286"/>
                  </a:lnTo>
                  <a:lnTo>
                    <a:pt x="25082" y="5636"/>
                  </a:lnTo>
                  <a:lnTo>
                    <a:pt x="24993" y="5017"/>
                  </a:lnTo>
                  <a:lnTo>
                    <a:pt x="24845" y="4397"/>
                  </a:lnTo>
                  <a:lnTo>
                    <a:pt x="24609" y="3837"/>
                  </a:lnTo>
                  <a:lnTo>
                    <a:pt x="24344" y="3276"/>
                  </a:lnTo>
                  <a:lnTo>
                    <a:pt x="24049" y="2774"/>
                  </a:lnTo>
                  <a:lnTo>
                    <a:pt x="23665" y="2273"/>
                  </a:lnTo>
                  <a:lnTo>
                    <a:pt x="23282" y="1830"/>
                  </a:lnTo>
                  <a:lnTo>
                    <a:pt x="22809" y="1417"/>
                  </a:lnTo>
                  <a:lnTo>
                    <a:pt x="22337" y="1063"/>
                  </a:lnTo>
                  <a:lnTo>
                    <a:pt x="21836" y="738"/>
                  </a:lnTo>
                  <a:lnTo>
                    <a:pt x="21275" y="473"/>
                  </a:lnTo>
                  <a:lnTo>
                    <a:pt x="20685" y="266"/>
                  </a:lnTo>
                  <a:lnTo>
                    <a:pt x="20095" y="119"/>
                  </a:lnTo>
                  <a:lnTo>
                    <a:pt x="19475" y="30"/>
                  </a:lnTo>
                  <a:lnTo>
                    <a:pt x="18826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68000" tIns="68000" rIns="68000" bIns="68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4"/>
            <p:cNvSpPr/>
            <p:nvPr/>
          </p:nvSpPr>
          <p:spPr>
            <a:xfrm flipH="1">
              <a:off x="3430764" y="2262599"/>
              <a:ext cx="189526" cy="52708"/>
            </a:xfrm>
            <a:custGeom>
              <a:avLst/>
              <a:gdLst/>
              <a:ahLst/>
              <a:cxnLst/>
              <a:rect l="l" t="t" r="r" b="b"/>
              <a:pathLst>
                <a:path w="22603" h="6286" extrusionOk="0">
                  <a:moveTo>
                    <a:pt x="3128" y="0"/>
                  </a:moveTo>
                  <a:lnTo>
                    <a:pt x="2803" y="30"/>
                  </a:lnTo>
                  <a:lnTo>
                    <a:pt x="2508" y="59"/>
                  </a:lnTo>
                  <a:lnTo>
                    <a:pt x="2213" y="148"/>
                  </a:lnTo>
                  <a:lnTo>
                    <a:pt x="1918" y="266"/>
                  </a:lnTo>
                  <a:lnTo>
                    <a:pt x="1653" y="384"/>
                  </a:lnTo>
                  <a:lnTo>
                    <a:pt x="1387" y="531"/>
                  </a:lnTo>
                  <a:lnTo>
                    <a:pt x="1151" y="738"/>
                  </a:lnTo>
                  <a:lnTo>
                    <a:pt x="915" y="915"/>
                  </a:lnTo>
                  <a:lnTo>
                    <a:pt x="708" y="1151"/>
                  </a:lnTo>
                  <a:lnTo>
                    <a:pt x="531" y="1387"/>
                  </a:lnTo>
                  <a:lnTo>
                    <a:pt x="384" y="1652"/>
                  </a:lnTo>
                  <a:lnTo>
                    <a:pt x="236" y="1918"/>
                  </a:lnTo>
                  <a:lnTo>
                    <a:pt x="148" y="2213"/>
                  </a:lnTo>
                  <a:lnTo>
                    <a:pt x="59" y="2508"/>
                  </a:lnTo>
                  <a:lnTo>
                    <a:pt x="0" y="2833"/>
                  </a:lnTo>
                  <a:lnTo>
                    <a:pt x="0" y="3157"/>
                  </a:lnTo>
                  <a:lnTo>
                    <a:pt x="0" y="3452"/>
                  </a:lnTo>
                  <a:lnTo>
                    <a:pt x="59" y="3777"/>
                  </a:lnTo>
                  <a:lnTo>
                    <a:pt x="148" y="4072"/>
                  </a:lnTo>
                  <a:lnTo>
                    <a:pt x="236" y="4367"/>
                  </a:lnTo>
                  <a:lnTo>
                    <a:pt x="384" y="4633"/>
                  </a:lnTo>
                  <a:lnTo>
                    <a:pt x="531" y="4898"/>
                  </a:lnTo>
                  <a:lnTo>
                    <a:pt x="708" y="5134"/>
                  </a:lnTo>
                  <a:lnTo>
                    <a:pt x="915" y="5370"/>
                  </a:lnTo>
                  <a:lnTo>
                    <a:pt x="1151" y="5577"/>
                  </a:lnTo>
                  <a:lnTo>
                    <a:pt x="1387" y="5754"/>
                  </a:lnTo>
                  <a:lnTo>
                    <a:pt x="1653" y="5901"/>
                  </a:lnTo>
                  <a:lnTo>
                    <a:pt x="1918" y="6049"/>
                  </a:lnTo>
                  <a:lnTo>
                    <a:pt x="2213" y="6138"/>
                  </a:lnTo>
                  <a:lnTo>
                    <a:pt x="2508" y="6226"/>
                  </a:lnTo>
                  <a:lnTo>
                    <a:pt x="2803" y="6256"/>
                  </a:lnTo>
                  <a:lnTo>
                    <a:pt x="3128" y="6285"/>
                  </a:lnTo>
                  <a:lnTo>
                    <a:pt x="19475" y="6285"/>
                  </a:lnTo>
                  <a:lnTo>
                    <a:pt x="19770" y="6256"/>
                  </a:lnTo>
                  <a:lnTo>
                    <a:pt x="20095" y="6226"/>
                  </a:lnTo>
                  <a:lnTo>
                    <a:pt x="20390" y="6138"/>
                  </a:lnTo>
                  <a:lnTo>
                    <a:pt x="20685" y="6049"/>
                  </a:lnTo>
                  <a:lnTo>
                    <a:pt x="20951" y="5901"/>
                  </a:lnTo>
                  <a:lnTo>
                    <a:pt x="21216" y="5754"/>
                  </a:lnTo>
                  <a:lnTo>
                    <a:pt x="21452" y="5577"/>
                  </a:lnTo>
                  <a:lnTo>
                    <a:pt x="21688" y="5370"/>
                  </a:lnTo>
                  <a:lnTo>
                    <a:pt x="21895" y="5134"/>
                  </a:lnTo>
                  <a:lnTo>
                    <a:pt x="22072" y="4898"/>
                  </a:lnTo>
                  <a:lnTo>
                    <a:pt x="22219" y="4633"/>
                  </a:lnTo>
                  <a:lnTo>
                    <a:pt x="22367" y="4367"/>
                  </a:lnTo>
                  <a:lnTo>
                    <a:pt x="22455" y="4072"/>
                  </a:lnTo>
                  <a:lnTo>
                    <a:pt x="22544" y="3777"/>
                  </a:lnTo>
                  <a:lnTo>
                    <a:pt x="22573" y="3452"/>
                  </a:lnTo>
                  <a:lnTo>
                    <a:pt x="22603" y="3157"/>
                  </a:lnTo>
                  <a:lnTo>
                    <a:pt x="22573" y="2833"/>
                  </a:lnTo>
                  <a:lnTo>
                    <a:pt x="22544" y="2508"/>
                  </a:lnTo>
                  <a:lnTo>
                    <a:pt x="22455" y="2213"/>
                  </a:lnTo>
                  <a:lnTo>
                    <a:pt x="22367" y="1918"/>
                  </a:lnTo>
                  <a:lnTo>
                    <a:pt x="22219" y="1652"/>
                  </a:lnTo>
                  <a:lnTo>
                    <a:pt x="22072" y="1387"/>
                  </a:lnTo>
                  <a:lnTo>
                    <a:pt x="21895" y="1151"/>
                  </a:lnTo>
                  <a:lnTo>
                    <a:pt x="21688" y="915"/>
                  </a:lnTo>
                  <a:lnTo>
                    <a:pt x="21452" y="738"/>
                  </a:lnTo>
                  <a:lnTo>
                    <a:pt x="21216" y="531"/>
                  </a:lnTo>
                  <a:lnTo>
                    <a:pt x="20951" y="384"/>
                  </a:lnTo>
                  <a:lnTo>
                    <a:pt x="20685" y="266"/>
                  </a:lnTo>
                  <a:lnTo>
                    <a:pt x="20390" y="148"/>
                  </a:lnTo>
                  <a:lnTo>
                    <a:pt x="20095" y="59"/>
                  </a:lnTo>
                  <a:lnTo>
                    <a:pt x="19770" y="30"/>
                  </a:lnTo>
                  <a:lnTo>
                    <a:pt x="1947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000" tIns="68000" rIns="68000" bIns="68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750"/>
        </a:solidFill>
        <a:effectLst/>
      </p:bgPr>
    </p:bg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8" name="Google Shape;468;p35"/>
          <p:cNvGrpSpPr/>
          <p:nvPr/>
        </p:nvGrpSpPr>
        <p:grpSpPr>
          <a:xfrm>
            <a:off x="2239672" y="159056"/>
            <a:ext cx="4593176" cy="4593227"/>
            <a:chOff x="4084191" y="411473"/>
            <a:chExt cx="4544100" cy="4544150"/>
          </a:xfrm>
        </p:grpSpPr>
        <p:sp>
          <p:nvSpPr>
            <p:cNvPr id="469" name="Google Shape;469;p35"/>
            <p:cNvSpPr/>
            <p:nvPr/>
          </p:nvSpPr>
          <p:spPr>
            <a:xfrm rot="3600079">
              <a:off x="4692975" y="1020307"/>
              <a:ext cx="3326533" cy="3326533"/>
            </a:xfrm>
            <a:prstGeom prst="blockArc">
              <a:avLst>
                <a:gd name="adj1" fmla="val 16188785"/>
                <a:gd name="adj2" fmla="val 19963520"/>
                <a:gd name="adj3" fmla="val 25170"/>
              </a:avLst>
            </a:pr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5"/>
            <p:cNvSpPr/>
            <p:nvPr/>
          </p:nvSpPr>
          <p:spPr>
            <a:xfrm>
              <a:off x="4692850" y="1020225"/>
              <a:ext cx="3326700" cy="3326700"/>
            </a:xfrm>
            <a:prstGeom prst="blockArc">
              <a:avLst>
                <a:gd name="adj1" fmla="val 16188785"/>
                <a:gd name="adj2" fmla="val 19963520"/>
                <a:gd name="adj3" fmla="val 25170"/>
              </a:avLst>
            </a:prstGeom>
            <a:solidFill>
              <a:srgbClr val="DDA2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5"/>
            <p:cNvSpPr/>
            <p:nvPr/>
          </p:nvSpPr>
          <p:spPr>
            <a:xfrm rot="7034668">
              <a:off x="4693047" y="1020302"/>
              <a:ext cx="3326430" cy="3326430"/>
            </a:xfrm>
            <a:prstGeom prst="blockArc">
              <a:avLst>
                <a:gd name="adj1" fmla="val 16188785"/>
                <a:gd name="adj2" fmla="val 19963520"/>
                <a:gd name="adj3" fmla="val 25170"/>
              </a:avLst>
            </a:prstGeom>
            <a:solidFill>
              <a:srgbClr val="76A5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5"/>
            <p:cNvSpPr/>
            <p:nvPr/>
          </p:nvSpPr>
          <p:spPr>
            <a:xfrm rot="-3600079" flipH="1">
              <a:off x="4692975" y="1020257"/>
              <a:ext cx="3326533" cy="3326533"/>
            </a:xfrm>
            <a:prstGeom prst="blockArc">
              <a:avLst>
                <a:gd name="adj1" fmla="val 16188785"/>
                <a:gd name="adj2" fmla="val 19963520"/>
                <a:gd name="adj3" fmla="val 25170"/>
              </a:avLst>
            </a:prstGeom>
            <a:solidFill>
              <a:srgbClr val="BC8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5"/>
            <p:cNvSpPr/>
            <p:nvPr/>
          </p:nvSpPr>
          <p:spPr>
            <a:xfrm flipH="1">
              <a:off x="4692932" y="1020175"/>
              <a:ext cx="3326700" cy="3326700"/>
            </a:xfrm>
            <a:prstGeom prst="blockArc">
              <a:avLst>
                <a:gd name="adj1" fmla="val 16188785"/>
                <a:gd name="adj2" fmla="val 19963520"/>
                <a:gd name="adj3" fmla="val 25170"/>
              </a:avLst>
            </a:prstGeom>
            <a:solidFill>
              <a:srgbClr val="FDB8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5"/>
            <p:cNvSpPr/>
            <p:nvPr/>
          </p:nvSpPr>
          <p:spPr>
            <a:xfrm rot="-7034668" flipH="1">
              <a:off x="4693005" y="1020252"/>
              <a:ext cx="3326430" cy="3326430"/>
            </a:xfrm>
            <a:prstGeom prst="blockArc">
              <a:avLst>
                <a:gd name="adj1" fmla="val 16188785"/>
                <a:gd name="adj2" fmla="val 19994278"/>
                <a:gd name="adj3" fmla="val 25168"/>
              </a:avLst>
            </a:prstGeom>
            <a:solidFill>
              <a:srgbClr val="29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5" name="Google Shape;475;p35"/>
          <p:cNvSpPr txBox="1"/>
          <p:nvPr/>
        </p:nvSpPr>
        <p:spPr>
          <a:xfrm>
            <a:off x="3785474" y="2324498"/>
            <a:ext cx="1502700" cy="3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Branding &amp; User Experience</a:t>
            </a:r>
            <a:endParaRPr sz="18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476" name="Google Shape;476;p35"/>
          <p:cNvGrpSpPr/>
          <p:nvPr/>
        </p:nvGrpSpPr>
        <p:grpSpPr>
          <a:xfrm>
            <a:off x="4957776" y="3336561"/>
            <a:ext cx="405562" cy="406448"/>
            <a:chOff x="1128425" y="2449250"/>
            <a:chExt cx="885700" cy="885700"/>
          </a:xfrm>
        </p:grpSpPr>
        <p:sp>
          <p:nvSpPr>
            <p:cNvPr id="477" name="Google Shape;477;p35"/>
            <p:cNvSpPr/>
            <p:nvPr/>
          </p:nvSpPr>
          <p:spPr>
            <a:xfrm>
              <a:off x="1128425" y="2449250"/>
              <a:ext cx="885700" cy="885700"/>
            </a:xfrm>
            <a:custGeom>
              <a:avLst/>
              <a:gdLst/>
              <a:ahLst/>
              <a:cxnLst/>
              <a:rect l="l" t="t" r="r" b="b"/>
              <a:pathLst>
                <a:path w="35428" h="35428" extrusionOk="0">
                  <a:moveTo>
                    <a:pt x="23296" y="3483"/>
                  </a:moveTo>
                  <a:lnTo>
                    <a:pt x="23734" y="3529"/>
                  </a:lnTo>
                  <a:lnTo>
                    <a:pt x="24172" y="3575"/>
                  </a:lnTo>
                  <a:lnTo>
                    <a:pt x="24587" y="3645"/>
                  </a:lnTo>
                  <a:lnTo>
                    <a:pt x="25025" y="3737"/>
                  </a:lnTo>
                  <a:lnTo>
                    <a:pt x="25441" y="3852"/>
                  </a:lnTo>
                  <a:lnTo>
                    <a:pt x="25856" y="3991"/>
                  </a:lnTo>
                  <a:lnTo>
                    <a:pt x="26271" y="4152"/>
                  </a:lnTo>
                  <a:lnTo>
                    <a:pt x="26686" y="4336"/>
                  </a:lnTo>
                  <a:lnTo>
                    <a:pt x="27078" y="4521"/>
                  </a:lnTo>
                  <a:lnTo>
                    <a:pt x="27470" y="4752"/>
                  </a:lnTo>
                  <a:lnTo>
                    <a:pt x="27862" y="4982"/>
                  </a:lnTo>
                  <a:lnTo>
                    <a:pt x="28231" y="5236"/>
                  </a:lnTo>
                  <a:lnTo>
                    <a:pt x="28600" y="5513"/>
                  </a:lnTo>
                  <a:lnTo>
                    <a:pt x="28946" y="5813"/>
                  </a:lnTo>
                  <a:lnTo>
                    <a:pt x="29292" y="6136"/>
                  </a:lnTo>
                  <a:lnTo>
                    <a:pt x="29615" y="6481"/>
                  </a:lnTo>
                  <a:lnTo>
                    <a:pt x="29915" y="6827"/>
                  </a:lnTo>
                  <a:lnTo>
                    <a:pt x="30192" y="7196"/>
                  </a:lnTo>
                  <a:lnTo>
                    <a:pt x="30446" y="7566"/>
                  </a:lnTo>
                  <a:lnTo>
                    <a:pt x="30699" y="7958"/>
                  </a:lnTo>
                  <a:lnTo>
                    <a:pt x="30907" y="8350"/>
                  </a:lnTo>
                  <a:lnTo>
                    <a:pt x="31115" y="8742"/>
                  </a:lnTo>
                  <a:lnTo>
                    <a:pt x="31276" y="9157"/>
                  </a:lnTo>
                  <a:lnTo>
                    <a:pt x="31437" y="9572"/>
                  </a:lnTo>
                  <a:lnTo>
                    <a:pt x="31576" y="9987"/>
                  </a:lnTo>
                  <a:lnTo>
                    <a:pt x="31691" y="10402"/>
                  </a:lnTo>
                  <a:lnTo>
                    <a:pt x="31783" y="10841"/>
                  </a:lnTo>
                  <a:lnTo>
                    <a:pt x="31853" y="11279"/>
                  </a:lnTo>
                  <a:lnTo>
                    <a:pt x="31899" y="11717"/>
                  </a:lnTo>
                  <a:lnTo>
                    <a:pt x="31945" y="12132"/>
                  </a:lnTo>
                  <a:lnTo>
                    <a:pt x="31945" y="12570"/>
                  </a:lnTo>
                  <a:lnTo>
                    <a:pt x="31945" y="13009"/>
                  </a:lnTo>
                  <a:lnTo>
                    <a:pt x="31899" y="13447"/>
                  </a:lnTo>
                  <a:lnTo>
                    <a:pt x="31853" y="13885"/>
                  </a:lnTo>
                  <a:lnTo>
                    <a:pt x="31783" y="14323"/>
                  </a:lnTo>
                  <a:lnTo>
                    <a:pt x="31691" y="14739"/>
                  </a:lnTo>
                  <a:lnTo>
                    <a:pt x="31576" y="15177"/>
                  </a:lnTo>
                  <a:lnTo>
                    <a:pt x="31437" y="15592"/>
                  </a:lnTo>
                  <a:lnTo>
                    <a:pt x="31276" y="16007"/>
                  </a:lnTo>
                  <a:lnTo>
                    <a:pt x="31115" y="16422"/>
                  </a:lnTo>
                  <a:lnTo>
                    <a:pt x="30907" y="16814"/>
                  </a:lnTo>
                  <a:lnTo>
                    <a:pt x="30699" y="17206"/>
                  </a:lnTo>
                  <a:lnTo>
                    <a:pt x="30446" y="17599"/>
                  </a:lnTo>
                  <a:lnTo>
                    <a:pt x="30192" y="17968"/>
                  </a:lnTo>
                  <a:lnTo>
                    <a:pt x="29915" y="18314"/>
                  </a:lnTo>
                  <a:lnTo>
                    <a:pt x="29615" y="18683"/>
                  </a:lnTo>
                  <a:lnTo>
                    <a:pt x="29292" y="19005"/>
                  </a:lnTo>
                  <a:lnTo>
                    <a:pt x="28969" y="19328"/>
                  </a:lnTo>
                  <a:lnTo>
                    <a:pt x="28624" y="19628"/>
                  </a:lnTo>
                  <a:lnTo>
                    <a:pt x="28254" y="19905"/>
                  </a:lnTo>
                  <a:lnTo>
                    <a:pt x="27909" y="20159"/>
                  </a:lnTo>
                  <a:lnTo>
                    <a:pt x="27516" y="20389"/>
                  </a:lnTo>
                  <a:lnTo>
                    <a:pt x="27147" y="20620"/>
                  </a:lnTo>
                  <a:lnTo>
                    <a:pt x="26732" y="20805"/>
                  </a:lnTo>
                  <a:lnTo>
                    <a:pt x="26340" y="20989"/>
                  </a:lnTo>
                  <a:lnTo>
                    <a:pt x="25925" y="21150"/>
                  </a:lnTo>
                  <a:lnTo>
                    <a:pt x="25510" y="21289"/>
                  </a:lnTo>
                  <a:lnTo>
                    <a:pt x="25072" y="21404"/>
                  </a:lnTo>
                  <a:lnTo>
                    <a:pt x="24633" y="21496"/>
                  </a:lnTo>
                  <a:lnTo>
                    <a:pt x="24195" y="21589"/>
                  </a:lnTo>
                  <a:lnTo>
                    <a:pt x="23757" y="21635"/>
                  </a:lnTo>
                  <a:lnTo>
                    <a:pt x="23319" y="21658"/>
                  </a:lnTo>
                  <a:lnTo>
                    <a:pt x="22857" y="21681"/>
                  </a:lnTo>
                  <a:lnTo>
                    <a:pt x="22396" y="21658"/>
                  </a:lnTo>
                  <a:lnTo>
                    <a:pt x="21958" y="21635"/>
                  </a:lnTo>
                  <a:lnTo>
                    <a:pt x="21496" y="21589"/>
                  </a:lnTo>
                  <a:lnTo>
                    <a:pt x="21058" y="21496"/>
                  </a:lnTo>
                  <a:lnTo>
                    <a:pt x="20620" y="21404"/>
                  </a:lnTo>
                  <a:lnTo>
                    <a:pt x="20205" y="21289"/>
                  </a:lnTo>
                  <a:lnTo>
                    <a:pt x="19790" y="21150"/>
                  </a:lnTo>
                  <a:lnTo>
                    <a:pt x="19375" y="20989"/>
                  </a:lnTo>
                  <a:lnTo>
                    <a:pt x="18959" y="20805"/>
                  </a:lnTo>
                  <a:lnTo>
                    <a:pt x="18567" y="20620"/>
                  </a:lnTo>
                  <a:lnTo>
                    <a:pt x="18175" y="20389"/>
                  </a:lnTo>
                  <a:lnTo>
                    <a:pt x="17806" y="20159"/>
                  </a:lnTo>
                  <a:lnTo>
                    <a:pt x="17437" y="19905"/>
                  </a:lnTo>
                  <a:lnTo>
                    <a:pt x="17091" y="19628"/>
                  </a:lnTo>
                  <a:lnTo>
                    <a:pt x="16745" y="19328"/>
                  </a:lnTo>
                  <a:lnTo>
                    <a:pt x="16422" y="19005"/>
                  </a:lnTo>
                  <a:lnTo>
                    <a:pt x="16099" y="18683"/>
                  </a:lnTo>
                  <a:lnTo>
                    <a:pt x="15799" y="18314"/>
                  </a:lnTo>
                  <a:lnTo>
                    <a:pt x="15523" y="17968"/>
                  </a:lnTo>
                  <a:lnTo>
                    <a:pt x="15246" y="17599"/>
                  </a:lnTo>
                  <a:lnTo>
                    <a:pt x="15015" y="17206"/>
                  </a:lnTo>
                  <a:lnTo>
                    <a:pt x="14808" y="16814"/>
                  </a:lnTo>
                  <a:lnTo>
                    <a:pt x="14600" y="16422"/>
                  </a:lnTo>
                  <a:lnTo>
                    <a:pt x="14416" y="16007"/>
                  </a:lnTo>
                  <a:lnTo>
                    <a:pt x="14277" y="15592"/>
                  </a:lnTo>
                  <a:lnTo>
                    <a:pt x="14139" y="15177"/>
                  </a:lnTo>
                  <a:lnTo>
                    <a:pt x="14023" y="14739"/>
                  </a:lnTo>
                  <a:lnTo>
                    <a:pt x="13931" y="14323"/>
                  </a:lnTo>
                  <a:lnTo>
                    <a:pt x="13862" y="13885"/>
                  </a:lnTo>
                  <a:lnTo>
                    <a:pt x="13793" y="13447"/>
                  </a:lnTo>
                  <a:lnTo>
                    <a:pt x="13770" y="13009"/>
                  </a:lnTo>
                  <a:lnTo>
                    <a:pt x="13747" y="12570"/>
                  </a:lnTo>
                  <a:lnTo>
                    <a:pt x="13770" y="12132"/>
                  </a:lnTo>
                  <a:lnTo>
                    <a:pt x="13793" y="11717"/>
                  </a:lnTo>
                  <a:lnTo>
                    <a:pt x="13862" y="11279"/>
                  </a:lnTo>
                  <a:lnTo>
                    <a:pt x="13931" y="10841"/>
                  </a:lnTo>
                  <a:lnTo>
                    <a:pt x="14023" y="10402"/>
                  </a:lnTo>
                  <a:lnTo>
                    <a:pt x="14139" y="9987"/>
                  </a:lnTo>
                  <a:lnTo>
                    <a:pt x="14277" y="9572"/>
                  </a:lnTo>
                  <a:lnTo>
                    <a:pt x="14416" y="9157"/>
                  </a:lnTo>
                  <a:lnTo>
                    <a:pt x="14600" y="8742"/>
                  </a:lnTo>
                  <a:lnTo>
                    <a:pt x="14808" y="8350"/>
                  </a:lnTo>
                  <a:lnTo>
                    <a:pt x="15015" y="7958"/>
                  </a:lnTo>
                  <a:lnTo>
                    <a:pt x="15246" y="7566"/>
                  </a:lnTo>
                  <a:lnTo>
                    <a:pt x="15523" y="7196"/>
                  </a:lnTo>
                  <a:lnTo>
                    <a:pt x="15799" y="6827"/>
                  </a:lnTo>
                  <a:lnTo>
                    <a:pt x="16099" y="6481"/>
                  </a:lnTo>
                  <a:lnTo>
                    <a:pt x="16422" y="6136"/>
                  </a:lnTo>
                  <a:lnTo>
                    <a:pt x="16768" y="5813"/>
                  </a:lnTo>
                  <a:lnTo>
                    <a:pt x="17114" y="5513"/>
                  </a:lnTo>
                  <a:lnTo>
                    <a:pt x="17460" y="5236"/>
                  </a:lnTo>
                  <a:lnTo>
                    <a:pt x="17852" y="4982"/>
                  </a:lnTo>
                  <a:lnTo>
                    <a:pt x="18221" y="4752"/>
                  </a:lnTo>
                  <a:lnTo>
                    <a:pt x="18613" y="4521"/>
                  </a:lnTo>
                  <a:lnTo>
                    <a:pt x="19029" y="4336"/>
                  </a:lnTo>
                  <a:lnTo>
                    <a:pt x="19421" y="4152"/>
                  </a:lnTo>
                  <a:lnTo>
                    <a:pt x="19836" y="3991"/>
                  </a:lnTo>
                  <a:lnTo>
                    <a:pt x="20251" y="3852"/>
                  </a:lnTo>
                  <a:lnTo>
                    <a:pt x="20689" y="3737"/>
                  </a:lnTo>
                  <a:lnTo>
                    <a:pt x="21104" y="3645"/>
                  </a:lnTo>
                  <a:lnTo>
                    <a:pt x="21543" y="3575"/>
                  </a:lnTo>
                  <a:lnTo>
                    <a:pt x="21981" y="3529"/>
                  </a:lnTo>
                  <a:lnTo>
                    <a:pt x="22419" y="3483"/>
                  </a:lnTo>
                  <a:close/>
                  <a:moveTo>
                    <a:pt x="22857" y="0"/>
                  </a:moveTo>
                  <a:lnTo>
                    <a:pt x="22235" y="23"/>
                  </a:lnTo>
                  <a:lnTo>
                    <a:pt x="21612" y="70"/>
                  </a:lnTo>
                  <a:lnTo>
                    <a:pt x="20989" y="139"/>
                  </a:lnTo>
                  <a:lnTo>
                    <a:pt x="20389" y="254"/>
                  </a:lnTo>
                  <a:lnTo>
                    <a:pt x="19790" y="369"/>
                  </a:lnTo>
                  <a:lnTo>
                    <a:pt x="19190" y="554"/>
                  </a:lnTo>
                  <a:lnTo>
                    <a:pt x="18613" y="738"/>
                  </a:lnTo>
                  <a:lnTo>
                    <a:pt x="18037" y="946"/>
                  </a:lnTo>
                  <a:lnTo>
                    <a:pt x="17483" y="1200"/>
                  </a:lnTo>
                  <a:lnTo>
                    <a:pt x="16930" y="1476"/>
                  </a:lnTo>
                  <a:lnTo>
                    <a:pt x="16399" y="1776"/>
                  </a:lnTo>
                  <a:lnTo>
                    <a:pt x="15892" y="2099"/>
                  </a:lnTo>
                  <a:lnTo>
                    <a:pt x="15384" y="2468"/>
                  </a:lnTo>
                  <a:lnTo>
                    <a:pt x="14877" y="2837"/>
                  </a:lnTo>
                  <a:lnTo>
                    <a:pt x="14416" y="3252"/>
                  </a:lnTo>
                  <a:lnTo>
                    <a:pt x="13954" y="3691"/>
                  </a:lnTo>
                  <a:lnTo>
                    <a:pt x="13931" y="3737"/>
                  </a:lnTo>
                  <a:lnTo>
                    <a:pt x="300" y="17345"/>
                  </a:lnTo>
                  <a:lnTo>
                    <a:pt x="162" y="17506"/>
                  </a:lnTo>
                  <a:lnTo>
                    <a:pt x="69" y="17691"/>
                  </a:lnTo>
                  <a:lnTo>
                    <a:pt x="23" y="17875"/>
                  </a:lnTo>
                  <a:lnTo>
                    <a:pt x="0" y="18083"/>
                  </a:lnTo>
                  <a:lnTo>
                    <a:pt x="23" y="18267"/>
                  </a:lnTo>
                  <a:lnTo>
                    <a:pt x="69" y="18475"/>
                  </a:lnTo>
                  <a:lnTo>
                    <a:pt x="162" y="18660"/>
                  </a:lnTo>
                  <a:lnTo>
                    <a:pt x="300" y="18821"/>
                  </a:lnTo>
                  <a:lnTo>
                    <a:pt x="461" y="18936"/>
                  </a:lnTo>
                  <a:lnTo>
                    <a:pt x="646" y="19052"/>
                  </a:lnTo>
                  <a:lnTo>
                    <a:pt x="830" y="19098"/>
                  </a:lnTo>
                  <a:lnTo>
                    <a:pt x="1038" y="19121"/>
                  </a:lnTo>
                  <a:lnTo>
                    <a:pt x="1246" y="19098"/>
                  </a:lnTo>
                  <a:lnTo>
                    <a:pt x="1430" y="19052"/>
                  </a:lnTo>
                  <a:lnTo>
                    <a:pt x="1615" y="18936"/>
                  </a:lnTo>
                  <a:lnTo>
                    <a:pt x="1776" y="18821"/>
                  </a:lnTo>
                  <a:lnTo>
                    <a:pt x="10541" y="10056"/>
                  </a:lnTo>
                  <a:lnTo>
                    <a:pt x="10425" y="10702"/>
                  </a:lnTo>
                  <a:lnTo>
                    <a:pt x="10356" y="11348"/>
                  </a:lnTo>
                  <a:lnTo>
                    <a:pt x="10287" y="11994"/>
                  </a:lnTo>
                  <a:lnTo>
                    <a:pt x="10287" y="12663"/>
                  </a:lnTo>
                  <a:lnTo>
                    <a:pt x="10310" y="13309"/>
                  </a:lnTo>
                  <a:lnTo>
                    <a:pt x="10356" y="13977"/>
                  </a:lnTo>
                  <a:lnTo>
                    <a:pt x="10448" y="14623"/>
                  </a:lnTo>
                  <a:lnTo>
                    <a:pt x="10564" y="15269"/>
                  </a:lnTo>
                  <a:lnTo>
                    <a:pt x="6943" y="18890"/>
                  </a:lnTo>
                  <a:lnTo>
                    <a:pt x="6804" y="19052"/>
                  </a:lnTo>
                  <a:lnTo>
                    <a:pt x="6712" y="19236"/>
                  </a:lnTo>
                  <a:lnTo>
                    <a:pt x="6666" y="19444"/>
                  </a:lnTo>
                  <a:lnTo>
                    <a:pt x="6643" y="19628"/>
                  </a:lnTo>
                  <a:lnTo>
                    <a:pt x="6666" y="19836"/>
                  </a:lnTo>
                  <a:lnTo>
                    <a:pt x="6712" y="20020"/>
                  </a:lnTo>
                  <a:lnTo>
                    <a:pt x="6804" y="20205"/>
                  </a:lnTo>
                  <a:lnTo>
                    <a:pt x="6943" y="20366"/>
                  </a:lnTo>
                  <a:lnTo>
                    <a:pt x="7104" y="20505"/>
                  </a:lnTo>
                  <a:lnTo>
                    <a:pt x="7289" y="20597"/>
                  </a:lnTo>
                  <a:lnTo>
                    <a:pt x="7473" y="20643"/>
                  </a:lnTo>
                  <a:lnTo>
                    <a:pt x="7681" y="20666"/>
                  </a:lnTo>
                  <a:lnTo>
                    <a:pt x="7888" y="20643"/>
                  </a:lnTo>
                  <a:lnTo>
                    <a:pt x="8073" y="20597"/>
                  </a:lnTo>
                  <a:lnTo>
                    <a:pt x="8257" y="20505"/>
                  </a:lnTo>
                  <a:lnTo>
                    <a:pt x="8419" y="20366"/>
                  </a:lnTo>
                  <a:lnTo>
                    <a:pt x="11279" y="17506"/>
                  </a:lnTo>
                  <a:lnTo>
                    <a:pt x="11463" y="17921"/>
                  </a:lnTo>
                  <a:lnTo>
                    <a:pt x="11671" y="18337"/>
                  </a:lnTo>
                  <a:lnTo>
                    <a:pt x="11902" y="18752"/>
                  </a:lnTo>
                  <a:lnTo>
                    <a:pt x="12132" y="19167"/>
                  </a:lnTo>
                  <a:lnTo>
                    <a:pt x="12386" y="19559"/>
                  </a:lnTo>
                  <a:lnTo>
                    <a:pt x="12663" y="19951"/>
                  </a:lnTo>
                  <a:lnTo>
                    <a:pt x="12963" y="20343"/>
                  </a:lnTo>
                  <a:lnTo>
                    <a:pt x="13262" y="20712"/>
                  </a:lnTo>
                  <a:lnTo>
                    <a:pt x="346" y="33628"/>
                  </a:lnTo>
                  <a:lnTo>
                    <a:pt x="208" y="33790"/>
                  </a:lnTo>
                  <a:lnTo>
                    <a:pt x="115" y="33974"/>
                  </a:lnTo>
                  <a:lnTo>
                    <a:pt x="69" y="34159"/>
                  </a:lnTo>
                  <a:lnTo>
                    <a:pt x="46" y="34343"/>
                  </a:lnTo>
                  <a:lnTo>
                    <a:pt x="69" y="34551"/>
                  </a:lnTo>
                  <a:lnTo>
                    <a:pt x="115" y="34735"/>
                  </a:lnTo>
                  <a:lnTo>
                    <a:pt x="208" y="34920"/>
                  </a:lnTo>
                  <a:lnTo>
                    <a:pt x="346" y="35081"/>
                  </a:lnTo>
                  <a:lnTo>
                    <a:pt x="508" y="35220"/>
                  </a:lnTo>
                  <a:lnTo>
                    <a:pt x="692" y="35312"/>
                  </a:lnTo>
                  <a:lnTo>
                    <a:pt x="877" y="35381"/>
                  </a:lnTo>
                  <a:lnTo>
                    <a:pt x="1269" y="35381"/>
                  </a:lnTo>
                  <a:lnTo>
                    <a:pt x="1476" y="35312"/>
                  </a:lnTo>
                  <a:lnTo>
                    <a:pt x="1661" y="35220"/>
                  </a:lnTo>
                  <a:lnTo>
                    <a:pt x="1822" y="35081"/>
                  </a:lnTo>
                  <a:lnTo>
                    <a:pt x="14715" y="22165"/>
                  </a:lnTo>
                  <a:lnTo>
                    <a:pt x="15084" y="22465"/>
                  </a:lnTo>
                  <a:lnTo>
                    <a:pt x="15454" y="22742"/>
                  </a:lnTo>
                  <a:lnTo>
                    <a:pt x="15846" y="23019"/>
                  </a:lnTo>
                  <a:lnTo>
                    <a:pt x="16215" y="23272"/>
                  </a:lnTo>
                  <a:lnTo>
                    <a:pt x="16630" y="23503"/>
                  </a:lnTo>
                  <a:lnTo>
                    <a:pt x="17022" y="23734"/>
                  </a:lnTo>
                  <a:lnTo>
                    <a:pt x="17437" y="23941"/>
                  </a:lnTo>
                  <a:lnTo>
                    <a:pt x="17852" y="24126"/>
                  </a:lnTo>
                  <a:lnTo>
                    <a:pt x="17322" y="24656"/>
                  </a:lnTo>
                  <a:lnTo>
                    <a:pt x="17206" y="24818"/>
                  </a:lnTo>
                  <a:lnTo>
                    <a:pt x="17091" y="24979"/>
                  </a:lnTo>
                  <a:lnTo>
                    <a:pt x="17045" y="25187"/>
                  </a:lnTo>
                  <a:lnTo>
                    <a:pt x="17022" y="25371"/>
                  </a:lnTo>
                  <a:lnTo>
                    <a:pt x="17045" y="25579"/>
                  </a:lnTo>
                  <a:lnTo>
                    <a:pt x="17091" y="25763"/>
                  </a:lnTo>
                  <a:lnTo>
                    <a:pt x="17206" y="25948"/>
                  </a:lnTo>
                  <a:lnTo>
                    <a:pt x="17322" y="26109"/>
                  </a:lnTo>
                  <a:lnTo>
                    <a:pt x="17483" y="26248"/>
                  </a:lnTo>
                  <a:lnTo>
                    <a:pt x="17668" y="26340"/>
                  </a:lnTo>
                  <a:lnTo>
                    <a:pt x="17852" y="26409"/>
                  </a:lnTo>
                  <a:lnTo>
                    <a:pt x="18267" y="26409"/>
                  </a:lnTo>
                  <a:lnTo>
                    <a:pt x="18452" y="26340"/>
                  </a:lnTo>
                  <a:lnTo>
                    <a:pt x="18636" y="26248"/>
                  </a:lnTo>
                  <a:lnTo>
                    <a:pt x="18798" y="26109"/>
                  </a:lnTo>
                  <a:lnTo>
                    <a:pt x="20066" y="24841"/>
                  </a:lnTo>
                  <a:lnTo>
                    <a:pt x="20758" y="24979"/>
                  </a:lnTo>
                  <a:lnTo>
                    <a:pt x="21450" y="25071"/>
                  </a:lnTo>
                  <a:lnTo>
                    <a:pt x="22142" y="25141"/>
                  </a:lnTo>
                  <a:lnTo>
                    <a:pt x="22857" y="25164"/>
                  </a:lnTo>
                  <a:lnTo>
                    <a:pt x="23503" y="25141"/>
                  </a:lnTo>
                  <a:lnTo>
                    <a:pt x="24126" y="25095"/>
                  </a:lnTo>
                  <a:lnTo>
                    <a:pt x="24749" y="25002"/>
                  </a:lnTo>
                  <a:lnTo>
                    <a:pt x="25371" y="24910"/>
                  </a:lnTo>
                  <a:lnTo>
                    <a:pt x="16630" y="33651"/>
                  </a:lnTo>
                  <a:lnTo>
                    <a:pt x="16491" y="33813"/>
                  </a:lnTo>
                  <a:lnTo>
                    <a:pt x="16399" y="33997"/>
                  </a:lnTo>
                  <a:lnTo>
                    <a:pt x="16330" y="34205"/>
                  </a:lnTo>
                  <a:lnTo>
                    <a:pt x="16307" y="34389"/>
                  </a:lnTo>
                  <a:lnTo>
                    <a:pt x="16330" y="34597"/>
                  </a:lnTo>
                  <a:lnTo>
                    <a:pt x="16399" y="34782"/>
                  </a:lnTo>
                  <a:lnTo>
                    <a:pt x="16491" y="34966"/>
                  </a:lnTo>
                  <a:lnTo>
                    <a:pt x="16630" y="35128"/>
                  </a:lnTo>
                  <a:lnTo>
                    <a:pt x="16791" y="35266"/>
                  </a:lnTo>
                  <a:lnTo>
                    <a:pt x="16976" y="35358"/>
                  </a:lnTo>
                  <a:lnTo>
                    <a:pt x="17160" y="35404"/>
                  </a:lnTo>
                  <a:lnTo>
                    <a:pt x="17345" y="35427"/>
                  </a:lnTo>
                  <a:lnTo>
                    <a:pt x="17552" y="35404"/>
                  </a:lnTo>
                  <a:lnTo>
                    <a:pt x="17737" y="35358"/>
                  </a:lnTo>
                  <a:lnTo>
                    <a:pt x="17921" y="35266"/>
                  </a:lnTo>
                  <a:lnTo>
                    <a:pt x="18083" y="35128"/>
                  </a:lnTo>
                  <a:lnTo>
                    <a:pt x="31737" y="21473"/>
                  </a:lnTo>
                  <a:lnTo>
                    <a:pt x="31760" y="21450"/>
                  </a:lnTo>
                  <a:lnTo>
                    <a:pt x="32199" y="20989"/>
                  </a:lnTo>
                  <a:lnTo>
                    <a:pt x="32614" y="20505"/>
                  </a:lnTo>
                  <a:lnTo>
                    <a:pt x="33006" y="19997"/>
                  </a:lnTo>
                  <a:lnTo>
                    <a:pt x="33352" y="19490"/>
                  </a:lnTo>
                  <a:lnTo>
                    <a:pt x="33698" y="18959"/>
                  </a:lnTo>
                  <a:lnTo>
                    <a:pt x="33998" y="18429"/>
                  </a:lnTo>
                  <a:lnTo>
                    <a:pt x="34274" y="17875"/>
                  </a:lnTo>
                  <a:lnTo>
                    <a:pt x="34505" y="17299"/>
                  </a:lnTo>
                  <a:lnTo>
                    <a:pt x="34713" y="16722"/>
                  </a:lnTo>
                  <a:lnTo>
                    <a:pt x="34897" y="16145"/>
                  </a:lnTo>
                  <a:lnTo>
                    <a:pt x="35059" y="15569"/>
                  </a:lnTo>
                  <a:lnTo>
                    <a:pt x="35197" y="14969"/>
                  </a:lnTo>
                  <a:lnTo>
                    <a:pt x="35289" y="14370"/>
                  </a:lnTo>
                  <a:lnTo>
                    <a:pt x="35358" y="13770"/>
                  </a:lnTo>
                  <a:lnTo>
                    <a:pt x="35405" y="13170"/>
                  </a:lnTo>
                  <a:lnTo>
                    <a:pt x="35428" y="12570"/>
                  </a:lnTo>
                  <a:lnTo>
                    <a:pt x="35405" y="11971"/>
                  </a:lnTo>
                  <a:lnTo>
                    <a:pt x="35358" y="11371"/>
                  </a:lnTo>
                  <a:lnTo>
                    <a:pt x="35289" y="10771"/>
                  </a:lnTo>
                  <a:lnTo>
                    <a:pt x="35197" y="10172"/>
                  </a:lnTo>
                  <a:lnTo>
                    <a:pt x="35059" y="9572"/>
                  </a:lnTo>
                  <a:lnTo>
                    <a:pt x="34897" y="8995"/>
                  </a:lnTo>
                  <a:lnTo>
                    <a:pt x="34713" y="8419"/>
                  </a:lnTo>
                  <a:lnTo>
                    <a:pt x="34505" y="7842"/>
                  </a:lnTo>
                  <a:lnTo>
                    <a:pt x="34251" y="7289"/>
                  </a:lnTo>
                  <a:lnTo>
                    <a:pt x="33975" y="6735"/>
                  </a:lnTo>
                  <a:lnTo>
                    <a:pt x="33675" y="6182"/>
                  </a:lnTo>
                  <a:lnTo>
                    <a:pt x="33352" y="5651"/>
                  </a:lnTo>
                  <a:lnTo>
                    <a:pt x="33006" y="5144"/>
                  </a:lnTo>
                  <a:lnTo>
                    <a:pt x="32614" y="4636"/>
                  </a:lnTo>
                  <a:lnTo>
                    <a:pt x="32199" y="4152"/>
                  </a:lnTo>
                  <a:lnTo>
                    <a:pt x="31737" y="3691"/>
                  </a:lnTo>
                  <a:lnTo>
                    <a:pt x="31299" y="3252"/>
                  </a:lnTo>
                  <a:lnTo>
                    <a:pt x="30815" y="2837"/>
                  </a:lnTo>
                  <a:lnTo>
                    <a:pt x="30330" y="2468"/>
                  </a:lnTo>
                  <a:lnTo>
                    <a:pt x="29823" y="2099"/>
                  </a:lnTo>
                  <a:lnTo>
                    <a:pt x="29315" y="1776"/>
                  </a:lnTo>
                  <a:lnTo>
                    <a:pt x="28785" y="1476"/>
                  </a:lnTo>
                  <a:lnTo>
                    <a:pt x="28231" y="1200"/>
                  </a:lnTo>
                  <a:lnTo>
                    <a:pt x="27678" y="946"/>
                  </a:lnTo>
                  <a:lnTo>
                    <a:pt x="27101" y="738"/>
                  </a:lnTo>
                  <a:lnTo>
                    <a:pt x="26525" y="554"/>
                  </a:lnTo>
                  <a:lnTo>
                    <a:pt x="25925" y="369"/>
                  </a:lnTo>
                  <a:lnTo>
                    <a:pt x="25325" y="254"/>
                  </a:lnTo>
                  <a:lnTo>
                    <a:pt x="24726" y="139"/>
                  </a:lnTo>
                  <a:lnTo>
                    <a:pt x="24103" y="70"/>
                  </a:lnTo>
                  <a:lnTo>
                    <a:pt x="23480" y="23"/>
                  </a:lnTo>
                  <a:lnTo>
                    <a:pt x="228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5"/>
            <p:cNvSpPr/>
            <p:nvPr/>
          </p:nvSpPr>
          <p:spPr>
            <a:xfrm>
              <a:off x="1128425" y="2449250"/>
              <a:ext cx="885700" cy="885700"/>
            </a:xfrm>
            <a:custGeom>
              <a:avLst/>
              <a:gdLst/>
              <a:ahLst/>
              <a:cxnLst/>
              <a:rect l="l" t="t" r="r" b="b"/>
              <a:pathLst>
                <a:path w="35428" h="35428" fill="none" extrusionOk="0">
                  <a:moveTo>
                    <a:pt x="31737" y="3691"/>
                  </a:moveTo>
                  <a:lnTo>
                    <a:pt x="31737" y="3691"/>
                  </a:lnTo>
                  <a:lnTo>
                    <a:pt x="31299" y="3252"/>
                  </a:lnTo>
                  <a:lnTo>
                    <a:pt x="30815" y="2837"/>
                  </a:lnTo>
                  <a:lnTo>
                    <a:pt x="30330" y="2468"/>
                  </a:lnTo>
                  <a:lnTo>
                    <a:pt x="29823" y="2099"/>
                  </a:lnTo>
                  <a:lnTo>
                    <a:pt x="29315" y="1776"/>
                  </a:lnTo>
                  <a:lnTo>
                    <a:pt x="28785" y="1476"/>
                  </a:lnTo>
                  <a:lnTo>
                    <a:pt x="28231" y="1200"/>
                  </a:lnTo>
                  <a:lnTo>
                    <a:pt x="27678" y="946"/>
                  </a:lnTo>
                  <a:lnTo>
                    <a:pt x="27101" y="738"/>
                  </a:lnTo>
                  <a:lnTo>
                    <a:pt x="26525" y="554"/>
                  </a:lnTo>
                  <a:lnTo>
                    <a:pt x="25925" y="369"/>
                  </a:lnTo>
                  <a:lnTo>
                    <a:pt x="25325" y="254"/>
                  </a:lnTo>
                  <a:lnTo>
                    <a:pt x="24726" y="139"/>
                  </a:lnTo>
                  <a:lnTo>
                    <a:pt x="24103" y="70"/>
                  </a:lnTo>
                  <a:lnTo>
                    <a:pt x="23480" y="23"/>
                  </a:lnTo>
                  <a:lnTo>
                    <a:pt x="22857" y="0"/>
                  </a:lnTo>
                  <a:lnTo>
                    <a:pt x="22857" y="0"/>
                  </a:lnTo>
                  <a:lnTo>
                    <a:pt x="22235" y="23"/>
                  </a:lnTo>
                  <a:lnTo>
                    <a:pt x="21612" y="70"/>
                  </a:lnTo>
                  <a:lnTo>
                    <a:pt x="20989" y="139"/>
                  </a:lnTo>
                  <a:lnTo>
                    <a:pt x="20389" y="254"/>
                  </a:lnTo>
                  <a:lnTo>
                    <a:pt x="19790" y="369"/>
                  </a:lnTo>
                  <a:lnTo>
                    <a:pt x="19190" y="554"/>
                  </a:lnTo>
                  <a:lnTo>
                    <a:pt x="18613" y="738"/>
                  </a:lnTo>
                  <a:lnTo>
                    <a:pt x="18037" y="946"/>
                  </a:lnTo>
                  <a:lnTo>
                    <a:pt x="17483" y="1200"/>
                  </a:lnTo>
                  <a:lnTo>
                    <a:pt x="16930" y="1476"/>
                  </a:lnTo>
                  <a:lnTo>
                    <a:pt x="16399" y="1776"/>
                  </a:lnTo>
                  <a:lnTo>
                    <a:pt x="15892" y="2099"/>
                  </a:lnTo>
                  <a:lnTo>
                    <a:pt x="15384" y="2468"/>
                  </a:lnTo>
                  <a:lnTo>
                    <a:pt x="14877" y="2837"/>
                  </a:lnTo>
                  <a:lnTo>
                    <a:pt x="14416" y="3252"/>
                  </a:lnTo>
                  <a:lnTo>
                    <a:pt x="13954" y="3691"/>
                  </a:lnTo>
                  <a:lnTo>
                    <a:pt x="13954" y="3691"/>
                  </a:lnTo>
                  <a:lnTo>
                    <a:pt x="13931" y="3737"/>
                  </a:lnTo>
                  <a:lnTo>
                    <a:pt x="300" y="17345"/>
                  </a:lnTo>
                  <a:lnTo>
                    <a:pt x="300" y="17345"/>
                  </a:lnTo>
                  <a:lnTo>
                    <a:pt x="162" y="17506"/>
                  </a:lnTo>
                  <a:lnTo>
                    <a:pt x="69" y="17691"/>
                  </a:lnTo>
                  <a:lnTo>
                    <a:pt x="23" y="17875"/>
                  </a:lnTo>
                  <a:lnTo>
                    <a:pt x="0" y="18083"/>
                  </a:lnTo>
                  <a:lnTo>
                    <a:pt x="23" y="18267"/>
                  </a:lnTo>
                  <a:lnTo>
                    <a:pt x="69" y="18475"/>
                  </a:lnTo>
                  <a:lnTo>
                    <a:pt x="162" y="18660"/>
                  </a:lnTo>
                  <a:lnTo>
                    <a:pt x="300" y="18821"/>
                  </a:lnTo>
                  <a:lnTo>
                    <a:pt x="300" y="18821"/>
                  </a:lnTo>
                  <a:lnTo>
                    <a:pt x="461" y="18936"/>
                  </a:lnTo>
                  <a:lnTo>
                    <a:pt x="646" y="19052"/>
                  </a:lnTo>
                  <a:lnTo>
                    <a:pt x="830" y="19098"/>
                  </a:lnTo>
                  <a:lnTo>
                    <a:pt x="1038" y="19121"/>
                  </a:lnTo>
                  <a:lnTo>
                    <a:pt x="1038" y="19121"/>
                  </a:lnTo>
                  <a:lnTo>
                    <a:pt x="1246" y="19098"/>
                  </a:lnTo>
                  <a:lnTo>
                    <a:pt x="1430" y="19052"/>
                  </a:lnTo>
                  <a:lnTo>
                    <a:pt x="1615" y="18936"/>
                  </a:lnTo>
                  <a:lnTo>
                    <a:pt x="1776" y="18821"/>
                  </a:lnTo>
                  <a:lnTo>
                    <a:pt x="10541" y="10056"/>
                  </a:lnTo>
                  <a:lnTo>
                    <a:pt x="10541" y="10056"/>
                  </a:lnTo>
                  <a:lnTo>
                    <a:pt x="10425" y="10702"/>
                  </a:lnTo>
                  <a:lnTo>
                    <a:pt x="10356" y="11348"/>
                  </a:lnTo>
                  <a:lnTo>
                    <a:pt x="10287" y="11994"/>
                  </a:lnTo>
                  <a:lnTo>
                    <a:pt x="10287" y="12663"/>
                  </a:lnTo>
                  <a:lnTo>
                    <a:pt x="10310" y="13309"/>
                  </a:lnTo>
                  <a:lnTo>
                    <a:pt x="10356" y="13977"/>
                  </a:lnTo>
                  <a:lnTo>
                    <a:pt x="10448" y="14623"/>
                  </a:lnTo>
                  <a:lnTo>
                    <a:pt x="10564" y="15269"/>
                  </a:lnTo>
                  <a:lnTo>
                    <a:pt x="6943" y="18890"/>
                  </a:lnTo>
                  <a:lnTo>
                    <a:pt x="6943" y="18890"/>
                  </a:lnTo>
                  <a:lnTo>
                    <a:pt x="6804" y="19052"/>
                  </a:lnTo>
                  <a:lnTo>
                    <a:pt x="6712" y="19236"/>
                  </a:lnTo>
                  <a:lnTo>
                    <a:pt x="6666" y="19444"/>
                  </a:lnTo>
                  <a:lnTo>
                    <a:pt x="6643" y="19628"/>
                  </a:lnTo>
                  <a:lnTo>
                    <a:pt x="6666" y="19836"/>
                  </a:lnTo>
                  <a:lnTo>
                    <a:pt x="6712" y="20020"/>
                  </a:lnTo>
                  <a:lnTo>
                    <a:pt x="6804" y="20205"/>
                  </a:lnTo>
                  <a:lnTo>
                    <a:pt x="6943" y="20366"/>
                  </a:lnTo>
                  <a:lnTo>
                    <a:pt x="6943" y="20366"/>
                  </a:lnTo>
                  <a:lnTo>
                    <a:pt x="7104" y="20505"/>
                  </a:lnTo>
                  <a:lnTo>
                    <a:pt x="7289" y="20597"/>
                  </a:lnTo>
                  <a:lnTo>
                    <a:pt x="7473" y="20643"/>
                  </a:lnTo>
                  <a:lnTo>
                    <a:pt x="7681" y="20666"/>
                  </a:lnTo>
                  <a:lnTo>
                    <a:pt x="7681" y="20666"/>
                  </a:lnTo>
                  <a:lnTo>
                    <a:pt x="7888" y="20643"/>
                  </a:lnTo>
                  <a:lnTo>
                    <a:pt x="8073" y="20597"/>
                  </a:lnTo>
                  <a:lnTo>
                    <a:pt x="8257" y="20505"/>
                  </a:lnTo>
                  <a:lnTo>
                    <a:pt x="8419" y="20366"/>
                  </a:lnTo>
                  <a:lnTo>
                    <a:pt x="11279" y="17506"/>
                  </a:lnTo>
                  <a:lnTo>
                    <a:pt x="11279" y="17506"/>
                  </a:lnTo>
                  <a:lnTo>
                    <a:pt x="11463" y="17921"/>
                  </a:lnTo>
                  <a:lnTo>
                    <a:pt x="11671" y="18337"/>
                  </a:lnTo>
                  <a:lnTo>
                    <a:pt x="11902" y="18752"/>
                  </a:lnTo>
                  <a:lnTo>
                    <a:pt x="12132" y="19167"/>
                  </a:lnTo>
                  <a:lnTo>
                    <a:pt x="12386" y="19559"/>
                  </a:lnTo>
                  <a:lnTo>
                    <a:pt x="12663" y="19951"/>
                  </a:lnTo>
                  <a:lnTo>
                    <a:pt x="12963" y="20343"/>
                  </a:lnTo>
                  <a:lnTo>
                    <a:pt x="13262" y="20712"/>
                  </a:lnTo>
                  <a:lnTo>
                    <a:pt x="346" y="33628"/>
                  </a:lnTo>
                  <a:lnTo>
                    <a:pt x="346" y="33628"/>
                  </a:lnTo>
                  <a:lnTo>
                    <a:pt x="208" y="33790"/>
                  </a:lnTo>
                  <a:lnTo>
                    <a:pt x="115" y="33974"/>
                  </a:lnTo>
                  <a:lnTo>
                    <a:pt x="69" y="34159"/>
                  </a:lnTo>
                  <a:lnTo>
                    <a:pt x="46" y="34343"/>
                  </a:lnTo>
                  <a:lnTo>
                    <a:pt x="69" y="34551"/>
                  </a:lnTo>
                  <a:lnTo>
                    <a:pt x="115" y="34735"/>
                  </a:lnTo>
                  <a:lnTo>
                    <a:pt x="208" y="34920"/>
                  </a:lnTo>
                  <a:lnTo>
                    <a:pt x="346" y="35081"/>
                  </a:lnTo>
                  <a:lnTo>
                    <a:pt x="346" y="35081"/>
                  </a:lnTo>
                  <a:lnTo>
                    <a:pt x="508" y="35220"/>
                  </a:lnTo>
                  <a:lnTo>
                    <a:pt x="692" y="35312"/>
                  </a:lnTo>
                  <a:lnTo>
                    <a:pt x="877" y="35381"/>
                  </a:lnTo>
                  <a:lnTo>
                    <a:pt x="1084" y="35381"/>
                  </a:lnTo>
                  <a:lnTo>
                    <a:pt x="1084" y="35381"/>
                  </a:lnTo>
                  <a:lnTo>
                    <a:pt x="1269" y="35381"/>
                  </a:lnTo>
                  <a:lnTo>
                    <a:pt x="1476" y="35312"/>
                  </a:lnTo>
                  <a:lnTo>
                    <a:pt x="1661" y="35220"/>
                  </a:lnTo>
                  <a:lnTo>
                    <a:pt x="1822" y="35081"/>
                  </a:lnTo>
                  <a:lnTo>
                    <a:pt x="14715" y="22165"/>
                  </a:lnTo>
                  <a:lnTo>
                    <a:pt x="14715" y="22165"/>
                  </a:lnTo>
                  <a:lnTo>
                    <a:pt x="15084" y="22465"/>
                  </a:lnTo>
                  <a:lnTo>
                    <a:pt x="15454" y="22742"/>
                  </a:lnTo>
                  <a:lnTo>
                    <a:pt x="15846" y="23019"/>
                  </a:lnTo>
                  <a:lnTo>
                    <a:pt x="16215" y="23272"/>
                  </a:lnTo>
                  <a:lnTo>
                    <a:pt x="16630" y="23503"/>
                  </a:lnTo>
                  <a:lnTo>
                    <a:pt x="17022" y="23734"/>
                  </a:lnTo>
                  <a:lnTo>
                    <a:pt x="17437" y="23941"/>
                  </a:lnTo>
                  <a:lnTo>
                    <a:pt x="17852" y="24126"/>
                  </a:lnTo>
                  <a:lnTo>
                    <a:pt x="17322" y="24656"/>
                  </a:lnTo>
                  <a:lnTo>
                    <a:pt x="17322" y="24656"/>
                  </a:lnTo>
                  <a:lnTo>
                    <a:pt x="17206" y="24818"/>
                  </a:lnTo>
                  <a:lnTo>
                    <a:pt x="17091" y="24979"/>
                  </a:lnTo>
                  <a:lnTo>
                    <a:pt x="17045" y="25187"/>
                  </a:lnTo>
                  <a:lnTo>
                    <a:pt x="17022" y="25371"/>
                  </a:lnTo>
                  <a:lnTo>
                    <a:pt x="17045" y="25579"/>
                  </a:lnTo>
                  <a:lnTo>
                    <a:pt x="17091" y="25763"/>
                  </a:lnTo>
                  <a:lnTo>
                    <a:pt x="17206" y="25948"/>
                  </a:lnTo>
                  <a:lnTo>
                    <a:pt x="17322" y="26109"/>
                  </a:lnTo>
                  <a:lnTo>
                    <a:pt x="17322" y="26109"/>
                  </a:lnTo>
                  <a:lnTo>
                    <a:pt x="17483" y="26248"/>
                  </a:lnTo>
                  <a:lnTo>
                    <a:pt x="17668" y="26340"/>
                  </a:lnTo>
                  <a:lnTo>
                    <a:pt x="17852" y="26409"/>
                  </a:lnTo>
                  <a:lnTo>
                    <a:pt x="18060" y="26409"/>
                  </a:lnTo>
                  <a:lnTo>
                    <a:pt x="18060" y="26409"/>
                  </a:lnTo>
                  <a:lnTo>
                    <a:pt x="18267" y="26409"/>
                  </a:lnTo>
                  <a:lnTo>
                    <a:pt x="18452" y="26340"/>
                  </a:lnTo>
                  <a:lnTo>
                    <a:pt x="18636" y="26248"/>
                  </a:lnTo>
                  <a:lnTo>
                    <a:pt x="18798" y="26109"/>
                  </a:lnTo>
                  <a:lnTo>
                    <a:pt x="20066" y="24841"/>
                  </a:lnTo>
                  <a:lnTo>
                    <a:pt x="20066" y="24841"/>
                  </a:lnTo>
                  <a:lnTo>
                    <a:pt x="20758" y="24979"/>
                  </a:lnTo>
                  <a:lnTo>
                    <a:pt x="21450" y="25071"/>
                  </a:lnTo>
                  <a:lnTo>
                    <a:pt x="22142" y="25141"/>
                  </a:lnTo>
                  <a:lnTo>
                    <a:pt x="22857" y="25164"/>
                  </a:lnTo>
                  <a:lnTo>
                    <a:pt x="22857" y="25164"/>
                  </a:lnTo>
                  <a:lnTo>
                    <a:pt x="23503" y="25141"/>
                  </a:lnTo>
                  <a:lnTo>
                    <a:pt x="24126" y="25095"/>
                  </a:lnTo>
                  <a:lnTo>
                    <a:pt x="24749" y="25002"/>
                  </a:lnTo>
                  <a:lnTo>
                    <a:pt x="25371" y="24910"/>
                  </a:lnTo>
                  <a:lnTo>
                    <a:pt x="16630" y="33651"/>
                  </a:lnTo>
                  <a:lnTo>
                    <a:pt x="16630" y="33651"/>
                  </a:lnTo>
                  <a:lnTo>
                    <a:pt x="16491" y="33813"/>
                  </a:lnTo>
                  <a:lnTo>
                    <a:pt x="16399" y="33997"/>
                  </a:lnTo>
                  <a:lnTo>
                    <a:pt x="16330" y="34205"/>
                  </a:lnTo>
                  <a:lnTo>
                    <a:pt x="16307" y="34389"/>
                  </a:lnTo>
                  <a:lnTo>
                    <a:pt x="16330" y="34597"/>
                  </a:lnTo>
                  <a:lnTo>
                    <a:pt x="16399" y="34782"/>
                  </a:lnTo>
                  <a:lnTo>
                    <a:pt x="16491" y="34966"/>
                  </a:lnTo>
                  <a:lnTo>
                    <a:pt x="16630" y="35128"/>
                  </a:lnTo>
                  <a:lnTo>
                    <a:pt x="16630" y="35128"/>
                  </a:lnTo>
                  <a:lnTo>
                    <a:pt x="16791" y="35266"/>
                  </a:lnTo>
                  <a:lnTo>
                    <a:pt x="16976" y="35358"/>
                  </a:lnTo>
                  <a:lnTo>
                    <a:pt x="17160" y="35404"/>
                  </a:lnTo>
                  <a:lnTo>
                    <a:pt x="17345" y="35427"/>
                  </a:lnTo>
                  <a:lnTo>
                    <a:pt x="17345" y="35427"/>
                  </a:lnTo>
                  <a:lnTo>
                    <a:pt x="17552" y="35404"/>
                  </a:lnTo>
                  <a:lnTo>
                    <a:pt x="17737" y="35358"/>
                  </a:lnTo>
                  <a:lnTo>
                    <a:pt x="17921" y="35266"/>
                  </a:lnTo>
                  <a:lnTo>
                    <a:pt x="18083" y="35128"/>
                  </a:lnTo>
                  <a:lnTo>
                    <a:pt x="31737" y="21473"/>
                  </a:lnTo>
                  <a:lnTo>
                    <a:pt x="31737" y="21473"/>
                  </a:lnTo>
                  <a:lnTo>
                    <a:pt x="31760" y="21450"/>
                  </a:lnTo>
                  <a:lnTo>
                    <a:pt x="31760" y="21450"/>
                  </a:lnTo>
                  <a:lnTo>
                    <a:pt x="32199" y="20989"/>
                  </a:lnTo>
                  <a:lnTo>
                    <a:pt x="32614" y="20505"/>
                  </a:lnTo>
                  <a:lnTo>
                    <a:pt x="33006" y="19997"/>
                  </a:lnTo>
                  <a:lnTo>
                    <a:pt x="33352" y="19490"/>
                  </a:lnTo>
                  <a:lnTo>
                    <a:pt x="33698" y="18959"/>
                  </a:lnTo>
                  <a:lnTo>
                    <a:pt x="33998" y="18429"/>
                  </a:lnTo>
                  <a:lnTo>
                    <a:pt x="34274" y="17875"/>
                  </a:lnTo>
                  <a:lnTo>
                    <a:pt x="34505" y="17299"/>
                  </a:lnTo>
                  <a:lnTo>
                    <a:pt x="34713" y="16722"/>
                  </a:lnTo>
                  <a:lnTo>
                    <a:pt x="34897" y="16145"/>
                  </a:lnTo>
                  <a:lnTo>
                    <a:pt x="35059" y="15569"/>
                  </a:lnTo>
                  <a:lnTo>
                    <a:pt x="35197" y="14969"/>
                  </a:lnTo>
                  <a:lnTo>
                    <a:pt x="35289" y="14370"/>
                  </a:lnTo>
                  <a:lnTo>
                    <a:pt x="35358" y="13770"/>
                  </a:lnTo>
                  <a:lnTo>
                    <a:pt x="35405" y="13170"/>
                  </a:lnTo>
                  <a:lnTo>
                    <a:pt x="35428" y="12570"/>
                  </a:lnTo>
                  <a:lnTo>
                    <a:pt x="35405" y="11971"/>
                  </a:lnTo>
                  <a:lnTo>
                    <a:pt x="35358" y="11371"/>
                  </a:lnTo>
                  <a:lnTo>
                    <a:pt x="35289" y="10771"/>
                  </a:lnTo>
                  <a:lnTo>
                    <a:pt x="35197" y="10172"/>
                  </a:lnTo>
                  <a:lnTo>
                    <a:pt x="35059" y="9572"/>
                  </a:lnTo>
                  <a:lnTo>
                    <a:pt x="34897" y="8995"/>
                  </a:lnTo>
                  <a:lnTo>
                    <a:pt x="34713" y="8419"/>
                  </a:lnTo>
                  <a:lnTo>
                    <a:pt x="34505" y="7842"/>
                  </a:lnTo>
                  <a:lnTo>
                    <a:pt x="34251" y="7289"/>
                  </a:lnTo>
                  <a:lnTo>
                    <a:pt x="33975" y="6735"/>
                  </a:lnTo>
                  <a:lnTo>
                    <a:pt x="33675" y="6182"/>
                  </a:lnTo>
                  <a:lnTo>
                    <a:pt x="33352" y="5651"/>
                  </a:lnTo>
                  <a:lnTo>
                    <a:pt x="33006" y="5144"/>
                  </a:lnTo>
                  <a:lnTo>
                    <a:pt x="32614" y="4636"/>
                  </a:lnTo>
                  <a:lnTo>
                    <a:pt x="32199" y="4152"/>
                  </a:lnTo>
                  <a:lnTo>
                    <a:pt x="31737" y="3691"/>
                  </a:lnTo>
                  <a:lnTo>
                    <a:pt x="31737" y="369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5"/>
            <p:cNvSpPr/>
            <p:nvPr/>
          </p:nvSpPr>
          <p:spPr>
            <a:xfrm>
              <a:off x="1472075" y="2536325"/>
              <a:ext cx="454975" cy="454950"/>
            </a:xfrm>
            <a:custGeom>
              <a:avLst/>
              <a:gdLst/>
              <a:ahLst/>
              <a:cxnLst/>
              <a:rect l="l" t="t" r="r" b="b"/>
              <a:pathLst>
                <a:path w="18199" h="18198" fill="none" extrusionOk="0">
                  <a:moveTo>
                    <a:pt x="2676" y="15522"/>
                  </a:moveTo>
                  <a:lnTo>
                    <a:pt x="2676" y="15522"/>
                  </a:lnTo>
                  <a:lnTo>
                    <a:pt x="2353" y="15200"/>
                  </a:lnTo>
                  <a:lnTo>
                    <a:pt x="2053" y="14831"/>
                  </a:lnTo>
                  <a:lnTo>
                    <a:pt x="1777" y="14485"/>
                  </a:lnTo>
                  <a:lnTo>
                    <a:pt x="1500" y="14116"/>
                  </a:lnTo>
                  <a:lnTo>
                    <a:pt x="1269" y="13723"/>
                  </a:lnTo>
                  <a:lnTo>
                    <a:pt x="1062" y="13331"/>
                  </a:lnTo>
                  <a:lnTo>
                    <a:pt x="854" y="12939"/>
                  </a:lnTo>
                  <a:lnTo>
                    <a:pt x="670" y="12524"/>
                  </a:lnTo>
                  <a:lnTo>
                    <a:pt x="531" y="12109"/>
                  </a:lnTo>
                  <a:lnTo>
                    <a:pt x="393" y="11694"/>
                  </a:lnTo>
                  <a:lnTo>
                    <a:pt x="277" y="11256"/>
                  </a:lnTo>
                  <a:lnTo>
                    <a:pt x="185" y="10840"/>
                  </a:lnTo>
                  <a:lnTo>
                    <a:pt x="116" y="10402"/>
                  </a:lnTo>
                  <a:lnTo>
                    <a:pt x="47" y="9964"/>
                  </a:lnTo>
                  <a:lnTo>
                    <a:pt x="24" y="9526"/>
                  </a:lnTo>
                  <a:lnTo>
                    <a:pt x="1" y="9087"/>
                  </a:lnTo>
                  <a:lnTo>
                    <a:pt x="24" y="8649"/>
                  </a:lnTo>
                  <a:lnTo>
                    <a:pt x="47" y="8234"/>
                  </a:lnTo>
                  <a:lnTo>
                    <a:pt x="116" y="7796"/>
                  </a:lnTo>
                  <a:lnTo>
                    <a:pt x="185" y="7358"/>
                  </a:lnTo>
                  <a:lnTo>
                    <a:pt x="277" y="6919"/>
                  </a:lnTo>
                  <a:lnTo>
                    <a:pt x="393" y="6504"/>
                  </a:lnTo>
                  <a:lnTo>
                    <a:pt x="531" y="6089"/>
                  </a:lnTo>
                  <a:lnTo>
                    <a:pt x="670" y="5674"/>
                  </a:lnTo>
                  <a:lnTo>
                    <a:pt x="854" y="5259"/>
                  </a:lnTo>
                  <a:lnTo>
                    <a:pt x="1062" y="4867"/>
                  </a:lnTo>
                  <a:lnTo>
                    <a:pt x="1269" y="4475"/>
                  </a:lnTo>
                  <a:lnTo>
                    <a:pt x="1500" y="4083"/>
                  </a:lnTo>
                  <a:lnTo>
                    <a:pt x="1777" y="3713"/>
                  </a:lnTo>
                  <a:lnTo>
                    <a:pt x="2053" y="3344"/>
                  </a:lnTo>
                  <a:lnTo>
                    <a:pt x="2353" y="2998"/>
                  </a:lnTo>
                  <a:lnTo>
                    <a:pt x="2676" y="2653"/>
                  </a:lnTo>
                  <a:lnTo>
                    <a:pt x="2676" y="2653"/>
                  </a:lnTo>
                  <a:lnTo>
                    <a:pt x="3022" y="2330"/>
                  </a:lnTo>
                  <a:lnTo>
                    <a:pt x="3368" y="2030"/>
                  </a:lnTo>
                  <a:lnTo>
                    <a:pt x="3714" y="1753"/>
                  </a:lnTo>
                  <a:lnTo>
                    <a:pt x="4106" y="1499"/>
                  </a:lnTo>
                  <a:lnTo>
                    <a:pt x="4475" y="1269"/>
                  </a:lnTo>
                  <a:lnTo>
                    <a:pt x="4867" y="1038"/>
                  </a:lnTo>
                  <a:lnTo>
                    <a:pt x="5283" y="853"/>
                  </a:lnTo>
                  <a:lnTo>
                    <a:pt x="5675" y="669"/>
                  </a:lnTo>
                  <a:lnTo>
                    <a:pt x="6090" y="508"/>
                  </a:lnTo>
                  <a:lnTo>
                    <a:pt x="6505" y="369"/>
                  </a:lnTo>
                  <a:lnTo>
                    <a:pt x="6943" y="254"/>
                  </a:lnTo>
                  <a:lnTo>
                    <a:pt x="7358" y="162"/>
                  </a:lnTo>
                  <a:lnTo>
                    <a:pt x="7797" y="92"/>
                  </a:lnTo>
                  <a:lnTo>
                    <a:pt x="8235" y="46"/>
                  </a:lnTo>
                  <a:lnTo>
                    <a:pt x="8673" y="0"/>
                  </a:lnTo>
                  <a:lnTo>
                    <a:pt x="9111" y="0"/>
                  </a:lnTo>
                  <a:lnTo>
                    <a:pt x="9550" y="0"/>
                  </a:lnTo>
                  <a:lnTo>
                    <a:pt x="9988" y="46"/>
                  </a:lnTo>
                  <a:lnTo>
                    <a:pt x="10426" y="92"/>
                  </a:lnTo>
                  <a:lnTo>
                    <a:pt x="10841" y="162"/>
                  </a:lnTo>
                  <a:lnTo>
                    <a:pt x="11279" y="254"/>
                  </a:lnTo>
                  <a:lnTo>
                    <a:pt x="11695" y="369"/>
                  </a:lnTo>
                  <a:lnTo>
                    <a:pt x="12110" y="508"/>
                  </a:lnTo>
                  <a:lnTo>
                    <a:pt x="12525" y="669"/>
                  </a:lnTo>
                  <a:lnTo>
                    <a:pt x="12940" y="853"/>
                  </a:lnTo>
                  <a:lnTo>
                    <a:pt x="13332" y="1038"/>
                  </a:lnTo>
                  <a:lnTo>
                    <a:pt x="13724" y="1269"/>
                  </a:lnTo>
                  <a:lnTo>
                    <a:pt x="14116" y="1499"/>
                  </a:lnTo>
                  <a:lnTo>
                    <a:pt x="14485" y="1753"/>
                  </a:lnTo>
                  <a:lnTo>
                    <a:pt x="14854" y="2030"/>
                  </a:lnTo>
                  <a:lnTo>
                    <a:pt x="15200" y="2330"/>
                  </a:lnTo>
                  <a:lnTo>
                    <a:pt x="15546" y="2653"/>
                  </a:lnTo>
                  <a:lnTo>
                    <a:pt x="15546" y="2653"/>
                  </a:lnTo>
                  <a:lnTo>
                    <a:pt x="15869" y="2998"/>
                  </a:lnTo>
                  <a:lnTo>
                    <a:pt x="16169" y="3344"/>
                  </a:lnTo>
                  <a:lnTo>
                    <a:pt x="16446" y="3713"/>
                  </a:lnTo>
                  <a:lnTo>
                    <a:pt x="16700" y="4083"/>
                  </a:lnTo>
                  <a:lnTo>
                    <a:pt x="16953" y="4475"/>
                  </a:lnTo>
                  <a:lnTo>
                    <a:pt x="17161" y="4867"/>
                  </a:lnTo>
                  <a:lnTo>
                    <a:pt x="17369" y="5259"/>
                  </a:lnTo>
                  <a:lnTo>
                    <a:pt x="17530" y="5674"/>
                  </a:lnTo>
                  <a:lnTo>
                    <a:pt x="17691" y="6089"/>
                  </a:lnTo>
                  <a:lnTo>
                    <a:pt x="17830" y="6504"/>
                  </a:lnTo>
                  <a:lnTo>
                    <a:pt x="17945" y="6919"/>
                  </a:lnTo>
                  <a:lnTo>
                    <a:pt x="18037" y="7358"/>
                  </a:lnTo>
                  <a:lnTo>
                    <a:pt x="18107" y="7796"/>
                  </a:lnTo>
                  <a:lnTo>
                    <a:pt x="18153" y="8234"/>
                  </a:lnTo>
                  <a:lnTo>
                    <a:pt x="18199" y="8649"/>
                  </a:lnTo>
                  <a:lnTo>
                    <a:pt x="18199" y="9087"/>
                  </a:lnTo>
                  <a:lnTo>
                    <a:pt x="18199" y="9526"/>
                  </a:lnTo>
                  <a:lnTo>
                    <a:pt x="18153" y="9964"/>
                  </a:lnTo>
                  <a:lnTo>
                    <a:pt x="18107" y="10402"/>
                  </a:lnTo>
                  <a:lnTo>
                    <a:pt x="18037" y="10840"/>
                  </a:lnTo>
                  <a:lnTo>
                    <a:pt x="17945" y="11256"/>
                  </a:lnTo>
                  <a:lnTo>
                    <a:pt x="17830" y="11694"/>
                  </a:lnTo>
                  <a:lnTo>
                    <a:pt x="17691" y="12109"/>
                  </a:lnTo>
                  <a:lnTo>
                    <a:pt x="17530" y="12524"/>
                  </a:lnTo>
                  <a:lnTo>
                    <a:pt x="17369" y="12939"/>
                  </a:lnTo>
                  <a:lnTo>
                    <a:pt x="17161" y="13331"/>
                  </a:lnTo>
                  <a:lnTo>
                    <a:pt x="16953" y="13723"/>
                  </a:lnTo>
                  <a:lnTo>
                    <a:pt x="16700" y="14116"/>
                  </a:lnTo>
                  <a:lnTo>
                    <a:pt x="16446" y="14485"/>
                  </a:lnTo>
                  <a:lnTo>
                    <a:pt x="16169" y="14831"/>
                  </a:lnTo>
                  <a:lnTo>
                    <a:pt x="15869" y="15200"/>
                  </a:lnTo>
                  <a:lnTo>
                    <a:pt x="15546" y="15522"/>
                  </a:lnTo>
                  <a:lnTo>
                    <a:pt x="15546" y="15522"/>
                  </a:lnTo>
                  <a:lnTo>
                    <a:pt x="15223" y="15845"/>
                  </a:lnTo>
                  <a:lnTo>
                    <a:pt x="14878" y="16145"/>
                  </a:lnTo>
                  <a:lnTo>
                    <a:pt x="14508" y="16422"/>
                  </a:lnTo>
                  <a:lnTo>
                    <a:pt x="14163" y="16676"/>
                  </a:lnTo>
                  <a:lnTo>
                    <a:pt x="13770" y="16906"/>
                  </a:lnTo>
                  <a:lnTo>
                    <a:pt x="13401" y="17137"/>
                  </a:lnTo>
                  <a:lnTo>
                    <a:pt x="12986" y="17322"/>
                  </a:lnTo>
                  <a:lnTo>
                    <a:pt x="12594" y="17506"/>
                  </a:lnTo>
                  <a:lnTo>
                    <a:pt x="12179" y="17667"/>
                  </a:lnTo>
                  <a:lnTo>
                    <a:pt x="11764" y="17806"/>
                  </a:lnTo>
                  <a:lnTo>
                    <a:pt x="11326" y="17921"/>
                  </a:lnTo>
                  <a:lnTo>
                    <a:pt x="10887" y="18013"/>
                  </a:lnTo>
                  <a:lnTo>
                    <a:pt x="10449" y="18106"/>
                  </a:lnTo>
                  <a:lnTo>
                    <a:pt x="10011" y="18152"/>
                  </a:lnTo>
                  <a:lnTo>
                    <a:pt x="9573" y="18175"/>
                  </a:lnTo>
                  <a:lnTo>
                    <a:pt x="9111" y="18198"/>
                  </a:lnTo>
                  <a:lnTo>
                    <a:pt x="9111" y="18198"/>
                  </a:lnTo>
                  <a:lnTo>
                    <a:pt x="8650" y="18175"/>
                  </a:lnTo>
                  <a:lnTo>
                    <a:pt x="8212" y="18152"/>
                  </a:lnTo>
                  <a:lnTo>
                    <a:pt x="7750" y="18106"/>
                  </a:lnTo>
                  <a:lnTo>
                    <a:pt x="7312" y="18013"/>
                  </a:lnTo>
                  <a:lnTo>
                    <a:pt x="6874" y="17921"/>
                  </a:lnTo>
                  <a:lnTo>
                    <a:pt x="6459" y="17806"/>
                  </a:lnTo>
                  <a:lnTo>
                    <a:pt x="6044" y="17667"/>
                  </a:lnTo>
                  <a:lnTo>
                    <a:pt x="5629" y="17506"/>
                  </a:lnTo>
                  <a:lnTo>
                    <a:pt x="5213" y="17322"/>
                  </a:lnTo>
                  <a:lnTo>
                    <a:pt x="4821" y="17137"/>
                  </a:lnTo>
                  <a:lnTo>
                    <a:pt x="4429" y="16906"/>
                  </a:lnTo>
                  <a:lnTo>
                    <a:pt x="4060" y="16676"/>
                  </a:lnTo>
                  <a:lnTo>
                    <a:pt x="3691" y="16422"/>
                  </a:lnTo>
                  <a:lnTo>
                    <a:pt x="3345" y="16145"/>
                  </a:lnTo>
                  <a:lnTo>
                    <a:pt x="2999" y="15845"/>
                  </a:lnTo>
                  <a:lnTo>
                    <a:pt x="2676" y="15522"/>
                  </a:lnTo>
                  <a:lnTo>
                    <a:pt x="2676" y="1552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5"/>
            <p:cNvSpPr/>
            <p:nvPr/>
          </p:nvSpPr>
          <p:spPr>
            <a:xfrm>
              <a:off x="1538975" y="2924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5"/>
            <p:cNvSpPr/>
            <p:nvPr/>
          </p:nvSpPr>
          <p:spPr>
            <a:xfrm>
              <a:off x="1523975" y="2588200"/>
              <a:ext cx="351200" cy="351200"/>
            </a:xfrm>
            <a:custGeom>
              <a:avLst/>
              <a:gdLst/>
              <a:ahLst/>
              <a:cxnLst/>
              <a:rect l="l" t="t" r="r" b="b"/>
              <a:pathLst>
                <a:path w="14048" h="14048" extrusionOk="0">
                  <a:moveTo>
                    <a:pt x="7035" y="1154"/>
                  </a:moveTo>
                  <a:lnTo>
                    <a:pt x="7243" y="1177"/>
                  </a:lnTo>
                  <a:lnTo>
                    <a:pt x="7427" y="1246"/>
                  </a:lnTo>
                  <a:lnTo>
                    <a:pt x="7612" y="1339"/>
                  </a:lnTo>
                  <a:lnTo>
                    <a:pt x="7773" y="1454"/>
                  </a:lnTo>
                  <a:lnTo>
                    <a:pt x="7889" y="1615"/>
                  </a:lnTo>
                  <a:lnTo>
                    <a:pt x="7981" y="1800"/>
                  </a:lnTo>
                  <a:lnTo>
                    <a:pt x="8050" y="1984"/>
                  </a:lnTo>
                  <a:lnTo>
                    <a:pt x="8073" y="2192"/>
                  </a:lnTo>
                  <a:lnTo>
                    <a:pt x="8073" y="3345"/>
                  </a:lnTo>
                  <a:lnTo>
                    <a:pt x="8050" y="3553"/>
                  </a:lnTo>
                  <a:lnTo>
                    <a:pt x="7981" y="3760"/>
                  </a:lnTo>
                  <a:lnTo>
                    <a:pt x="7889" y="3945"/>
                  </a:lnTo>
                  <a:lnTo>
                    <a:pt x="7773" y="4083"/>
                  </a:lnTo>
                  <a:lnTo>
                    <a:pt x="7612" y="4222"/>
                  </a:lnTo>
                  <a:lnTo>
                    <a:pt x="7427" y="4314"/>
                  </a:lnTo>
                  <a:lnTo>
                    <a:pt x="7243" y="4360"/>
                  </a:lnTo>
                  <a:lnTo>
                    <a:pt x="7035" y="4383"/>
                  </a:lnTo>
                  <a:lnTo>
                    <a:pt x="6828" y="4360"/>
                  </a:lnTo>
                  <a:lnTo>
                    <a:pt x="6620" y="4314"/>
                  </a:lnTo>
                  <a:lnTo>
                    <a:pt x="6459" y="4222"/>
                  </a:lnTo>
                  <a:lnTo>
                    <a:pt x="6297" y="4083"/>
                  </a:lnTo>
                  <a:lnTo>
                    <a:pt x="6182" y="3945"/>
                  </a:lnTo>
                  <a:lnTo>
                    <a:pt x="6067" y="3760"/>
                  </a:lnTo>
                  <a:lnTo>
                    <a:pt x="6020" y="3553"/>
                  </a:lnTo>
                  <a:lnTo>
                    <a:pt x="5997" y="3345"/>
                  </a:lnTo>
                  <a:lnTo>
                    <a:pt x="5997" y="2192"/>
                  </a:lnTo>
                  <a:lnTo>
                    <a:pt x="6020" y="1984"/>
                  </a:lnTo>
                  <a:lnTo>
                    <a:pt x="6067" y="1800"/>
                  </a:lnTo>
                  <a:lnTo>
                    <a:pt x="6182" y="1615"/>
                  </a:lnTo>
                  <a:lnTo>
                    <a:pt x="6297" y="1454"/>
                  </a:lnTo>
                  <a:lnTo>
                    <a:pt x="6459" y="1339"/>
                  </a:lnTo>
                  <a:lnTo>
                    <a:pt x="6620" y="1246"/>
                  </a:lnTo>
                  <a:lnTo>
                    <a:pt x="6828" y="1177"/>
                  </a:lnTo>
                  <a:lnTo>
                    <a:pt x="7035" y="1154"/>
                  </a:lnTo>
                  <a:close/>
                  <a:moveTo>
                    <a:pt x="3806" y="2584"/>
                  </a:moveTo>
                  <a:lnTo>
                    <a:pt x="4014" y="2653"/>
                  </a:lnTo>
                  <a:lnTo>
                    <a:pt x="4198" y="2746"/>
                  </a:lnTo>
                  <a:lnTo>
                    <a:pt x="4360" y="2884"/>
                  </a:lnTo>
                  <a:lnTo>
                    <a:pt x="5167" y="3691"/>
                  </a:lnTo>
                  <a:lnTo>
                    <a:pt x="5305" y="3853"/>
                  </a:lnTo>
                  <a:lnTo>
                    <a:pt x="5398" y="4037"/>
                  </a:lnTo>
                  <a:lnTo>
                    <a:pt x="5444" y="4222"/>
                  </a:lnTo>
                  <a:lnTo>
                    <a:pt x="5467" y="4429"/>
                  </a:lnTo>
                  <a:lnTo>
                    <a:pt x="5444" y="4637"/>
                  </a:lnTo>
                  <a:lnTo>
                    <a:pt x="5398" y="4821"/>
                  </a:lnTo>
                  <a:lnTo>
                    <a:pt x="5305" y="5006"/>
                  </a:lnTo>
                  <a:lnTo>
                    <a:pt x="5167" y="5167"/>
                  </a:lnTo>
                  <a:lnTo>
                    <a:pt x="5006" y="5306"/>
                  </a:lnTo>
                  <a:lnTo>
                    <a:pt x="4821" y="5398"/>
                  </a:lnTo>
                  <a:lnTo>
                    <a:pt x="4637" y="5444"/>
                  </a:lnTo>
                  <a:lnTo>
                    <a:pt x="4429" y="5467"/>
                  </a:lnTo>
                  <a:lnTo>
                    <a:pt x="4244" y="5444"/>
                  </a:lnTo>
                  <a:lnTo>
                    <a:pt x="4037" y="5398"/>
                  </a:lnTo>
                  <a:lnTo>
                    <a:pt x="3875" y="5306"/>
                  </a:lnTo>
                  <a:lnTo>
                    <a:pt x="3714" y="5167"/>
                  </a:lnTo>
                  <a:lnTo>
                    <a:pt x="2884" y="4337"/>
                  </a:lnTo>
                  <a:lnTo>
                    <a:pt x="2745" y="4176"/>
                  </a:lnTo>
                  <a:lnTo>
                    <a:pt x="2653" y="3991"/>
                  </a:lnTo>
                  <a:lnTo>
                    <a:pt x="2607" y="3807"/>
                  </a:lnTo>
                  <a:lnTo>
                    <a:pt x="2584" y="3622"/>
                  </a:lnTo>
                  <a:lnTo>
                    <a:pt x="2607" y="3414"/>
                  </a:lnTo>
                  <a:lnTo>
                    <a:pt x="2653" y="3230"/>
                  </a:lnTo>
                  <a:lnTo>
                    <a:pt x="2745" y="3045"/>
                  </a:lnTo>
                  <a:lnTo>
                    <a:pt x="2884" y="2884"/>
                  </a:lnTo>
                  <a:lnTo>
                    <a:pt x="3045" y="2746"/>
                  </a:lnTo>
                  <a:lnTo>
                    <a:pt x="3230" y="2653"/>
                  </a:lnTo>
                  <a:lnTo>
                    <a:pt x="3414" y="2584"/>
                  </a:lnTo>
                  <a:close/>
                  <a:moveTo>
                    <a:pt x="10449" y="2561"/>
                  </a:moveTo>
                  <a:lnTo>
                    <a:pt x="10633" y="2584"/>
                  </a:lnTo>
                  <a:lnTo>
                    <a:pt x="10841" y="2653"/>
                  </a:lnTo>
                  <a:lnTo>
                    <a:pt x="11026" y="2746"/>
                  </a:lnTo>
                  <a:lnTo>
                    <a:pt x="11187" y="2884"/>
                  </a:lnTo>
                  <a:lnTo>
                    <a:pt x="11302" y="3045"/>
                  </a:lnTo>
                  <a:lnTo>
                    <a:pt x="11418" y="3207"/>
                  </a:lnTo>
                  <a:lnTo>
                    <a:pt x="11464" y="3414"/>
                  </a:lnTo>
                  <a:lnTo>
                    <a:pt x="11487" y="3599"/>
                  </a:lnTo>
                  <a:lnTo>
                    <a:pt x="11464" y="3807"/>
                  </a:lnTo>
                  <a:lnTo>
                    <a:pt x="11418" y="3991"/>
                  </a:lnTo>
                  <a:lnTo>
                    <a:pt x="11302" y="4176"/>
                  </a:lnTo>
                  <a:lnTo>
                    <a:pt x="11187" y="4337"/>
                  </a:lnTo>
                  <a:lnTo>
                    <a:pt x="10357" y="5167"/>
                  </a:lnTo>
                  <a:lnTo>
                    <a:pt x="10195" y="5306"/>
                  </a:lnTo>
                  <a:lnTo>
                    <a:pt x="10011" y="5398"/>
                  </a:lnTo>
                  <a:lnTo>
                    <a:pt x="9826" y="5444"/>
                  </a:lnTo>
                  <a:lnTo>
                    <a:pt x="9619" y="5467"/>
                  </a:lnTo>
                  <a:lnTo>
                    <a:pt x="9434" y="5444"/>
                  </a:lnTo>
                  <a:lnTo>
                    <a:pt x="9226" y="5398"/>
                  </a:lnTo>
                  <a:lnTo>
                    <a:pt x="9065" y="5306"/>
                  </a:lnTo>
                  <a:lnTo>
                    <a:pt x="8904" y="5167"/>
                  </a:lnTo>
                  <a:lnTo>
                    <a:pt x="8765" y="5006"/>
                  </a:lnTo>
                  <a:lnTo>
                    <a:pt x="8673" y="4821"/>
                  </a:lnTo>
                  <a:lnTo>
                    <a:pt x="8604" y="4637"/>
                  </a:lnTo>
                  <a:lnTo>
                    <a:pt x="8581" y="4429"/>
                  </a:lnTo>
                  <a:lnTo>
                    <a:pt x="8604" y="4222"/>
                  </a:lnTo>
                  <a:lnTo>
                    <a:pt x="8673" y="4037"/>
                  </a:lnTo>
                  <a:lnTo>
                    <a:pt x="8765" y="3853"/>
                  </a:lnTo>
                  <a:lnTo>
                    <a:pt x="8904" y="3691"/>
                  </a:lnTo>
                  <a:lnTo>
                    <a:pt x="9711" y="2884"/>
                  </a:lnTo>
                  <a:lnTo>
                    <a:pt x="9872" y="2746"/>
                  </a:lnTo>
                  <a:lnTo>
                    <a:pt x="10057" y="2653"/>
                  </a:lnTo>
                  <a:lnTo>
                    <a:pt x="10241" y="2584"/>
                  </a:lnTo>
                  <a:lnTo>
                    <a:pt x="10449" y="2561"/>
                  </a:lnTo>
                  <a:close/>
                  <a:moveTo>
                    <a:pt x="3368" y="5975"/>
                  </a:moveTo>
                  <a:lnTo>
                    <a:pt x="3576" y="5998"/>
                  </a:lnTo>
                  <a:lnTo>
                    <a:pt x="3760" y="6067"/>
                  </a:lnTo>
                  <a:lnTo>
                    <a:pt x="3945" y="6159"/>
                  </a:lnTo>
                  <a:lnTo>
                    <a:pt x="4083" y="6297"/>
                  </a:lnTo>
                  <a:lnTo>
                    <a:pt x="4221" y="6436"/>
                  </a:lnTo>
                  <a:lnTo>
                    <a:pt x="4314" y="6620"/>
                  </a:lnTo>
                  <a:lnTo>
                    <a:pt x="4383" y="6805"/>
                  </a:lnTo>
                  <a:lnTo>
                    <a:pt x="4406" y="7012"/>
                  </a:lnTo>
                  <a:lnTo>
                    <a:pt x="4383" y="7220"/>
                  </a:lnTo>
                  <a:lnTo>
                    <a:pt x="4314" y="7428"/>
                  </a:lnTo>
                  <a:lnTo>
                    <a:pt x="4221" y="7612"/>
                  </a:lnTo>
                  <a:lnTo>
                    <a:pt x="4083" y="7751"/>
                  </a:lnTo>
                  <a:lnTo>
                    <a:pt x="3945" y="7889"/>
                  </a:lnTo>
                  <a:lnTo>
                    <a:pt x="3760" y="7981"/>
                  </a:lnTo>
                  <a:lnTo>
                    <a:pt x="3576" y="8027"/>
                  </a:lnTo>
                  <a:lnTo>
                    <a:pt x="3368" y="8050"/>
                  </a:lnTo>
                  <a:lnTo>
                    <a:pt x="2192" y="8050"/>
                  </a:lnTo>
                  <a:lnTo>
                    <a:pt x="1984" y="8027"/>
                  </a:lnTo>
                  <a:lnTo>
                    <a:pt x="1800" y="7981"/>
                  </a:lnTo>
                  <a:lnTo>
                    <a:pt x="1615" y="7889"/>
                  </a:lnTo>
                  <a:lnTo>
                    <a:pt x="1477" y="7751"/>
                  </a:lnTo>
                  <a:lnTo>
                    <a:pt x="1338" y="7612"/>
                  </a:lnTo>
                  <a:lnTo>
                    <a:pt x="1246" y="7428"/>
                  </a:lnTo>
                  <a:lnTo>
                    <a:pt x="1177" y="7220"/>
                  </a:lnTo>
                  <a:lnTo>
                    <a:pt x="1154" y="7012"/>
                  </a:lnTo>
                  <a:lnTo>
                    <a:pt x="1177" y="6805"/>
                  </a:lnTo>
                  <a:lnTo>
                    <a:pt x="1246" y="6620"/>
                  </a:lnTo>
                  <a:lnTo>
                    <a:pt x="1338" y="6436"/>
                  </a:lnTo>
                  <a:lnTo>
                    <a:pt x="1477" y="6297"/>
                  </a:lnTo>
                  <a:lnTo>
                    <a:pt x="1615" y="6159"/>
                  </a:lnTo>
                  <a:lnTo>
                    <a:pt x="1800" y="6067"/>
                  </a:lnTo>
                  <a:lnTo>
                    <a:pt x="1984" y="5998"/>
                  </a:lnTo>
                  <a:lnTo>
                    <a:pt x="2192" y="5975"/>
                  </a:lnTo>
                  <a:close/>
                  <a:moveTo>
                    <a:pt x="11856" y="5975"/>
                  </a:moveTo>
                  <a:lnTo>
                    <a:pt x="12063" y="5998"/>
                  </a:lnTo>
                  <a:lnTo>
                    <a:pt x="12271" y="6067"/>
                  </a:lnTo>
                  <a:lnTo>
                    <a:pt x="12432" y="6159"/>
                  </a:lnTo>
                  <a:lnTo>
                    <a:pt x="12594" y="6297"/>
                  </a:lnTo>
                  <a:lnTo>
                    <a:pt x="12732" y="6436"/>
                  </a:lnTo>
                  <a:lnTo>
                    <a:pt x="12825" y="6620"/>
                  </a:lnTo>
                  <a:lnTo>
                    <a:pt x="12871" y="6805"/>
                  </a:lnTo>
                  <a:lnTo>
                    <a:pt x="12894" y="7012"/>
                  </a:lnTo>
                  <a:lnTo>
                    <a:pt x="12871" y="7220"/>
                  </a:lnTo>
                  <a:lnTo>
                    <a:pt x="12825" y="7428"/>
                  </a:lnTo>
                  <a:lnTo>
                    <a:pt x="12732" y="7612"/>
                  </a:lnTo>
                  <a:lnTo>
                    <a:pt x="12594" y="7751"/>
                  </a:lnTo>
                  <a:lnTo>
                    <a:pt x="12432" y="7889"/>
                  </a:lnTo>
                  <a:lnTo>
                    <a:pt x="12271" y="7981"/>
                  </a:lnTo>
                  <a:lnTo>
                    <a:pt x="12063" y="8027"/>
                  </a:lnTo>
                  <a:lnTo>
                    <a:pt x="11856" y="8050"/>
                  </a:lnTo>
                  <a:lnTo>
                    <a:pt x="10703" y="8050"/>
                  </a:lnTo>
                  <a:lnTo>
                    <a:pt x="10495" y="8027"/>
                  </a:lnTo>
                  <a:lnTo>
                    <a:pt x="10311" y="7981"/>
                  </a:lnTo>
                  <a:lnTo>
                    <a:pt x="10126" y="7889"/>
                  </a:lnTo>
                  <a:lnTo>
                    <a:pt x="9965" y="7751"/>
                  </a:lnTo>
                  <a:lnTo>
                    <a:pt x="9849" y="7612"/>
                  </a:lnTo>
                  <a:lnTo>
                    <a:pt x="9757" y="7428"/>
                  </a:lnTo>
                  <a:lnTo>
                    <a:pt x="9688" y="7220"/>
                  </a:lnTo>
                  <a:lnTo>
                    <a:pt x="9665" y="7012"/>
                  </a:lnTo>
                  <a:lnTo>
                    <a:pt x="9688" y="6805"/>
                  </a:lnTo>
                  <a:lnTo>
                    <a:pt x="9757" y="6620"/>
                  </a:lnTo>
                  <a:lnTo>
                    <a:pt x="9849" y="6436"/>
                  </a:lnTo>
                  <a:lnTo>
                    <a:pt x="9965" y="6297"/>
                  </a:lnTo>
                  <a:lnTo>
                    <a:pt x="10126" y="6159"/>
                  </a:lnTo>
                  <a:lnTo>
                    <a:pt x="10311" y="6067"/>
                  </a:lnTo>
                  <a:lnTo>
                    <a:pt x="10495" y="5998"/>
                  </a:lnTo>
                  <a:lnTo>
                    <a:pt x="10703" y="5975"/>
                  </a:lnTo>
                  <a:close/>
                  <a:moveTo>
                    <a:pt x="4429" y="8581"/>
                  </a:moveTo>
                  <a:lnTo>
                    <a:pt x="4637" y="8604"/>
                  </a:lnTo>
                  <a:lnTo>
                    <a:pt x="4821" y="8650"/>
                  </a:lnTo>
                  <a:lnTo>
                    <a:pt x="5006" y="8765"/>
                  </a:lnTo>
                  <a:lnTo>
                    <a:pt x="5167" y="8881"/>
                  </a:lnTo>
                  <a:lnTo>
                    <a:pt x="5305" y="9042"/>
                  </a:lnTo>
                  <a:lnTo>
                    <a:pt x="5398" y="9227"/>
                  </a:lnTo>
                  <a:lnTo>
                    <a:pt x="5444" y="9434"/>
                  </a:lnTo>
                  <a:lnTo>
                    <a:pt x="5467" y="9619"/>
                  </a:lnTo>
                  <a:lnTo>
                    <a:pt x="5444" y="9826"/>
                  </a:lnTo>
                  <a:lnTo>
                    <a:pt x="5398" y="10011"/>
                  </a:lnTo>
                  <a:lnTo>
                    <a:pt x="5305" y="10195"/>
                  </a:lnTo>
                  <a:lnTo>
                    <a:pt x="5167" y="10357"/>
                  </a:lnTo>
                  <a:lnTo>
                    <a:pt x="4360" y="11164"/>
                  </a:lnTo>
                  <a:lnTo>
                    <a:pt x="4175" y="11302"/>
                  </a:lnTo>
                  <a:lnTo>
                    <a:pt x="4014" y="11395"/>
                  </a:lnTo>
                  <a:lnTo>
                    <a:pt x="3806" y="11464"/>
                  </a:lnTo>
                  <a:lnTo>
                    <a:pt x="3622" y="11487"/>
                  </a:lnTo>
                  <a:lnTo>
                    <a:pt x="3414" y="11464"/>
                  </a:lnTo>
                  <a:lnTo>
                    <a:pt x="3230" y="11395"/>
                  </a:lnTo>
                  <a:lnTo>
                    <a:pt x="3045" y="11302"/>
                  </a:lnTo>
                  <a:lnTo>
                    <a:pt x="2884" y="11164"/>
                  </a:lnTo>
                  <a:lnTo>
                    <a:pt x="2745" y="11003"/>
                  </a:lnTo>
                  <a:lnTo>
                    <a:pt x="2653" y="10841"/>
                  </a:lnTo>
                  <a:lnTo>
                    <a:pt x="2584" y="10634"/>
                  </a:lnTo>
                  <a:lnTo>
                    <a:pt x="2584" y="10449"/>
                  </a:lnTo>
                  <a:lnTo>
                    <a:pt x="2584" y="10242"/>
                  </a:lnTo>
                  <a:lnTo>
                    <a:pt x="2653" y="10057"/>
                  </a:lnTo>
                  <a:lnTo>
                    <a:pt x="2745" y="9872"/>
                  </a:lnTo>
                  <a:lnTo>
                    <a:pt x="2884" y="9711"/>
                  </a:lnTo>
                  <a:lnTo>
                    <a:pt x="3691" y="8881"/>
                  </a:lnTo>
                  <a:lnTo>
                    <a:pt x="3852" y="8765"/>
                  </a:lnTo>
                  <a:lnTo>
                    <a:pt x="4037" y="8650"/>
                  </a:lnTo>
                  <a:lnTo>
                    <a:pt x="4244" y="8604"/>
                  </a:lnTo>
                  <a:lnTo>
                    <a:pt x="4429" y="8581"/>
                  </a:lnTo>
                  <a:close/>
                  <a:moveTo>
                    <a:pt x="9642" y="8581"/>
                  </a:moveTo>
                  <a:lnTo>
                    <a:pt x="9826" y="8604"/>
                  </a:lnTo>
                  <a:lnTo>
                    <a:pt x="10011" y="8673"/>
                  </a:lnTo>
                  <a:lnTo>
                    <a:pt x="10195" y="8765"/>
                  </a:lnTo>
                  <a:lnTo>
                    <a:pt x="10357" y="8881"/>
                  </a:lnTo>
                  <a:lnTo>
                    <a:pt x="11187" y="9711"/>
                  </a:lnTo>
                  <a:lnTo>
                    <a:pt x="11325" y="9872"/>
                  </a:lnTo>
                  <a:lnTo>
                    <a:pt x="11418" y="10057"/>
                  </a:lnTo>
                  <a:lnTo>
                    <a:pt x="11464" y="10242"/>
                  </a:lnTo>
                  <a:lnTo>
                    <a:pt x="11487" y="10449"/>
                  </a:lnTo>
                  <a:lnTo>
                    <a:pt x="11464" y="10634"/>
                  </a:lnTo>
                  <a:lnTo>
                    <a:pt x="11418" y="10841"/>
                  </a:lnTo>
                  <a:lnTo>
                    <a:pt x="11325" y="11026"/>
                  </a:lnTo>
                  <a:lnTo>
                    <a:pt x="11187" y="11187"/>
                  </a:lnTo>
                  <a:lnTo>
                    <a:pt x="11026" y="11302"/>
                  </a:lnTo>
                  <a:lnTo>
                    <a:pt x="10841" y="11395"/>
                  </a:lnTo>
                  <a:lnTo>
                    <a:pt x="10656" y="11464"/>
                  </a:lnTo>
                  <a:lnTo>
                    <a:pt x="10449" y="11487"/>
                  </a:lnTo>
                  <a:lnTo>
                    <a:pt x="10241" y="11464"/>
                  </a:lnTo>
                  <a:lnTo>
                    <a:pt x="10057" y="11395"/>
                  </a:lnTo>
                  <a:lnTo>
                    <a:pt x="9872" y="11302"/>
                  </a:lnTo>
                  <a:lnTo>
                    <a:pt x="9711" y="11187"/>
                  </a:lnTo>
                  <a:lnTo>
                    <a:pt x="8904" y="10357"/>
                  </a:lnTo>
                  <a:lnTo>
                    <a:pt x="8765" y="10195"/>
                  </a:lnTo>
                  <a:lnTo>
                    <a:pt x="8673" y="10011"/>
                  </a:lnTo>
                  <a:lnTo>
                    <a:pt x="8604" y="9826"/>
                  </a:lnTo>
                  <a:lnTo>
                    <a:pt x="8604" y="9619"/>
                  </a:lnTo>
                  <a:lnTo>
                    <a:pt x="8604" y="9434"/>
                  </a:lnTo>
                  <a:lnTo>
                    <a:pt x="8673" y="9227"/>
                  </a:lnTo>
                  <a:lnTo>
                    <a:pt x="8765" y="9065"/>
                  </a:lnTo>
                  <a:lnTo>
                    <a:pt x="8904" y="8881"/>
                  </a:lnTo>
                  <a:lnTo>
                    <a:pt x="9065" y="8765"/>
                  </a:lnTo>
                  <a:lnTo>
                    <a:pt x="9250" y="8673"/>
                  </a:lnTo>
                  <a:lnTo>
                    <a:pt x="9434" y="8604"/>
                  </a:lnTo>
                  <a:lnTo>
                    <a:pt x="9642" y="8581"/>
                  </a:lnTo>
                  <a:close/>
                  <a:moveTo>
                    <a:pt x="7035" y="9665"/>
                  </a:moveTo>
                  <a:lnTo>
                    <a:pt x="7243" y="9688"/>
                  </a:lnTo>
                  <a:lnTo>
                    <a:pt x="7427" y="9734"/>
                  </a:lnTo>
                  <a:lnTo>
                    <a:pt x="7612" y="9849"/>
                  </a:lnTo>
                  <a:lnTo>
                    <a:pt x="7773" y="9965"/>
                  </a:lnTo>
                  <a:lnTo>
                    <a:pt x="7889" y="10126"/>
                  </a:lnTo>
                  <a:lnTo>
                    <a:pt x="7981" y="10288"/>
                  </a:lnTo>
                  <a:lnTo>
                    <a:pt x="8050" y="10495"/>
                  </a:lnTo>
                  <a:lnTo>
                    <a:pt x="8073" y="10703"/>
                  </a:lnTo>
                  <a:lnTo>
                    <a:pt x="8073" y="11856"/>
                  </a:lnTo>
                  <a:lnTo>
                    <a:pt x="8050" y="12064"/>
                  </a:lnTo>
                  <a:lnTo>
                    <a:pt x="7981" y="12271"/>
                  </a:lnTo>
                  <a:lnTo>
                    <a:pt x="7889" y="12433"/>
                  </a:lnTo>
                  <a:lnTo>
                    <a:pt x="7773" y="12594"/>
                  </a:lnTo>
                  <a:lnTo>
                    <a:pt x="7612" y="12709"/>
                  </a:lnTo>
                  <a:lnTo>
                    <a:pt x="7427" y="12825"/>
                  </a:lnTo>
                  <a:lnTo>
                    <a:pt x="7243" y="12871"/>
                  </a:lnTo>
                  <a:lnTo>
                    <a:pt x="7035" y="12894"/>
                  </a:lnTo>
                  <a:lnTo>
                    <a:pt x="6828" y="12871"/>
                  </a:lnTo>
                  <a:lnTo>
                    <a:pt x="6620" y="12825"/>
                  </a:lnTo>
                  <a:lnTo>
                    <a:pt x="6459" y="12709"/>
                  </a:lnTo>
                  <a:lnTo>
                    <a:pt x="6297" y="12594"/>
                  </a:lnTo>
                  <a:lnTo>
                    <a:pt x="6182" y="12433"/>
                  </a:lnTo>
                  <a:lnTo>
                    <a:pt x="6067" y="12271"/>
                  </a:lnTo>
                  <a:lnTo>
                    <a:pt x="6020" y="12064"/>
                  </a:lnTo>
                  <a:lnTo>
                    <a:pt x="5997" y="11856"/>
                  </a:lnTo>
                  <a:lnTo>
                    <a:pt x="5997" y="10703"/>
                  </a:lnTo>
                  <a:lnTo>
                    <a:pt x="6020" y="10495"/>
                  </a:lnTo>
                  <a:lnTo>
                    <a:pt x="6067" y="10288"/>
                  </a:lnTo>
                  <a:lnTo>
                    <a:pt x="6182" y="10126"/>
                  </a:lnTo>
                  <a:lnTo>
                    <a:pt x="6297" y="9965"/>
                  </a:lnTo>
                  <a:lnTo>
                    <a:pt x="6459" y="9849"/>
                  </a:lnTo>
                  <a:lnTo>
                    <a:pt x="6620" y="9734"/>
                  </a:lnTo>
                  <a:lnTo>
                    <a:pt x="6828" y="9688"/>
                  </a:lnTo>
                  <a:lnTo>
                    <a:pt x="7035" y="9665"/>
                  </a:lnTo>
                  <a:close/>
                  <a:moveTo>
                    <a:pt x="6689" y="1"/>
                  </a:moveTo>
                  <a:lnTo>
                    <a:pt x="6366" y="24"/>
                  </a:lnTo>
                  <a:lnTo>
                    <a:pt x="6020" y="70"/>
                  </a:lnTo>
                  <a:lnTo>
                    <a:pt x="5698" y="139"/>
                  </a:lnTo>
                  <a:lnTo>
                    <a:pt x="5352" y="208"/>
                  </a:lnTo>
                  <a:lnTo>
                    <a:pt x="5029" y="301"/>
                  </a:lnTo>
                  <a:lnTo>
                    <a:pt x="4706" y="393"/>
                  </a:lnTo>
                  <a:lnTo>
                    <a:pt x="4383" y="508"/>
                  </a:lnTo>
                  <a:lnTo>
                    <a:pt x="4083" y="647"/>
                  </a:lnTo>
                  <a:lnTo>
                    <a:pt x="3760" y="808"/>
                  </a:lnTo>
                  <a:lnTo>
                    <a:pt x="3460" y="970"/>
                  </a:lnTo>
                  <a:lnTo>
                    <a:pt x="3160" y="1154"/>
                  </a:lnTo>
                  <a:lnTo>
                    <a:pt x="2884" y="1362"/>
                  </a:lnTo>
                  <a:lnTo>
                    <a:pt x="2607" y="1569"/>
                  </a:lnTo>
                  <a:lnTo>
                    <a:pt x="2330" y="1800"/>
                  </a:lnTo>
                  <a:lnTo>
                    <a:pt x="2053" y="2054"/>
                  </a:lnTo>
                  <a:lnTo>
                    <a:pt x="1823" y="2307"/>
                  </a:lnTo>
                  <a:lnTo>
                    <a:pt x="1592" y="2584"/>
                  </a:lnTo>
                  <a:lnTo>
                    <a:pt x="1361" y="2861"/>
                  </a:lnTo>
                  <a:lnTo>
                    <a:pt x="1177" y="3161"/>
                  </a:lnTo>
                  <a:lnTo>
                    <a:pt x="992" y="3461"/>
                  </a:lnTo>
                  <a:lnTo>
                    <a:pt x="808" y="3760"/>
                  </a:lnTo>
                  <a:lnTo>
                    <a:pt x="669" y="4060"/>
                  </a:lnTo>
                  <a:lnTo>
                    <a:pt x="531" y="4383"/>
                  </a:lnTo>
                  <a:lnTo>
                    <a:pt x="393" y="4706"/>
                  </a:lnTo>
                  <a:lnTo>
                    <a:pt x="300" y="5029"/>
                  </a:lnTo>
                  <a:lnTo>
                    <a:pt x="208" y="5352"/>
                  </a:lnTo>
                  <a:lnTo>
                    <a:pt x="139" y="5675"/>
                  </a:lnTo>
                  <a:lnTo>
                    <a:pt x="93" y="6021"/>
                  </a:lnTo>
                  <a:lnTo>
                    <a:pt x="47" y="6344"/>
                  </a:lnTo>
                  <a:lnTo>
                    <a:pt x="24" y="6690"/>
                  </a:lnTo>
                  <a:lnTo>
                    <a:pt x="1" y="7012"/>
                  </a:lnTo>
                  <a:lnTo>
                    <a:pt x="24" y="7358"/>
                  </a:lnTo>
                  <a:lnTo>
                    <a:pt x="47" y="7704"/>
                  </a:lnTo>
                  <a:lnTo>
                    <a:pt x="93" y="8027"/>
                  </a:lnTo>
                  <a:lnTo>
                    <a:pt x="139" y="8373"/>
                  </a:lnTo>
                  <a:lnTo>
                    <a:pt x="208" y="8696"/>
                  </a:lnTo>
                  <a:lnTo>
                    <a:pt x="300" y="9019"/>
                  </a:lnTo>
                  <a:lnTo>
                    <a:pt x="393" y="9342"/>
                  </a:lnTo>
                  <a:lnTo>
                    <a:pt x="531" y="9665"/>
                  </a:lnTo>
                  <a:lnTo>
                    <a:pt x="669" y="9988"/>
                  </a:lnTo>
                  <a:lnTo>
                    <a:pt x="808" y="10288"/>
                  </a:lnTo>
                  <a:lnTo>
                    <a:pt x="992" y="10587"/>
                  </a:lnTo>
                  <a:lnTo>
                    <a:pt x="1177" y="10887"/>
                  </a:lnTo>
                  <a:lnTo>
                    <a:pt x="1361" y="11187"/>
                  </a:lnTo>
                  <a:lnTo>
                    <a:pt x="1592" y="11464"/>
                  </a:lnTo>
                  <a:lnTo>
                    <a:pt x="1823" y="11718"/>
                  </a:lnTo>
                  <a:lnTo>
                    <a:pt x="2053" y="11994"/>
                  </a:lnTo>
                  <a:lnTo>
                    <a:pt x="2307" y="12225"/>
                  </a:lnTo>
                  <a:lnTo>
                    <a:pt x="2584" y="12456"/>
                  </a:lnTo>
                  <a:lnTo>
                    <a:pt x="2861" y="12663"/>
                  </a:lnTo>
                  <a:lnTo>
                    <a:pt x="3137" y="12871"/>
                  </a:lnTo>
                  <a:lnTo>
                    <a:pt x="3437" y="13055"/>
                  </a:lnTo>
                  <a:lnTo>
                    <a:pt x="3714" y="13217"/>
                  </a:lnTo>
                  <a:lnTo>
                    <a:pt x="4037" y="13378"/>
                  </a:lnTo>
                  <a:lnTo>
                    <a:pt x="4337" y="13517"/>
                  </a:lnTo>
                  <a:lnTo>
                    <a:pt x="4660" y="13632"/>
                  </a:lnTo>
                  <a:lnTo>
                    <a:pt x="4983" y="13747"/>
                  </a:lnTo>
                  <a:lnTo>
                    <a:pt x="5305" y="13840"/>
                  </a:lnTo>
                  <a:lnTo>
                    <a:pt x="5651" y="13909"/>
                  </a:lnTo>
                  <a:lnTo>
                    <a:pt x="5997" y="13978"/>
                  </a:lnTo>
                  <a:lnTo>
                    <a:pt x="6343" y="14001"/>
                  </a:lnTo>
                  <a:lnTo>
                    <a:pt x="6689" y="14047"/>
                  </a:lnTo>
                  <a:lnTo>
                    <a:pt x="7381" y="14047"/>
                  </a:lnTo>
                  <a:lnTo>
                    <a:pt x="7727" y="14001"/>
                  </a:lnTo>
                  <a:lnTo>
                    <a:pt x="8073" y="13978"/>
                  </a:lnTo>
                  <a:lnTo>
                    <a:pt x="8419" y="13909"/>
                  </a:lnTo>
                  <a:lnTo>
                    <a:pt x="8742" y="13840"/>
                  </a:lnTo>
                  <a:lnTo>
                    <a:pt x="9088" y="13747"/>
                  </a:lnTo>
                  <a:lnTo>
                    <a:pt x="9411" y="13632"/>
                  </a:lnTo>
                  <a:lnTo>
                    <a:pt x="9711" y="13517"/>
                  </a:lnTo>
                  <a:lnTo>
                    <a:pt x="10034" y="13378"/>
                  </a:lnTo>
                  <a:lnTo>
                    <a:pt x="10334" y="13217"/>
                  </a:lnTo>
                  <a:lnTo>
                    <a:pt x="10633" y="13055"/>
                  </a:lnTo>
                  <a:lnTo>
                    <a:pt x="10933" y="12871"/>
                  </a:lnTo>
                  <a:lnTo>
                    <a:pt x="11210" y="12663"/>
                  </a:lnTo>
                  <a:lnTo>
                    <a:pt x="11487" y="12456"/>
                  </a:lnTo>
                  <a:lnTo>
                    <a:pt x="11741" y="12225"/>
                  </a:lnTo>
                  <a:lnTo>
                    <a:pt x="11994" y="11994"/>
                  </a:lnTo>
                  <a:lnTo>
                    <a:pt x="12248" y="11718"/>
                  </a:lnTo>
                  <a:lnTo>
                    <a:pt x="12479" y="11464"/>
                  </a:lnTo>
                  <a:lnTo>
                    <a:pt x="12686" y="11187"/>
                  </a:lnTo>
                  <a:lnTo>
                    <a:pt x="12894" y="10887"/>
                  </a:lnTo>
                  <a:lnTo>
                    <a:pt x="13078" y="10587"/>
                  </a:lnTo>
                  <a:lnTo>
                    <a:pt x="13240" y="10288"/>
                  </a:lnTo>
                  <a:lnTo>
                    <a:pt x="13401" y="9988"/>
                  </a:lnTo>
                  <a:lnTo>
                    <a:pt x="13540" y="9665"/>
                  </a:lnTo>
                  <a:lnTo>
                    <a:pt x="13655" y="9342"/>
                  </a:lnTo>
                  <a:lnTo>
                    <a:pt x="13770" y="9019"/>
                  </a:lnTo>
                  <a:lnTo>
                    <a:pt x="13862" y="8696"/>
                  </a:lnTo>
                  <a:lnTo>
                    <a:pt x="13932" y="8373"/>
                  </a:lnTo>
                  <a:lnTo>
                    <a:pt x="13978" y="8027"/>
                  </a:lnTo>
                  <a:lnTo>
                    <a:pt x="14024" y="7704"/>
                  </a:lnTo>
                  <a:lnTo>
                    <a:pt x="14047" y="7358"/>
                  </a:lnTo>
                  <a:lnTo>
                    <a:pt x="14047" y="7012"/>
                  </a:lnTo>
                  <a:lnTo>
                    <a:pt x="14047" y="6690"/>
                  </a:lnTo>
                  <a:lnTo>
                    <a:pt x="14024" y="6344"/>
                  </a:lnTo>
                  <a:lnTo>
                    <a:pt x="13978" y="6021"/>
                  </a:lnTo>
                  <a:lnTo>
                    <a:pt x="13932" y="5675"/>
                  </a:lnTo>
                  <a:lnTo>
                    <a:pt x="13862" y="5352"/>
                  </a:lnTo>
                  <a:lnTo>
                    <a:pt x="13770" y="5029"/>
                  </a:lnTo>
                  <a:lnTo>
                    <a:pt x="13655" y="4706"/>
                  </a:lnTo>
                  <a:lnTo>
                    <a:pt x="13540" y="4383"/>
                  </a:lnTo>
                  <a:lnTo>
                    <a:pt x="13401" y="4060"/>
                  </a:lnTo>
                  <a:lnTo>
                    <a:pt x="13240" y="3760"/>
                  </a:lnTo>
                  <a:lnTo>
                    <a:pt x="13078" y="3461"/>
                  </a:lnTo>
                  <a:lnTo>
                    <a:pt x="12894" y="3161"/>
                  </a:lnTo>
                  <a:lnTo>
                    <a:pt x="12686" y="2861"/>
                  </a:lnTo>
                  <a:lnTo>
                    <a:pt x="12479" y="2584"/>
                  </a:lnTo>
                  <a:lnTo>
                    <a:pt x="12248" y="2307"/>
                  </a:lnTo>
                  <a:lnTo>
                    <a:pt x="11994" y="2054"/>
                  </a:lnTo>
                  <a:lnTo>
                    <a:pt x="11741" y="1800"/>
                  </a:lnTo>
                  <a:lnTo>
                    <a:pt x="11464" y="1569"/>
                  </a:lnTo>
                  <a:lnTo>
                    <a:pt x="11187" y="1362"/>
                  </a:lnTo>
                  <a:lnTo>
                    <a:pt x="10887" y="1154"/>
                  </a:lnTo>
                  <a:lnTo>
                    <a:pt x="10610" y="970"/>
                  </a:lnTo>
                  <a:lnTo>
                    <a:pt x="10311" y="808"/>
                  </a:lnTo>
                  <a:lnTo>
                    <a:pt x="9988" y="647"/>
                  </a:lnTo>
                  <a:lnTo>
                    <a:pt x="9688" y="508"/>
                  </a:lnTo>
                  <a:lnTo>
                    <a:pt x="9365" y="393"/>
                  </a:lnTo>
                  <a:lnTo>
                    <a:pt x="9042" y="301"/>
                  </a:lnTo>
                  <a:lnTo>
                    <a:pt x="8696" y="208"/>
                  </a:lnTo>
                  <a:lnTo>
                    <a:pt x="8373" y="139"/>
                  </a:lnTo>
                  <a:lnTo>
                    <a:pt x="8050" y="70"/>
                  </a:lnTo>
                  <a:lnTo>
                    <a:pt x="7704" y="24"/>
                  </a:lnTo>
                  <a:lnTo>
                    <a:pt x="73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5"/>
            <p:cNvSpPr/>
            <p:nvPr/>
          </p:nvSpPr>
          <p:spPr>
            <a:xfrm>
              <a:off x="1523975" y="2588200"/>
              <a:ext cx="351200" cy="351200"/>
            </a:xfrm>
            <a:custGeom>
              <a:avLst/>
              <a:gdLst/>
              <a:ahLst/>
              <a:cxnLst/>
              <a:rect l="l" t="t" r="r" b="b"/>
              <a:pathLst>
                <a:path w="14048" h="14048" fill="none" extrusionOk="0">
                  <a:moveTo>
                    <a:pt x="11994" y="2054"/>
                  </a:moveTo>
                  <a:lnTo>
                    <a:pt x="11994" y="2054"/>
                  </a:lnTo>
                  <a:lnTo>
                    <a:pt x="11741" y="1800"/>
                  </a:lnTo>
                  <a:lnTo>
                    <a:pt x="11464" y="1569"/>
                  </a:lnTo>
                  <a:lnTo>
                    <a:pt x="11187" y="1362"/>
                  </a:lnTo>
                  <a:lnTo>
                    <a:pt x="10887" y="1154"/>
                  </a:lnTo>
                  <a:lnTo>
                    <a:pt x="10610" y="970"/>
                  </a:lnTo>
                  <a:lnTo>
                    <a:pt x="10311" y="808"/>
                  </a:lnTo>
                  <a:lnTo>
                    <a:pt x="9988" y="647"/>
                  </a:lnTo>
                  <a:lnTo>
                    <a:pt x="9688" y="508"/>
                  </a:lnTo>
                  <a:lnTo>
                    <a:pt x="9365" y="393"/>
                  </a:lnTo>
                  <a:lnTo>
                    <a:pt x="9042" y="301"/>
                  </a:lnTo>
                  <a:lnTo>
                    <a:pt x="8696" y="208"/>
                  </a:lnTo>
                  <a:lnTo>
                    <a:pt x="8373" y="139"/>
                  </a:lnTo>
                  <a:lnTo>
                    <a:pt x="8050" y="70"/>
                  </a:lnTo>
                  <a:lnTo>
                    <a:pt x="7704" y="24"/>
                  </a:lnTo>
                  <a:lnTo>
                    <a:pt x="7358" y="1"/>
                  </a:lnTo>
                  <a:lnTo>
                    <a:pt x="7035" y="1"/>
                  </a:lnTo>
                  <a:lnTo>
                    <a:pt x="7035" y="1"/>
                  </a:lnTo>
                  <a:lnTo>
                    <a:pt x="6689" y="1"/>
                  </a:lnTo>
                  <a:lnTo>
                    <a:pt x="6366" y="24"/>
                  </a:lnTo>
                  <a:lnTo>
                    <a:pt x="6020" y="70"/>
                  </a:lnTo>
                  <a:lnTo>
                    <a:pt x="5698" y="139"/>
                  </a:lnTo>
                  <a:lnTo>
                    <a:pt x="5352" y="208"/>
                  </a:lnTo>
                  <a:lnTo>
                    <a:pt x="5029" y="301"/>
                  </a:lnTo>
                  <a:lnTo>
                    <a:pt x="4706" y="393"/>
                  </a:lnTo>
                  <a:lnTo>
                    <a:pt x="4383" y="508"/>
                  </a:lnTo>
                  <a:lnTo>
                    <a:pt x="4083" y="647"/>
                  </a:lnTo>
                  <a:lnTo>
                    <a:pt x="3760" y="808"/>
                  </a:lnTo>
                  <a:lnTo>
                    <a:pt x="3460" y="970"/>
                  </a:lnTo>
                  <a:lnTo>
                    <a:pt x="3160" y="1154"/>
                  </a:lnTo>
                  <a:lnTo>
                    <a:pt x="2884" y="1362"/>
                  </a:lnTo>
                  <a:lnTo>
                    <a:pt x="2607" y="1569"/>
                  </a:lnTo>
                  <a:lnTo>
                    <a:pt x="2330" y="1800"/>
                  </a:lnTo>
                  <a:lnTo>
                    <a:pt x="2053" y="2054"/>
                  </a:lnTo>
                  <a:lnTo>
                    <a:pt x="2053" y="2054"/>
                  </a:lnTo>
                  <a:lnTo>
                    <a:pt x="1823" y="2307"/>
                  </a:lnTo>
                  <a:lnTo>
                    <a:pt x="1592" y="2584"/>
                  </a:lnTo>
                  <a:lnTo>
                    <a:pt x="1361" y="2861"/>
                  </a:lnTo>
                  <a:lnTo>
                    <a:pt x="1177" y="3161"/>
                  </a:lnTo>
                  <a:lnTo>
                    <a:pt x="992" y="3461"/>
                  </a:lnTo>
                  <a:lnTo>
                    <a:pt x="808" y="3760"/>
                  </a:lnTo>
                  <a:lnTo>
                    <a:pt x="669" y="4060"/>
                  </a:lnTo>
                  <a:lnTo>
                    <a:pt x="531" y="4383"/>
                  </a:lnTo>
                  <a:lnTo>
                    <a:pt x="393" y="4706"/>
                  </a:lnTo>
                  <a:lnTo>
                    <a:pt x="300" y="5029"/>
                  </a:lnTo>
                  <a:lnTo>
                    <a:pt x="208" y="5352"/>
                  </a:lnTo>
                  <a:lnTo>
                    <a:pt x="139" y="5675"/>
                  </a:lnTo>
                  <a:lnTo>
                    <a:pt x="93" y="6021"/>
                  </a:lnTo>
                  <a:lnTo>
                    <a:pt x="47" y="6344"/>
                  </a:lnTo>
                  <a:lnTo>
                    <a:pt x="24" y="6690"/>
                  </a:lnTo>
                  <a:lnTo>
                    <a:pt x="1" y="7012"/>
                  </a:lnTo>
                  <a:lnTo>
                    <a:pt x="24" y="7358"/>
                  </a:lnTo>
                  <a:lnTo>
                    <a:pt x="47" y="7704"/>
                  </a:lnTo>
                  <a:lnTo>
                    <a:pt x="93" y="8027"/>
                  </a:lnTo>
                  <a:lnTo>
                    <a:pt x="139" y="8373"/>
                  </a:lnTo>
                  <a:lnTo>
                    <a:pt x="208" y="8696"/>
                  </a:lnTo>
                  <a:lnTo>
                    <a:pt x="300" y="9019"/>
                  </a:lnTo>
                  <a:lnTo>
                    <a:pt x="393" y="9342"/>
                  </a:lnTo>
                  <a:lnTo>
                    <a:pt x="531" y="9665"/>
                  </a:lnTo>
                  <a:lnTo>
                    <a:pt x="669" y="9988"/>
                  </a:lnTo>
                  <a:lnTo>
                    <a:pt x="808" y="10288"/>
                  </a:lnTo>
                  <a:lnTo>
                    <a:pt x="992" y="10587"/>
                  </a:lnTo>
                  <a:lnTo>
                    <a:pt x="1177" y="10887"/>
                  </a:lnTo>
                  <a:lnTo>
                    <a:pt x="1361" y="11187"/>
                  </a:lnTo>
                  <a:lnTo>
                    <a:pt x="1592" y="11464"/>
                  </a:lnTo>
                  <a:lnTo>
                    <a:pt x="1823" y="11718"/>
                  </a:lnTo>
                  <a:lnTo>
                    <a:pt x="2053" y="11994"/>
                  </a:lnTo>
                  <a:lnTo>
                    <a:pt x="2053" y="11994"/>
                  </a:lnTo>
                  <a:lnTo>
                    <a:pt x="2307" y="12225"/>
                  </a:lnTo>
                  <a:lnTo>
                    <a:pt x="2584" y="12456"/>
                  </a:lnTo>
                  <a:lnTo>
                    <a:pt x="2861" y="12663"/>
                  </a:lnTo>
                  <a:lnTo>
                    <a:pt x="3137" y="12871"/>
                  </a:lnTo>
                  <a:lnTo>
                    <a:pt x="3437" y="13055"/>
                  </a:lnTo>
                  <a:lnTo>
                    <a:pt x="3714" y="13217"/>
                  </a:lnTo>
                  <a:lnTo>
                    <a:pt x="4037" y="13378"/>
                  </a:lnTo>
                  <a:lnTo>
                    <a:pt x="4337" y="13517"/>
                  </a:lnTo>
                  <a:lnTo>
                    <a:pt x="4660" y="13632"/>
                  </a:lnTo>
                  <a:lnTo>
                    <a:pt x="4983" y="13747"/>
                  </a:lnTo>
                  <a:lnTo>
                    <a:pt x="5305" y="13840"/>
                  </a:lnTo>
                  <a:lnTo>
                    <a:pt x="5651" y="13909"/>
                  </a:lnTo>
                  <a:lnTo>
                    <a:pt x="5997" y="13978"/>
                  </a:lnTo>
                  <a:lnTo>
                    <a:pt x="6343" y="14001"/>
                  </a:lnTo>
                  <a:lnTo>
                    <a:pt x="6689" y="14047"/>
                  </a:lnTo>
                  <a:lnTo>
                    <a:pt x="7035" y="14047"/>
                  </a:lnTo>
                  <a:lnTo>
                    <a:pt x="7035" y="14047"/>
                  </a:lnTo>
                  <a:lnTo>
                    <a:pt x="7381" y="14047"/>
                  </a:lnTo>
                  <a:lnTo>
                    <a:pt x="7727" y="14001"/>
                  </a:lnTo>
                  <a:lnTo>
                    <a:pt x="8073" y="13978"/>
                  </a:lnTo>
                  <a:lnTo>
                    <a:pt x="8419" y="13909"/>
                  </a:lnTo>
                  <a:lnTo>
                    <a:pt x="8742" y="13840"/>
                  </a:lnTo>
                  <a:lnTo>
                    <a:pt x="9088" y="13747"/>
                  </a:lnTo>
                  <a:lnTo>
                    <a:pt x="9411" y="13632"/>
                  </a:lnTo>
                  <a:lnTo>
                    <a:pt x="9711" y="13517"/>
                  </a:lnTo>
                  <a:lnTo>
                    <a:pt x="10034" y="13378"/>
                  </a:lnTo>
                  <a:lnTo>
                    <a:pt x="10334" y="13217"/>
                  </a:lnTo>
                  <a:lnTo>
                    <a:pt x="10633" y="13055"/>
                  </a:lnTo>
                  <a:lnTo>
                    <a:pt x="10933" y="12871"/>
                  </a:lnTo>
                  <a:lnTo>
                    <a:pt x="11210" y="12663"/>
                  </a:lnTo>
                  <a:lnTo>
                    <a:pt x="11487" y="12456"/>
                  </a:lnTo>
                  <a:lnTo>
                    <a:pt x="11741" y="12225"/>
                  </a:lnTo>
                  <a:lnTo>
                    <a:pt x="11994" y="11994"/>
                  </a:lnTo>
                  <a:lnTo>
                    <a:pt x="11994" y="11994"/>
                  </a:lnTo>
                  <a:lnTo>
                    <a:pt x="12248" y="11718"/>
                  </a:lnTo>
                  <a:lnTo>
                    <a:pt x="12479" y="11464"/>
                  </a:lnTo>
                  <a:lnTo>
                    <a:pt x="12686" y="11187"/>
                  </a:lnTo>
                  <a:lnTo>
                    <a:pt x="12894" y="10887"/>
                  </a:lnTo>
                  <a:lnTo>
                    <a:pt x="13078" y="10587"/>
                  </a:lnTo>
                  <a:lnTo>
                    <a:pt x="13240" y="10288"/>
                  </a:lnTo>
                  <a:lnTo>
                    <a:pt x="13401" y="9988"/>
                  </a:lnTo>
                  <a:lnTo>
                    <a:pt x="13540" y="9665"/>
                  </a:lnTo>
                  <a:lnTo>
                    <a:pt x="13655" y="9342"/>
                  </a:lnTo>
                  <a:lnTo>
                    <a:pt x="13770" y="9019"/>
                  </a:lnTo>
                  <a:lnTo>
                    <a:pt x="13862" y="8696"/>
                  </a:lnTo>
                  <a:lnTo>
                    <a:pt x="13932" y="8373"/>
                  </a:lnTo>
                  <a:lnTo>
                    <a:pt x="13978" y="8027"/>
                  </a:lnTo>
                  <a:lnTo>
                    <a:pt x="14024" y="7704"/>
                  </a:lnTo>
                  <a:lnTo>
                    <a:pt x="14047" y="7358"/>
                  </a:lnTo>
                  <a:lnTo>
                    <a:pt x="14047" y="7012"/>
                  </a:lnTo>
                  <a:lnTo>
                    <a:pt x="14047" y="6690"/>
                  </a:lnTo>
                  <a:lnTo>
                    <a:pt x="14024" y="6344"/>
                  </a:lnTo>
                  <a:lnTo>
                    <a:pt x="13978" y="6021"/>
                  </a:lnTo>
                  <a:lnTo>
                    <a:pt x="13932" y="5675"/>
                  </a:lnTo>
                  <a:lnTo>
                    <a:pt x="13862" y="5352"/>
                  </a:lnTo>
                  <a:lnTo>
                    <a:pt x="13770" y="5029"/>
                  </a:lnTo>
                  <a:lnTo>
                    <a:pt x="13655" y="4706"/>
                  </a:lnTo>
                  <a:lnTo>
                    <a:pt x="13540" y="4383"/>
                  </a:lnTo>
                  <a:lnTo>
                    <a:pt x="13401" y="4060"/>
                  </a:lnTo>
                  <a:lnTo>
                    <a:pt x="13240" y="3760"/>
                  </a:lnTo>
                  <a:lnTo>
                    <a:pt x="13078" y="3461"/>
                  </a:lnTo>
                  <a:lnTo>
                    <a:pt x="12894" y="3161"/>
                  </a:lnTo>
                  <a:lnTo>
                    <a:pt x="12686" y="2861"/>
                  </a:lnTo>
                  <a:lnTo>
                    <a:pt x="12479" y="2584"/>
                  </a:lnTo>
                  <a:lnTo>
                    <a:pt x="12248" y="2307"/>
                  </a:lnTo>
                  <a:lnTo>
                    <a:pt x="11994" y="2054"/>
                  </a:lnTo>
                  <a:lnTo>
                    <a:pt x="11994" y="205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5"/>
            <p:cNvSpPr/>
            <p:nvPr/>
          </p:nvSpPr>
          <p:spPr>
            <a:xfrm>
              <a:off x="1552800" y="2737550"/>
              <a:ext cx="81325" cy="51925"/>
            </a:xfrm>
            <a:custGeom>
              <a:avLst/>
              <a:gdLst/>
              <a:ahLst/>
              <a:cxnLst/>
              <a:rect l="l" t="t" r="r" b="b"/>
              <a:pathLst>
                <a:path w="3253" h="2077" fill="none" extrusionOk="0">
                  <a:moveTo>
                    <a:pt x="1" y="1038"/>
                  </a:moveTo>
                  <a:lnTo>
                    <a:pt x="1" y="1038"/>
                  </a:lnTo>
                  <a:lnTo>
                    <a:pt x="24" y="831"/>
                  </a:lnTo>
                  <a:lnTo>
                    <a:pt x="93" y="646"/>
                  </a:lnTo>
                  <a:lnTo>
                    <a:pt x="185" y="462"/>
                  </a:lnTo>
                  <a:lnTo>
                    <a:pt x="324" y="323"/>
                  </a:lnTo>
                  <a:lnTo>
                    <a:pt x="462" y="185"/>
                  </a:lnTo>
                  <a:lnTo>
                    <a:pt x="647" y="93"/>
                  </a:lnTo>
                  <a:lnTo>
                    <a:pt x="831" y="24"/>
                  </a:lnTo>
                  <a:lnTo>
                    <a:pt x="1039" y="1"/>
                  </a:lnTo>
                  <a:lnTo>
                    <a:pt x="2215" y="1"/>
                  </a:lnTo>
                  <a:lnTo>
                    <a:pt x="2215" y="1"/>
                  </a:lnTo>
                  <a:lnTo>
                    <a:pt x="2423" y="24"/>
                  </a:lnTo>
                  <a:lnTo>
                    <a:pt x="2607" y="93"/>
                  </a:lnTo>
                  <a:lnTo>
                    <a:pt x="2792" y="185"/>
                  </a:lnTo>
                  <a:lnTo>
                    <a:pt x="2930" y="323"/>
                  </a:lnTo>
                  <a:lnTo>
                    <a:pt x="3068" y="462"/>
                  </a:lnTo>
                  <a:lnTo>
                    <a:pt x="3161" y="646"/>
                  </a:lnTo>
                  <a:lnTo>
                    <a:pt x="3230" y="831"/>
                  </a:lnTo>
                  <a:lnTo>
                    <a:pt x="3253" y="1038"/>
                  </a:lnTo>
                  <a:lnTo>
                    <a:pt x="3253" y="1038"/>
                  </a:lnTo>
                  <a:lnTo>
                    <a:pt x="3230" y="1246"/>
                  </a:lnTo>
                  <a:lnTo>
                    <a:pt x="3161" y="1454"/>
                  </a:lnTo>
                  <a:lnTo>
                    <a:pt x="3068" y="1638"/>
                  </a:lnTo>
                  <a:lnTo>
                    <a:pt x="2930" y="1777"/>
                  </a:lnTo>
                  <a:lnTo>
                    <a:pt x="2792" y="1915"/>
                  </a:lnTo>
                  <a:lnTo>
                    <a:pt x="2607" y="2007"/>
                  </a:lnTo>
                  <a:lnTo>
                    <a:pt x="2423" y="2053"/>
                  </a:lnTo>
                  <a:lnTo>
                    <a:pt x="2215" y="2076"/>
                  </a:lnTo>
                  <a:lnTo>
                    <a:pt x="1039" y="2076"/>
                  </a:lnTo>
                  <a:lnTo>
                    <a:pt x="1039" y="2076"/>
                  </a:lnTo>
                  <a:lnTo>
                    <a:pt x="831" y="2053"/>
                  </a:lnTo>
                  <a:lnTo>
                    <a:pt x="647" y="2007"/>
                  </a:lnTo>
                  <a:lnTo>
                    <a:pt x="462" y="1915"/>
                  </a:lnTo>
                  <a:lnTo>
                    <a:pt x="324" y="1777"/>
                  </a:lnTo>
                  <a:lnTo>
                    <a:pt x="185" y="1638"/>
                  </a:lnTo>
                  <a:lnTo>
                    <a:pt x="93" y="1454"/>
                  </a:lnTo>
                  <a:lnTo>
                    <a:pt x="24" y="1246"/>
                  </a:lnTo>
                  <a:lnTo>
                    <a:pt x="1" y="1038"/>
                  </a:lnTo>
                  <a:lnTo>
                    <a:pt x="1" y="103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5"/>
            <p:cNvSpPr/>
            <p:nvPr/>
          </p:nvSpPr>
          <p:spPr>
            <a:xfrm>
              <a:off x="1588550" y="2802700"/>
              <a:ext cx="72100" cy="72675"/>
            </a:xfrm>
            <a:custGeom>
              <a:avLst/>
              <a:gdLst/>
              <a:ahLst/>
              <a:cxnLst/>
              <a:rect l="l" t="t" r="r" b="b"/>
              <a:pathLst>
                <a:path w="2884" h="2907" fill="none" extrusionOk="0">
                  <a:moveTo>
                    <a:pt x="2584" y="1777"/>
                  </a:moveTo>
                  <a:lnTo>
                    <a:pt x="1777" y="2584"/>
                  </a:lnTo>
                  <a:lnTo>
                    <a:pt x="1777" y="2584"/>
                  </a:lnTo>
                  <a:lnTo>
                    <a:pt x="1592" y="2722"/>
                  </a:lnTo>
                  <a:lnTo>
                    <a:pt x="1431" y="2815"/>
                  </a:lnTo>
                  <a:lnTo>
                    <a:pt x="1223" y="2884"/>
                  </a:lnTo>
                  <a:lnTo>
                    <a:pt x="1039" y="2907"/>
                  </a:lnTo>
                  <a:lnTo>
                    <a:pt x="1039" y="2907"/>
                  </a:lnTo>
                  <a:lnTo>
                    <a:pt x="831" y="2884"/>
                  </a:lnTo>
                  <a:lnTo>
                    <a:pt x="647" y="2815"/>
                  </a:lnTo>
                  <a:lnTo>
                    <a:pt x="462" y="2722"/>
                  </a:lnTo>
                  <a:lnTo>
                    <a:pt x="301" y="2584"/>
                  </a:lnTo>
                  <a:lnTo>
                    <a:pt x="301" y="2584"/>
                  </a:lnTo>
                  <a:lnTo>
                    <a:pt x="162" y="2423"/>
                  </a:lnTo>
                  <a:lnTo>
                    <a:pt x="70" y="2261"/>
                  </a:lnTo>
                  <a:lnTo>
                    <a:pt x="1" y="2054"/>
                  </a:lnTo>
                  <a:lnTo>
                    <a:pt x="1" y="1869"/>
                  </a:lnTo>
                  <a:lnTo>
                    <a:pt x="1" y="1662"/>
                  </a:lnTo>
                  <a:lnTo>
                    <a:pt x="70" y="1477"/>
                  </a:lnTo>
                  <a:lnTo>
                    <a:pt x="162" y="1292"/>
                  </a:lnTo>
                  <a:lnTo>
                    <a:pt x="301" y="1131"/>
                  </a:lnTo>
                  <a:lnTo>
                    <a:pt x="1108" y="301"/>
                  </a:lnTo>
                  <a:lnTo>
                    <a:pt x="1108" y="301"/>
                  </a:lnTo>
                  <a:lnTo>
                    <a:pt x="1269" y="185"/>
                  </a:lnTo>
                  <a:lnTo>
                    <a:pt x="1454" y="70"/>
                  </a:lnTo>
                  <a:lnTo>
                    <a:pt x="1661" y="24"/>
                  </a:lnTo>
                  <a:lnTo>
                    <a:pt x="1846" y="1"/>
                  </a:lnTo>
                  <a:lnTo>
                    <a:pt x="2054" y="24"/>
                  </a:lnTo>
                  <a:lnTo>
                    <a:pt x="2238" y="70"/>
                  </a:lnTo>
                  <a:lnTo>
                    <a:pt x="2423" y="185"/>
                  </a:lnTo>
                  <a:lnTo>
                    <a:pt x="2584" y="301"/>
                  </a:lnTo>
                  <a:lnTo>
                    <a:pt x="2584" y="301"/>
                  </a:lnTo>
                  <a:lnTo>
                    <a:pt x="2722" y="462"/>
                  </a:lnTo>
                  <a:lnTo>
                    <a:pt x="2815" y="647"/>
                  </a:lnTo>
                  <a:lnTo>
                    <a:pt x="2861" y="854"/>
                  </a:lnTo>
                  <a:lnTo>
                    <a:pt x="2884" y="1039"/>
                  </a:lnTo>
                  <a:lnTo>
                    <a:pt x="2861" y="1246"/>
                  </a:lnTo>
                  <a:lnTo>
                    <a:pt x="2815" y="1431"/>
                  </a:lnTo>
                  <a:lnTo>
                    <a:pt x="2722" y="1615"/>
                  </a:lnTo>
                  <a:lnTo>
                    <a:pt x="2584" y="1777"/>
                  </a:lnTo>
                  <a:lnTo>
                    <a:pt x="2584" y="177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5"/>
            <p:cNvSpPr/>
            <p:nvPr/>
          </p:nvSpPr>
          <p:spPr>
            <a:xfrm>
              <a:off x="1588550" y="2652800"/>
              <a:ext cx="72100" cy="72100"/>
            </a:xfrm>
            <a:custGeom>
              <a:avLst/>
              <a:gdLst/>
              <a:ahLst/>
              <a:cxnLst/>
              <a:rect l="l" t="t" r="r" b="b"/>
              <a:pathLst>
                <a:path w="2884" h="2884" fill="none" extrusionOk="0">
                  <a:moveTo>
                    <a:pt x="2584" y="2583"/>
                  </a:moveTo>
                  <a:lnTo>
                    <a:pt x="2584" y="2583"/>
                  </a:lnTo>
                  <a:lnTo>
                    <a:pt x="2423" y="2722"/>
                  </a:lnTo>
                  <a:lnTo>
                    <a:pt x="2238" y="2814"/>
                  </a:lnTo>
                  <a:lnTo>
                    <a:pt x="2054" y="2860"/>
                  </a:lnTo>
                  <a:lnTo>
                    <a:pt x="1846" y="2883"/>
                  </a:lnTo>
                  <a:lnTo>
                    <a:pt x="1846" y="2883"/>
                  </a:lnTo>
                  <a:lnTo>
                    <a:pt x="1661" y="2860"/>
                  </a:lnTo>
                  <a:lnTo>
                    <a:pt x="1454" y="2814"/>
                  </a:lnTo>
                  <a:lnTo>
                    <a:pt x="1292" y="2722"/>
                  </a:lnTo>
                  <a:lnTo>
                    <a:pt x="1131" y="2583"/>
                  </a:lnTo>
                  <a:lnTo>
                    <a:pt x="301" y="1753"/>
                  </a:lnTo>
                  <a:lnTo>
                    <a:pt x="301" y="1753"/>
                  </a:lnTo>
                  <a:lnTo>
                    <a:pt x="162" y="1592"/>
                  </a:lnTo>
                  <a:lnTo>
                    <a:pt x="70" y="1407"/>
                  </a:lnTo>
                  <a:lnTo>
                    <a:pt x="24" y="1223"/>
                  </a:lnTo>
                  <a:lnTo>
                    <a:pt x="1" y="1038"/>
                  </a:lnTo>
                  <a:lnTo>
                    <a:pt x="24" y="830"/>
                  </a:lnTo>
                  <a:lnTo>
                    <a:pt x="70" y="646"/>
                  </a:lnTo>
                  <a:lnTo>
                    <a:pt x="162" y="461"/>
                  </a:lnTo>
                  <a:lnTo>
                    <a:pt x="301" y="300"/>
                  </a:lnTo>
                  <a:lnTo>
                    <a:pt x="301" y="300"/>
                  </a:lnTo>
                  <a:lnTo>
                    <a:pt x="462" y="162"/>
                  </a:lnTo>
                  <a:lnTo>
                    <a:pt x="647" y="69"/>
                  </a:lnTo>
                  <a:lnTo>
                    <a:pt x="831" y="0"/>
                  </a:lnTo>
                  <a:lnTo>
                    <a:pt x="1039" y="0"/>
                  </a:lnTo>
                  <a:lnTo>
                    <a:pt x="1223" y="0"/>
                  </a:lnTo>
                  <a:lnTo>
                    <a:pt x="1431" y="69"/>
                  </a:lnTo>
                  <a:lnTo>
                    <a:pt x="1615" y="162"/>
                  </a:lnTo>
                  <a:lnTo>
                    <a:pt x="1777" y="300"/>
                  </a:lnTo>
                  <a:lnTo>
                    <a:pt x="2584" y="1107"/>
                  </a:lnTo>
                  <a:lnTo>
                    <a:pt x="2584" y="1107"/>
                  </a:lnTo>
                  <a:lnTo>
                    <a:pt x="2722" y="1269"/>
                  </a:lnTo>
                  <a:lnTo>
                    <a:pt x="2815" y="1453"/>
                  </a:lnTo>
                  <a:lnTo>
                    <a:pt x="2861" y="1638"/>
                  </a:lnTo>
                  <a:lnTo>
                    <a:pt x="2884" y="1845"/>
                  </a:lnTo>
                  <a:lnTo>
                    <a:pt x="2861" y="2053"/>
                  </a:lnTo>
                  <a:lnTo>
                    <a:pt x="2815" y="2237"/>
                  </a:lnTo>
                  <a:lnTo>
                    <a:pt x="2722" y="2422"/>
                  </a:lnTo>
                  <a:lnTo>
                    <a:pt x="2584" y="2583"/>
                  </a:lnTo>
                  <a:lnTo>
                    <a:pt x="2584" y="2583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5"/>
            <p:cNvSpPr/>
            <p:nvPr/>
          </p:nvSpPr>
          <p:spPr>
            <a:xfrm>
              <a:off x="1673900" y="2829800"/>
              <a:ext cx="51925" cy="80750"/>
            </a:xfrm>
            <a:custGeom>
              <a:avLst/>
              <a:gdLst/>
              <a:ahLst/>
              <a:cxnLst/>
              <a:rect l="l" t="t" r="r" b="b"/>
              <a:pathLst>
                <a:path w="2077" h="3230" fill="none" extrusionOk="0">
                  <a:moveTo>
                    <a:pt x="2076" y="2192"/>
                  </a:moveTo>
                  <a:lnTo>
                    <a:pt x="2076" y="2192"/>
                  </a:lnTo>
                  <a:lnTo>
                    <a:pt x="2053" y="2400"/>
                  </a:lnTo>
                  <a:lnTo>
                    <a:pt x="1984" y="2607"/>
                  </a:lnTo>
                  <a:lnTo>
                    <a:pt x="1892" y="2769"/>
                  </a:lnTo>
                  <a:lnTo>
                    <a:pt x="1776" y="2930"/>
                  </a:lnTo>
                  <a:lnTo>
                    <a:pt x="1615" y="3045"/>
                  </a:lnTo>
                  <a:lnTo>
                    <a:pt x="1430" y="3161"/>
                  </a:lnTo>
                  <a:lnTo>
                    <a:pt x="1246" y="3207"/>
                  </a:lnTo>
                  <a:lnTo>
                    <a:pt x="1038" y="3230"/>
                  </a:lnTo>
                  <a:lnTo>
                    <a:pt x="1038" y="3230"/>
                  </a:lnTo>
                  <a:lnTo>
                    <a:pt x="831" y="3207"/>
                  </a:lnTo>
                  <a:lnTo>
                    <a:pt x="623" y="3161"/>
                  </a:lnTo>
                  <a:lnTo>
                    <a:pt x="462" y="3045"/>
                  </a:lnTo>
                  <a:lnTo>
                    <a:pt x="300" y="2930"/>
                  </a:lnTo>
                  <a:lnTo>
                    <a:pt x="185" y="2769"/>
                  </a:lnTo>
                  <a:lnTo>
                    <a:pt x="70" y="2607"/>
                  </a:lnTo>
                  <a:lnTo>
                    <a:pt x="23" y="2400"/>
                  </a:lnTo>
                  <a:lnTo>
                    <a:pt x="0" y="2192"/>
                  </a:lnTo>
                  <a:lnTo>
                    <a:pt x="0" y="1039"/>
                  </a:lnTo>
                  <a:lnTo>
                    <a:pt x="0" y="1039"/>
                  </a:lnTo>
                  <a:lnTo>
                    <a:pt x="23" y="831"/>
                  </a:lnTo>
                  <a:lnTo>
                    <a:pt x="70" y="624"/>
                  </a:lnTo>
                  <a:lnTo>
                    <a:pt x="185" y="462"/>
                  </a:lnTo>
                  <a:lnTo>
                    <a:pt x="300" y="301"/>
                  </a:lnTo>
                  <a:lnTo>
                    <a:pt x="462" y="185"/>
                  </a:lnTo>
                  <a:lnTo>
                    <a:pt x="623" y="70"/>
                  </a:lnTo>
                  <a:lnTo>
                    <a:pt x="831" y="24"/>
                  </a:lnTo>
                  <a:lnTo>
                    <a:pt x="1038" y="1"/>
                  </a:lnTo>
                  <a:lnTo>
                    <a:pt x="1038" y="1"/>
                  </a:lnTo>
                  <a:lnTo>
                    <a:pt x="1246" y="24"/>
                  </a:lnTo>
                  <a:lnTo>
                    <a:pt x="1430" y="70"/>
                  </a:lnTo>
                  <a:lnTo>
                    <a:pt x="1615" y="185"/>
                  </a:lnTo>
                  <a:lnTo>
                    <a:pt x="1776" y="301"/>
                  </a:lnTo>
                  <a:lnTo>
                    <a:pt x="1892" y="462"/>
                  </a:lnTo>
                  <a:lnTo>
                    <a:pt x="1984" y="624"/>
                  </a:lnTo>
                  <a:lnTo>
                    <a:pt x="2053" y="831"/>
                  </a:lnTo>
                  <a:lnTo>
                    <a:pt x="2076" y="1039"/>
                  </a:lnTo>
                  <a:lnTo>
                    <a:pt x="2076" y="219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5"/>
            <p:cNvSpPr/>
            <p:nvPr/>
          </p:nvSpPr>
          <p:spPr>
            <a:xfrm>
              <a:off x="1673900" y="2617050"/>
              <a:ext cx="51925" cy="80750"/>
            </a:xfrm>
            <a:custGeom>
              <a:avLst/>
              <a:gdLst/>
              <a:ahLst/>
              <a:cxnLst/>
              <a:rect l="l" t="t" r="r" b="b"/>
              <a:pathLst>
                <a:path w="2077" h="3230" fill="none" extrusionOk="0">
                  <a:moveTo>
                    <a:pt x="2076" y="2191"/>
                  </a:moveTo>
                  <a:lnTo>
                    <a:pt x="2076" y="2191"/>
                  </a:lnTo>
                  <a:lnTo>
                    <a:pt x="2053" y="2399"/>
                  </a:lnTo>
                  <a:lnTo>
                    <a:pt x="1984" y="2606"/>
                  </a:lnTo>
                  <a:lnTo>
                    <a:pt x="1892" y="2791"/>
                  </a:lnTo>
                  <a:lnTo>
                    <a:pt x="1776" y="2929"/>
                  </a:lnTo>
                  <a:lnTo>
                    <a:pt x="1615" y="3068"/>
                  </a:lnTo>
                  <a:lnTo>
                    <a:pt x="1430" y="3160"/>
                  </a:lnTo>
                  <a:lnTo>
                    <a:pt x="1246" y="3206"/>
                  </a:lnTo>
                  <a:lnTo>
                    <a:pt x="1038" y="3229"/>
                  </a:lnTo>
                  <a:lnTo>
                    <a:pt x="1038" y="3229"/>
                  </a:lnTo>
                  <a:lnTo>
                    <a:pt x="831" y="3206"/>
                  </a:lnTo>
                  <a:lnTo>
                    <a:pt x="623" y="3160"/>
                  </a:lnTo>
                  <a:lnTo>
                    <a:pt x="462" y="3068"/>
                  </a:lnTo>
                  <a:lnTo>
                    <a:pt x="300" y="2929"/>
                  </a:lnTo>
                  <a:lnTo>
                    <a:pt x="185" y="2791"/>
                  </a:lnTo>
                  <a:lnTo>
                    <a:pt x="70" y="2606"/>
                  </a:lnTo>
                  <a:lnTo>
                    <a:pt x="23" y="2399"/>
                  </a:lnTo>
                  <a:lnTo>
                    <a:pt x="0" y="2191"/>
                  </a:lnTo>
                  <a:lnTo>
                    <a:pt x="0" y="1038"/>
                  </a:lnTo>
                  <a:lnTo>
                    <a:pt x="0" y="1038"/>
                  </a:lnTo>
                  <a:lnTo>
                    <a:pt x="23" y="830"/>
                  </a:lnTo>
                  <a:lnTo>
                    <a:pt x="70" y="646"/>
                  </a:lnTo>
                  <a:lnTo>
                    <a:pt x="185" y="461"/>
                  </a:lnTo>
                  <a:lnTo>
                    <a:pt x="300" y="300"/>
                  </a:lnTo>
                  <a:lnTo>
                    <a:pt x="462" y="185"/>
                  </a:lnTo>
                  <a:lnTo>
                    <a:pt x="623" y="92"/>
                  </a:lnTo>
                  <a:lnTo>
                    <a:pt x="831" y="23"/>
                  </a:lnTo>
                  <a:lnTo>
                    <a:pt x="1038" y="0"/>
                  </a:lnTo>
                  <a:lnTo>
                    <a:pt x="1038" y="0"/>
                  </a:lnTo>
                  <a:lnTo>
                    <a:pt x="1246" y="23"/>
                  </a:lnTo>
                  <a:lnTo>
                    <a:pt x="1430" y="92"/>
                  </a:lnTo>
                  <a:lnTo>
                    <a:pt x="1615" y="185"/>
                  </a:lnTo>
                  <a:lnTo>
                    <a:pt x="1776" y="300"/>
                  </a:lnTo>
                  <a:lnTo>
                    <a:pt x="1892" y="461"/>
                  </a:lnTo>
                  <a:lnTo>
                    <a:pt x="1984" y="646"/>
                  </a:lnTo>
                  <a:lnTo>
                    <a:pt x="2053" y="830"/>
                  </a:lnTo>
                  <a:lnTo>
                    <a:pt x="2076" y="1038"/>
                  </a:lnTo>
                  <a:lnTo>
                    <a:pt x="2076" y="219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5"/>
            <p:cNvSpPr/>
            <p:nvPr/>
          </p:nvSpPr>
          <p:spPr>
            <a:xfrm>
              <a:off x="1738475" y="2652225"/>
              <a:ext cx="72675" cy="72675"/>
            </a:xfrm>
            <a:custGeom>
              <a:avLst/>
              <a:gdLst/>
              <a:ahLst/>
              <a:cxnLst/>
              <a:rect l="l" t="t" r="r" b="b"/>
              <a:pathLst>
                <a:path w="2907" h="2907" fill="none" extrusionOk="0">
                  <a:moveTo>
                    <a:pt x="324" y="1130"/>
                  </a:moveTo>
                  <a:lnTo>
                    <a:pt x="1131" y="323"/>
                  </a:lnTo>
                  <a:lnTo>
                    <a:pt x="1131" y="323"/>
                  </a:lnTo>
                  <a:lnTo>
                    <a:pt x="1292" y="185"/>
                  </a:lnTo>
                  <a:lnTo>
                    <a:pt x="1477" y="92"/>
                  </a:lnTo>
                  <a:lnTo>
                    <a:pt x="1661" y="23"/>
                  </a:lnTo>
                  <a:lnTo>
                    <a:pt x="1869" y="0"/>
                  </a:lnTo>
                  <a:lnTo>
                    <a:pt x="2053" y="23"/>
                  </a:lnTo>
                  <a:lnTo>
                    <a:pt x="2261" y="92"/>
                  </a:lnTo>
                  <a:lnTo>
                    <a:pt x="2446" y="185"/>
                  </a:lnTo>
                  <a:lnTo>
                    <a:pt x="2607" y="323"/>
                  </a:lnTo>
                  <a:lnTo>
                    <a:pt x="2607" y="323"/>
                  </a:lnTo>
                  <a:lnTo>
                    <a:pt x="2722" y="484"/>
                  </a:lnTo>
                  <a:lnTo>
                    <a:pt x="2838" y="646"/>
                  </a:lnTo>
                  <a:lnTo>
                    <a:pt x="2884" y="853"/>
                  </a:lnTo>
                  <a:lnTo>
                    <a:pt x="2907" y="1038"/>
                  </a:lnTo>
                  <a:lnTo>
                    <a:pt x="2884" y="1246"/>
                  </a:lnTo>
                  <a:lnTo>
                    <a:pt x="2838" y="1430"/>
                  </a:lnTo>
                  <a:lnTo>
                    <a:pt x="2722" y="1615"/>
                  </a:lnTo>
                  <a:lnTo>
                    <a:pt x="2607" y="1776"/>
                  </a:lnTo>
                  <a:lnTo>
                    <a:pt x="1777" y="2606"/>
                  </a:lnTo>
                  <a:lnTo>
                    <a:pt x="1777" y="2606"/>
                  </a:lnTo>
                  <a:lnTo>
                    <a:pt x="1615" y="2745"/>
                  </a:lnTo>
                  <a:lnTo>
                    <a:pt x="1431" y="2837"/>
                  </a:lnTo>
                  <a:lnTo>
                    <a:pt x="1246" y="2883"/>
                  </a:lnTo>
                  <a:lnTo>
                    <a:pt x="1039" y="2906"/>
                  </a:lnTo>
                  <a:lnTo>
                    <a:pt x="1039" y="2906"/>
                  </a:lnTo>
                  <a:lnTo>
                    <a:pt x="854" y="2883"/>
                  </a:lnTo>
                  <a:lnTo>
                    <a:pt x="646" y="2837"/>
                  </a:lnTo>
                  <a:lnTo>
                    <a:pt x="485" y="2745"/>
                  </a:lnTo>
                  <a:lnTo>
                    <a:pt x="324" y="2606"/>
                  </a:lnTo>
                  <a:lnTo>
                    <a:pt x="324" y="2606"/>
                  </a:lnTo>
                  <a:lnTo>
                    <a:pt x="185" y="2445"/>
                  </a:lnTo>
                  <a:lnTo>
                    <a:pt x="93" y="2260"/>
                  </a:lnTo>
                  <a:lnTo>
                    <a:pt x="24" y="2076"/>
                  </a:lnTo>
                  <a:lnTo>
                    <a:pt x="1" y="1868"/>
                  </a:lnTo>
                  <a:lnTo>
                    <a:pt x="24" y="1661"/>
                  </a:lnTo>
                  <a:lnTo>
                    <a:pt x="93" y="1476"/>
                  </a:lnTo>
                  <a:lnTo>
                    <a:pt x="185" y="1292"/>
                  </a:lnTo>
                  <a:lnTo>
                    <a:pt x="324" y="1130"/>
                  </a:lnTo>
                  <a:lnTo>
                    <a:pt x="324" y="113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5"/>
            <p:cNvSpPr/>
            <p:nvPr/>
          </p:nvSpPr>
          <p:spPr>
            <a:xfrm>
              <a:off x="1739050" y="2802700"/>
              <a:ext cx="72100" cy="72675"/>
            </a:xfrm>
            <a:custGeom>
              <a:avLst/>
              <a:gdLst/>
              <a:ahLst/>
              <a:cxnLst/>
              <a:rect l="l" t="t" r="r" b="b"/>
              <a:pathLst>
                <a:path w="2884" h="2907" fill="none" extrusionOk="0">
                  <a:moveTo>
                    <a:pt x="2584" y="2607"/>
                  </a:moveTo>
                  <a:lnTo>
                    <a:pt x="2584" y="2607"/>
                  </a:lnTo>
                  <a:lnTo>
                    <a:pt x="2423" y="2722"/>
                  </a:lnTo>
                  <a:lnTo>
                    <a:pt x="2238" y="2815"/>
                  </a:lnTo>
                  <a:lnTo>
                    <a:pt x="2053" y="2884"/>
                  </a:lnTo>
                  <a:lnTo>
                    <a:pt x="1846" y="2907"/>
                  </a:lnTo>
                  <a:lnTo>
                    <a:pt x="1846" y="2907"/>
                  </a:lnTo>
                  <a:lnTo>
                    <a:pt x="1638" y="2884"/>
                  </a:lnTo>
                  <a:lnTo>
                    <a:pt x="1454" y="2815"/>
                  </a:lnTo>
                  <a:lnTo>
                    <a:pt x="1269" y="2722"/>
                  </a:lnTo>
                  <a:lnTo>
                    <a:pt x="1108" y="2607"/>
                  </a:lnTo>
                  <a:lnTo>
                    <a:pt x="301" y="1777"/>
                  </a:lnTo>
                  <a:lnTo>
                    <a:pt x="301" y="1777"/>
                  </a:lnTo>
                  <a:lnTo>
                    <a:pt x="162" y="1615"/>
                  </a:lnTo>
                  <a:lnTo>
                    <a:pt x="70" y="1431"/>
                  </a:lnTo>
                  <a:lnTo>
                    <a:pt x="1" y="1246"/>
                  </a:lnTo>
                  <a:lnTo>
                    <a:pt x="1" y="1039"/>
                  </a:lnTo>
                  <a:lnTo>
                    <a:pt x="1" y="854"/>
                  </a:lnTo>
                  <a:lnTo>
                    <a:pt x="70" y="647"/>
                  </a:lnTo>
                  <a:lnTo>
                    <a:pt x="162" y="485"/>
                  </a:lnTo>
                  <a:lnTo>
                    <a:pt x="301" y="301"/>
                  </a:lnTo>
                  <a:lnTo>
                    <a:pt x="301" y="301"/>
                  </a:lnTo>
                  <a:lnTo>
                    <a:pt x="462" y="185"/>
                  </a:lnTo>
                  <a:lnTo>
                    <a:pt x="647" y="93"/>
                  </a:lnTo>
                  <a:lnTo>
                    <a:pt x="831" y="24"/>
                  </a:lnTo>
                  <a:lnTo>
                    <a:pt x="1039" y="1"/>
                  </a:lnTo>
                  <a:lnTo>
                    <a:pt x="1223" y="24"/>
                  </a:lnTo>
                  <a:lnTo>
                    <a:pt x="1408" y="93"/>
                  </a:lnTo>
                  <a:lnTo>
                    <a:pt x="1592" y="185"/>
                  </a:lnTo>
                  <a:lnTo>
                    <a:pt x="1754" y="301"/>
                  </a:lnTo>
                  <a:lnTo>
                    <a:pt x="2584" y="1131"/>
                  </a:lnTo>
                  <a:lnTo>
                    <a:pt x="2584" y="1131"/>
                  </a:lnTo>
                  <a:lnTo>
                    <a:pt x="2722" y="1292"/>
                  </a:lnTo>
                  <a:lnTo>
                    <a:pt x="2815" y="1477"/>
                  </a:lnTo>
                  <a:lnTo>
                    <a:pt x="2861" y="1662"/>
                  </a:lnTo>
                  <a:lnTo>
                    <a:pt x="2884" y="1869"/>
                  </a:lnTo>
                  <a:lnTo>
                    <a:pt x="2861" y="2054"/>
                  </a:lnTo>
                  <a:lnTo>
                    <a:pt x="2815" y="2261"/>
                  </a:lnTo>
                  <a:lnTo>
                    <a:pt x="2722" y="2446"/>
                  </a:lnTo>
                  <a:lnTo>
                    <a:pt x="2584" y="2607"/>
                  </a:lnTo>
                  <a:lnTo>
                    <a:pt x="2584" y="260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5"/>
            <p:cNvSpPr/>
            <p:nvPr/>
          </p:nvSpPr>
          <p:spPr>
            <a:xfrm>
              <a:off x="1765575" y="2737550"/>
              <a:ext cx="80750" cy="51925"/>
            </a:xfrm>
            <a:custGeom>
              <a:avLst/>
              <a:gdLst/>
              <a:ahLst/>
              <a:cxnLst/>
              <a:rect l="l" t="t" r="r" b="b"/>
              <a:pathLst>
                <a:path w="3230" h="2077" fill="none" extrusionOk="0">
                  <a:moveTo>
                    <a:pt x="2192" y="2076"/>
                  </a:moveTo>
                  <a:lnTo>
                    <a:pt x="1039" y="2076"/>
                  </a:lnTo>
                  <a:lnTo>
                    <a:pt x="1039" y="2076"/>
                  </a:lnTo>
                  <a:lnTo>
                    <a:pt x="831" y="2053"/>
                  </a:lnTo>
                  <a:lnTo>
                    <a:pt x="647" y="2007"/>
                  </a:lnTo>
                  <a:lnTo>
                    <a:pt x="462" y="1915"/>
                  </a:lnTo>
                  <a:lnTo>
                    <a:pt x="301" y="1777"/>
                  </a:lnTo>
                  <a:lnTo>
                    <a:pt x="185" y="1638"/>
                  </a:lnTo>
                  <a:lnTo>
                    <a:pt x="93" y="1454"/>
                  </a:lnTo>
                  <a:lnTo>
                    <a:pt x="24" y="1246"/>
                  </a:lnTo>
                  <a:lnTo>
                    <a:pt x="1" y="1038"/>
                  </a:lnTo>
                  <a:lnTo>
                    <a:pt x="1" y="1038"/>
                  </a:lnTo>
                  <a:lnTo>
                    <a:pt x="24" y="831"/>
                  </a:lnTo>
                  <a:lnTo>
                    <a:pt x="93" y="646"/>
                  </a:lnTo>
                  <a:lnTo>
                    <a:pt x="185" y="462"/>
                  </a:lnTo>
                  <a:lnTo>
                    <a:pt x="301" y="323"/>
                  </a:lnTo>
                  <a:lnTo>
                    <a:pt x="462" y="185"/>
                  </a:lnTo>
                  <a:lnTo>
                    <a:pt x="647" y="93"/>
                  </a:lnTo>
                  <a:lnTo>
                    <a:pt x="831" y="24"/>
                  </a:lnTo>
                  <a:lnTo>
                    <a:pt x="1039" y="1"/>
                  </a:lnTo>
                  <a:lnTo>
                    <a:pt x="2192" y="1"/>
                  </a:lnTo>
                  <a:lnTo>
                    <a:pt x="2192" y="1"/>
                  </a:lnTo>
                  <a:lnTo>
                    <a:pt x="2399" y="24"/>
                  </a:lnTo>
                  <a:lnTo>
                    <a:pt x="2607" y="93"/>
                  </a:lnTo>
                  <a:lnTo>
                    <a:pt x="2768" y="185"/>
                  </a:lnTo>
                  <a:lnTo>
                    <a:pt x="2930" y="323"/>
                  </a:lnTo>
                  <a:lnTo>
                    <a:pt x="3068" y="462"/>
                  </a:lnTo>
                  <a:lnTo>
                    <a:pt x="3161" y="646"/>
                  </a:lnTo>
                  <a:lnTo>
                    <a:pt x="3207" y="831"/>
                  </a:lnTo>
                  <a:lnTo>
                    <a:pt x="3230" y="1038"/>
                  </a:lnTo>
                  <a:lnTo>
                    <a:pt x="3230" y="1038"/>
                  </a:lnTo>
                  <a:lnTo>
                    <a:pt x="3207" y="1246"/>
                  </a:lnTo>
                  <a:lnTo>
                    <a:pt x="3161" y="1454"/>
                  </a:lnTo>
                  <a:lnTo>
                    <a:pt x="3068" y="1638"/>
                  </a:lnTo>
                  <a:lnTo>
                    <a:pt x="2930" y="1777"/>
                  </a:lnTo>
                  <a:lnTo>
                    <a:pt x="2768" y="1915"/>
                  </a:lnTo>
                  <a:lnTo>
                    <a:pt x="2607" y="2007"/>
                  </a:lnTo>
                  <a:lnTo>
                    <a:pt x="2399" y="2053"/>
                  </a:lnTo>
                  <a:lnTo>
                    <a:pt x="2192" y="2076"/>
                  </a:lnTo>
                  <a:lnTo>
                    <a:pt x="2192" y="207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5"/>
            <p:cNvSpPr/>
            <p:nvPr/>
          </p:nvSpPr>
          <p:spPr>
            <a:xfrm>
              <a:off x="1820350" y="27894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5"/>
            <p:cNvSpPr/>
            <p:nvPr/>
          </p:nvSpPr>
          <p:spPr>
            <a:xfrm>
              <a:off x="1203375" y="2968200"/>
              <a:ext cx="88825" cy="88825"/>
            </a:xfrm>
            <a:custGeom>
              <a:avLst/>
              <a:gdLst/>
              <a:ahLst/>
              <a:cxnLst/>
              <a:rect l="l" t="t" r="r" b="b"/>
              <a:pathLst>
                <a:path w="3553" h="3553" extrusionOk="0">
                  <a:moveTo>
                    <a:pt x="2515" y="0"/>
                  </a:moveTo>
                  <a:lnTo>
                    <a:pt x="2307" y="23"/>
                  </a:lnTo>
                  <a:lnTo>
                    <a:pt x="2122" y="93"/>
                  </a:lnTo>
                  <a:lnTo>
                    <a:pt x="1938" y="185"/>
                  </a:lnTo>
                  <a:lnTo>
                    <a:pt x="1776" y="300"/>
                  </a:lnTo>
                  <a:lnTo>
                    <a:pt x="300" y="1776"/>
                  </a:lnTo>
                  <a:lnTo>
                    <a:pt x="185" y="1938"/>
                  </a:lnTo>
                  <a:lnTo>
                    <a:pt x="70" y="2122"/>
                  </a:lnTo>
                  <a:lnTo>
                    <a:pt x="24" y="2330"/>
                  </a:lnTo>
                  <a:lnTo>
                    <a:pt x="1" y="2514"/>
                  </a:lnTo>
                  <a:lnTo>
                    <a:pt x="24" y="2722"/>
                  </a:lnTo>
                  <a:lnTo>
                    <a:pt x="70" y="2907"/>
                  </a:lnTo>
                  <a:lnTo>
                    <a:pt x="185" y="3091"/>
                  </a:lnTo>
                  <a:lnTo>
                    <a:pt x="300" y="3252"/>
                  </a:lnTo>
                  <a:lnTo>
                    <a:pt x="462" y="3391"/>
                  </a:lnTo>
                  <a:lnTo>
                    <a:pt x="646" y="3483"/>
                  </a:lnTo>
                  <a:lnTo>
                    <a:pt x="854" y="3529"/>
                  </a:lnTo>
                  <a:lnTo>
                    <a:pt x="1038" y="3552"/>
                  </a:lnTo>
                  <a:lnTo>
                    <a:pt x="1246" y="3529"/>
                  </a:lnTo>
                  <a:lnTo>
                    <a:pt x="1431" y="3483"/>
                  </a:lnTo>
                  <a:lnTo>
                    <a:pt x="1615" y="3391"/>
                  </a:lnTo>
                  <a:lnTo>
                    <a:pt x="1776" y="3252"/>
                  </a:lnTo>
                  <a:lnTo>
                    <a:pt x="3253" y="1776"/>
                  </a:lnTo>
                  <a:lnTo>
                    <a:pt x="3391" y="1615"/>
                  </a:lnTo>
                  <a:lnTo>
                    <a:pt x="3483" y="1430"/>
                  </a:lnTo>
                  <a:lnTo>
                    <a:pt x="3529" y="1246"/>
                  </a:lnTo>
                  <a:lnTo>
                    <a:pt x="3552" y="1038"/>
                  </a:lnTo>
                  <a:lnTo>
                    <a:pt x="3529" y="854"/>
                  </a:lnTo>
                  <a:lnTo>
                    <a:pt x="3483" y="646"/>
                  </a:lnTo>
                  <a:lnTo>
                    <a:pt x="3391" y="485"/>
                  </a:lnTo>
                  <a:lnTo>
                    <a:pt x="3253" y="300"/>
                  </a:lnTo>
                  <a:lnTo>
                    <a:pt x="3091" y="185"/>
                  </a:lnTo>
                  <a:lnTo>
                    <a:pt x="2907" y="93"/>
                  </a:lnTo>
                  <a:lnTo>
                    <a:pt x="2722" y="23"/>
                  </a:lnTo>
                  <a:lnTo>
                    <a:pt x="25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5"/>
            <p:cNvSpPr/>
            <p:nvPr/>
          </p:nvSpPr>
          <p:spPr>
            <a:xfrm>
              <a:off x="1203375" y="2968200"/>
              <a:ext cx="88825" cy="88825"/>
            </a:xfrm>
            <a:custGeom>
              <a:avLst/>
              <a:gdLst/>
              <a:ahLst/>
              <a:cxnLst/>
              <a:rect l="l" t="t" r="r" b="b"/>
              <a:pathLst>
                <a:path w="3553" h="3553" fill="none" extrusionOk="0">
                  <a:moveTo>
                    <a:pt x="1776" y="3252"/>
                  </a:moveTo>
                  <a:lnTo>
                    <a:pt x="3253" y="1776"/>
                  </a:lnTo>
                  <a:lnTo>
                    <a:pt x="3253" y="1776"/>
                  </a:lnTo>
                  <a:lnTo>
                    <a:pt x="3391" y="1615"/>
                  </a:lnTo>
                  <a:lnTo>
                    <a:pt x="3483" y="1430"/>
                  </a:lnTo>
                  <a:lnTo>
                    <a:pt x="3529" y="1246"/>
                  </a:lnTo>
                  <a:lnTo>
                    <a:pt x="3552" y="1038"/>
                  </a:lnTo>
                  <a:lnTo>
                    <a:pt x="3529" y="854"/>
                  </a:lnTo>
                  <a:lnTo>
                    <a:pt x="3483" y="646"/>
                  </a:lnTo>
                  <a:lnTo>
                    <a:pt x="3391" y="485"/>
                  </a:lnTo>
                  <a:lnTo>
                    <a:pt x="3253" y="300"/>
                  </a:lnTo>
                  <a:lnTo>
                    <a:pt x="3253" y="300"/>
                  </a:lnTo>
                  <a:lnTo>
                    <a:pt x="3091" y="185"/>
                  </a:lnTo>
                  <a:lnTo>
                    <a:pt x="2907" y="93"/>
                  </a:lnTo>
                  <a:lnTo>
                    <a:pt x="2722" y="23"/>
                  </a:lnTo>
                  <a:lnTo>
                    <a:pt x="2515" y="0"/>
                  </a:lnTo>
                  <a:lnTo>
                    <a:pt x="2307" y="23"/>
                  </a:lnTo>
                  <a:lnTo>
                    <a:pt x="2122" y="93"/>
                  </a:lnTo>
                  <a:lnTo>
                    <a:pt x="1938" y="185"/>
                  </a:lnTo>
                  <a:lnTo>
                    <a:pt x="1776" y="300"/>
                  </a:lnTo>
                  <a:lnTo>
                    <a:pt x="300" y="1776"/>
                  </a:lnTo>
                  <a:lnTo>
                    <a:pt x="300" y="1776"/>
                  </a:lnTo>
                  <a:lnTo>
                    <a:pt x="185" y="1938"/>
                  </a:lnTo>
                  <a:lnTo>
                    <a:pt x="70" y="2122"/>
                  </a:lnTo>
                  <a:lnTo>
                    <a:pt x="24" y="2330"/>
                  </a:lnTo>
                  <a:lnTo>
                    <a:pt x="1" y="2514"/>
                  </a:lnTo>
                  <a:lnTo>
                    <a:pt x="24" y="2722"/>
                  </a:lnTo>
                  <a:lnTo>
                    <a:pt x="70" y="2907"/>
                  </a:lnTo>
                  <a:lnTo>
                    <a:pt x="185" y="3091"/>
                  </a:lnTo>
                  <a:lnTo>
                    <a:pt x="300" y="3252"/>
                  </a:lnTo>
                  <a:lnTo>
                    <a:pt x="300" y="3252"/>
                  </a:lnTo>
                  <a:lnTo>
                    <a:pt x="462" y="3391"/>
                  </a:lnTo>
                  <a:lnTo>
                    <a:pt x="646" y="3483"/>
                  </a:lnTo>
                  <a:lnTo>
                    <a:pt x="854" y="3529"/>
                  </a:lnTo>
                  <a:lnTo>
                    <a:pt x="1038" y="3552"/>
                  </a:lnTo>
                  <a:lnTo>
                    <a:pt x="1038" y="3552"/>
                  </a:lnTo>
                  <a:lnTo>
                    <a:pt x="1246" y="3529"/>
                  </a:lnTo>
                  <a:lnTo>
                    <a:pt x="1431" y="3483"/>
                  </a:lnTo>
                  <a:lnTo>
                    <a:pt x="1615" y="3391"/>
                  </a:lnTo>
                  <a:lnTo>
                    <a:pt x="1776" y="3252"/>
                  </a:lnTo>
                  <a:lnTo>
                    <a:pt x="1776" y="325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5"/>
            <p:cNvSpPr/>
            <p:nvPr/>
          </p:nvSpPr>
          <p:spPr>
            <a:xfrm>
              <a:off x="1365400" y="3110625"/>
              <a:ext cx="187425" cy="188000"/>
            </a:xfrm>
            <a:custGeom>
              <a:avLst/>
              <a:gdLst/>
              <a:ahLst/>
              <a:cxnLst/>
              <a:rect l="l" t="t" r="r" b="b"/>
              <a:pathLst>
                <a:path w="7497" h="7520" extrusionOk="0">
                  <a:moveTo>
                    <a:pt x="6459" y="0"/>
                  </a:moveTo>
                  <a:lnTo>
                    <a:pt x="6274" y="23"/>
                  </a:lnTo>
                  <a:lnTo>
                    <a:pt x="6067" y="70"/>
                  </a:lnTo>
                  <a:lnTo>
                    <a:pt x="5905" y="162"/>
                  </a:lnTo>
                  <a:lnTo>
                    <a:pt x="5744" y="300"/>
                  </a:lnTo>
                  <a:lnTo>
                    <a:pt x="301" y="5743"/>
                  </a:lnTo>
                  <a:lnTo>
                    <a:pt x="162" y="5905"/>
                  </a:lnTo>
                  <a:lnTo>
                    <a:pt x="70" y="6089"/>
                  </a:lnTo>
                  <a:lnTo>
                    <a:pt x="24" y="6274"/>
                  </a:lnTo>
                  <a:lnTo>
                    <a:pt x="1" y="6481"/>
                  </a:lnTo>
                  <a:lnTo>
                    <a:pt x="24" y="6666"/>
                  </a:lnTo>
                  <a:lnTo>
                    <a:pt x="70" y="6850"/>
                  </a:lnTo>
                  <a:lnTo>
                    <a:pt x="162" y="7035"/>
                  </a:lnTo>
                  <a:lnTo>
                    <a:pt x="301" y="7196"/>
                  </a:lnTo>
                  <a:lnTo>
                    <a:pt x="462" y="7335"/>
                  </a:lnTo>
                  <a:lnTo>
                    <a:pt x="647" y="7427"/>
                  </a:lnTo>
                  <a:lnTo>
                    <a:pt x="831" y="7496"/>
                  </a:lnTo>
                  <a:lnTo>
                    <a:pt x="1039" y="7519"/>
                  </a:lnTo>
                  <a:lnTo>
                    <a:pt x="1246" y="7496"/>
                  </a:lnTo>
                  <a:lnTo>
                    <a:pt x="1431" y="7427"/>
                  </a:lnTo>
                  <a:lnTo>
                    <a:pt x="1615" y="7335"/>
                  </a:lnTo>
                  <a:lnTo>
                    <a:pt x="1777" y="7196"/>
                  </a:lnTo>
                  <a:lnTo>
                    <a:pt x="7197" y="1776"/>
                  </a:lnTo>
                  <a:lnTo>
                    <a:pt x="7335" y="1615"/>
                  </a:lnTo>
                  <a:lnTo>
                    <a:pt x="7428" y="1430"/>
                  </a:lnTo>
                  <a:lnTo>
                    <a:pt x="7497" y="1246"/>
                  </a:lnTo>
                  <a:lnTo>
                    <a:pt x="7497" y="1038"/>
                  </a:lnTo>
                  <a:lnTo>
                    <a:pt x="7497" y="831"/>
                  </a:lnTo>
                  <a:lnTo>
                    <a:pt x="7428" y="646"/>
                  </a:lnTo>
                  <a:lnTo>
                    <a:pt x="7335" y="462"/>
                  </a:lnTo>
                  <a:lnTo>
                    <a:pt x="7197" y="300"/>
                  </a:lnTo>
                  <a:lnTo>
                    <a:pt x="7035" y="162"/>
                  </a:lnTo>
                  <a:lnTo>
                    <a:pt x="6851" y="70"/>
                  </a:lnTo>
                  <a:lnTo>
                    <a:pt x="6666" y="23"/>
                  </a:lnTo>
                  <a:lnTo>
                    <a:pt x="64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5"/>
            <p:cNvSpPr/>
            <p:nvPr/>
          </p:nvSpPr>
          <p:spPr>
            <a:xfrm>
              <a:off x="1365400" y="3110625"/>
              <a:ext cx="187425" cy="188000"/>
            </a:xfrm>
            <a:custGeom>
              <a:avLst/>
              <a:gdLst/>
              <a:ahLst/>
              <a:cxnLst/>
              <a:rect l="l" t="t" r="r" b="b"/>
              <a:pathLst>
                <a:path w="7497" h="7520" fill="none" extrusionOk="0">
                  <a:moveTo>
                    <a:pt x="7197" y="300"/>
                  </a:moveTo>
                  <a:lnTo>
                    <a:pt x="7197" y="300"/>
                  </a:lnTo>
                  <a:lnTo>
                    <a:pt x="7035" y="162"/>
                  </a:lnTo>
                  <a:lnTo>
                    <a:pt x="6851" y="70"/>
                  </a:lnTo>
                  <a:lnTo>
                    <a:pt x="6666" y="23"/>
                  </a:lnTo>
                  <a:lnTo>
                    <a:pt x="6459" y="0"/>
                  </a:lnTo>
                  <a:lnTo>
                    <a:pt x="6274" y="23"/>
                  </a:lnTo>
                  <a:lnTo>
                    <a:pt x="6067" y="70"/>
                  </a:lnTo>
                  <a:lnTo>
                    <a:pt x="5905" y="162"/>
                  </a:lnTo>
                  <a:lnTo>
                    <a:pt x="5744" y="300"/>
                  </a:lnTo>
                  <a:lnTo>
                    <a:pt x="301" y="5743"/>
                  </a:lnTo>
                  <a:lnTo>
                    <a:pt x="301" y="5743"/>
                  </a:lnTo>
                  <a:lnTo>
                    <a:pt x="162" y="5905"/>
                  </a:lnTo>
                  <a:lnTo>
                    <a:pt x="70" y="6089"/>
                  </a:lnTo>
                  <a:lnTo>
                    <a:pt x="24" y="6274"/>
                  </a:lnTo>
                  <a:lnTo>
                    <a:pt x="1" y="6481"/>
                  </a:lnTo>
                  <a:lnTo>
                    <a:pt x="24" y="6666"/>
                  </a:lnTo>
                  <a:lnTo>
                    <a:pt x="70" y="6850"/>
                  </a:lnTo>
                  <a:lnTo>
                    <a:pt x="162" y="7035"/>
                  </a:lnTo>
                  <a:lnTo>
                    <a:pt x="301" y="7196"/>
                  </a:lnTo>
                  <a:lnTo>
                    <a:pt x="301" y="7196"/>
                  </a:lnTo>
                  <a:lnTo>
                    <a:pt x="462" y="7335"/>
                  </a:lnTo>
                  <a:lnTo>
                    <a:pt x="647" y="7427"/>
                  </a:lnTo>
                  <a:lnTo>
                    <a:pt x="831" y="7496"/>
                  </a:lnTo>
                  <a:lnTo>
                    <a:pt x="1039" y="7519"/>
                  </a:lnTo>
                  <a:lnTo>
                    <a:pt x="1039" y="7519"/>
                  </a:lnTo>
                  <a:lnTo>
                    <a:pt x="1246" y="7496"/>
                  </a:lnTo>
                  <a:lnTo>
                    <a:pt x="1431" y="7427"/>
                  </a:lnTo>
                  <a:lnTo>
                    <a:pt x="1615" y="7335"/>
                  </a:lnTo>
                  <a:lnTo>
                    <a:pt x="1777" y="7196"/>
                  </a:lnTo>
                  <a:lnTo>
                    <a:pt x="7197" y="1776"/>
                  </a:lnTo>
                  <a:lnTo>
                    <a:pt x="7197" y="1776"/>
                  </a:lnTo>
                  <a:lnTo>
                    <a:pt x="7335" y="1615"/>
                  </a:lnTo>
                  <a:lnTo>
                    <a:pt x="7428" y="1430"/>
                  </a:lnTo>
                  <a:lnTo>
                    <a:pt x="7497" y="1246"/>
                  </a:lnTo>
                  <a:lnTo>
                    <a:pt x="7497" y="1038"/>
                  </a:lnTo>
                  <a:lnTo>
                    <a:pt x="7497" y="831"/>
                  </a:lnTo>
                  <a:lnTo>
                    <a:pt x="7428" y="646"/>
                  </a:lnTo>
                  <a:lnTo>
                    <a:pt x="7335" y="462"/>
                  </a:lnTo>
                  <a:lnTo>
                    <a:pt x="7197" y="300"/>
                  </a:lnTo>
                  <a:lnTo>
                    <a:pt x="7197" y="30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5"/>
            <p:cNvSpPr/>
            <p:nvPr/>
          </p:nvSpPr>
          <p:spPr>
            <a:xfrm>
              <a:off x="1545300" y="31181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7" name="Google Shape;497;p35"/>
          <p:cNvGrpSpPr/>
          <p:nvPr/>
        </p:nvGrpSpPr>
        <p:grpSpPr>
          <a:xfrm>
            <a:off x="5083984" y="1287642"/>
            <a:ext cx="261404" cy="406448"/>
            <a:chOff x="3762425" y="2347775"/>
            <a:chExt cx="570875" cy="885700"/>
          </a:xfrm>
        </p:grpSpPr>
        <p:sp>
          <p:nvSpPr>
            <p:cNvPr id="498" name="Google Shape;498;p35"/>
            <p:cNvSpPr/>
            <p:nvPr/>
          </p:nvSpPr>
          <p:spPr>
            <a:xfrm>
              <a:off x="3968275" y="2347775"/>
              <a:ext cx="159175" cy="51325"/>
            </a:xfrm>
            <a:custGeom>
              <a:avLst/>
              <a:gdLst/>
              <a:ahLst/>
              <a:cxnLst/>
              <a:rect l="l" t="t" r="r" b="b"/>
              <a:pathLst>
                <a:path w="6367" h="2053" extrusionOk="0">
                  <a:moveTo>
                    <a:pt x="0" y="0"/>
                  </a:moveTo>
                  <a:lnTo>
                    <a:pt x="0" y="1799"/>
                  </a:lnTo>
                  <a:lnTo>
                    <a:pt x="23" y="1891"/>
                  </a:lnTo>
                  <a:lnTo>
                    <a:pt x="93" y="1984"/>
                  </a:lnTo>
                  <a:lnTo>
                    <a:pt x="162" y="2053"/>
                  </a:lnTo>
                  <a:lnTo>
                    <a:pt x="6182" y="2053"/>
                  </a:lnTo>
                  <a:lnTo>
                    <a:pt x="6274" y="1984"/>
                  </a:lnTo>
                  <a:lnTo>
                    <a:pt x="6343" y="1891"/>
                  </a:lnTo>
                  <a:lnTo>
                    <a:pt x="6366" y="1799"/>
                  </a:lnTo>
                  <a:lnTo>
                    <a:pt x="63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5"/>
            <p:cNvSpPr/>
            <p:nvPr/>
          </p:nvSpPr>
          <p:spPr>
            <a:xfrm>
              <a:off x="3968275" y="2347775"/>
              <a:ext cx="159175" cy="51325"/>
            </a:xfrm>
            <a:custGeom>
              <a:avLst/>
              <a:gdLst/>
              <a:ahLst/>
              <a:cxnLst/>
              <a:rect l="l" t="t" r="r" b="b"/>
              <a:pathLst>
                <a:path w="6367" h="2053" fill="none" extrusionOk="0">
                  <a:moveTo>
                    <a:pt x="277" y="2053"/>
                  </a:moveTo>
                  <a:lnTo>
                    <a:pt x="6089" y="2053"/>
                  </a:lnTo>
                  <a:lnTo>
                    <a:pt x="6089" y="2053"/>
                  </a:lnTo>
                  <a:lnTo>
                    <a:pt x="6182" y="2053"/>
                  </a:lnTo>
                  <a:lnTo>
                    <a:pt x="6274" y="1984"/>
                  </a:lnTo>
                  <a:lnTo>
                    <a:pt x="6343" y="1891"/>
                  </a:lnTo>
                  <a:lnTo>
                    <a:pt x="6366" y="1799"/>
                  </a:lnTo>
                  <a:lnTo>
                    <a:pt x="6366" y="0"/>
                  </a:lnTo>
                  <a:lnTo>
                    <a:pt x="0" y="0"/>
                  </a:lnTo>
                  <a:lnTo>
                    <a:pt x="0" y="1799"/>
                  </a:lnTo>
                  <a:lnTo>
                    <a:pt x="0" y="1799"/>
                  </a:lnTo>
                  <a:lnTo>
                    <a:pt x="23" y="1891"/>
                  </a:lnTo>
                  <a:lnTo>
                    <a:pt x="93" y="1984"/>
                  </a:lnTo>
                  <a:lnTo>
                    <a:pt x="162" y="2053"/>
                  </a:lnTo>
                  <a:lnTo>
                    <a:pt x="277" y="2053"/>
                  </a:lnTo>
                  <a:lnTo>
                    <a:pt x="277" y="2053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5"/>
            <p:cNvSpPr/>
            <p:nvPr/>
          </p:nvSpPr>
          <p:spPr>
            <a:xfrm>
              <a:off x="3975200" y="23990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5"/>
            <p:cNvSpPr/>
            <p:nvPr/>
          </p:nvSpPr>
          <p:spPr>
            <a:xfrm>
              <a:off x="3762425" y="2347775"/>
              <a:ext cx="570875" cy="885700"/>
            </a:xfrm>
            <a:custGeom>
              <a:avLst/>
              <a:gdLst/>
              <a:ahLst/>
              <a:cxnLst/>
              <a:rect l="l" t="t" r="r" b="b"/>
              <a:pathLst>
                <a:path w="22835" h="35428" extrusionOk="0">
                  <a:moveTo>
                    <a:pt x="11417" y="11394"/>
                  </a:moveTo>
                  <a:lnTo>
                    <a:pt x="11717" y="11417"/>
                  </a:lnTo>
                  <a:lnTo>
                    <a:pt x="11994" y="11463"/>
                  </a:lnTo>
                  <a:lnTo>
                    <a:pt x="12271" y="11578"/>
                  </a:lnTo>
                  <a:lnTo>
                    <a:pt x="12524" y="11717"/>
                  </a:lnTo>
                  <a:lnTo>
                    <a:pt x="12732" y="11901"/>
                  </a:lnTo>
                  <a:lnTo>
                    <a:pt x="12940" y="12109"/>
                  </a:lnTo>
                  <a:lnTo>
                    <a:pt x="13101" y="12340"/>
                  </a:lnTo>
                  <a:lnTo>
                    <a:pt x="13239" y="12616"/>
                  </a:lnTo>
                  <a:lnTo>
                    <a:pt x="16192" y="19766"/>
                  </a:lnTo>
                  <a:lnTo>
                    <a:pt x="16307" y="20066"/>
                  </a:lnTo>
                  <a:lnTo>
                    <a:pt x="16353" y="20389"/>
                  </a:lnTo>
                  <a:lnTo>
                    <a:pt x="16353" y="20689"/>
                  </a:lnTo>
                  <a:lnTo>
                    <a:pt x="16284" y="20989"/>
                  </a:lnTo>
                  <a:lnTo>
                    <a:pt x="16192" y="21289"/>
                  </a:lnTo>
                  <a:lnTo>
                    <a:pt x="16053" y="21565"/>
                  </a:lnTo>
                  <a:lnTo>
                    <a:pt x="15846" y="21819"/>
                  </a:lnTo>
                  <a:lnTo>
                    <a:pt x="15615" y="22050"/>
                  </a:lnTo>
                  <a:lnTo>
                    <a:pt x="15477" y="22142"/>
                  </a:lnTo>
                  <a:lnTo>
                    <a:pt x="15338" y="22234"/>
                  </a:lnTo>
                  <a:lnTo>
                    <a:pt x="15177" y="22326"/>
                  </a:lnTo>
                  <a:lnTo>
                    <a:pt x="15015" y="22373"/>
                  </a:lnTo>
                  <a:lnTo>
                    <a:pt x="14854" y="22419"/>
                  </a:lnTo>
                  <a:lnTo>
                    <a:pt x="14692" y="22465"/>
                  </a:lnTo>
                  <a:lnTo>
                    <a:pt x="14531" y="22488"/>
                  </a:lnTo>
                  <a:lnTo>
                    <a:pt x="14370" y="22488"/>
                  </a:lnTo>
                  <a:lnTo>
                    <a:pt x="14093" y="22465"/>
                  </a:lnTo>
                  <a:lnTo>
                    <a:pt x="13793" y="22396"/>
                  </a:lnTo>
                  <a:lnTo>
                    <a:pt x="13516" y="22303"/>
                  </a:lnTo>
                  <a:lnTo>
                    <a:pt x="13262" y="22142"/>
                  </a:lnTo>
                  <a:lnTo>
                    <a:pt x="11417" y="20873"/>
                  </a:lnTo>
                  <a:lnTo>
                    <a:pt x="9572" y="22142"/>
                  </a:lnTo>
                  <a:lnTo>
                    <a:pt x="9295" y="22303"/>
                  </a:lnTo>
                  <a:lnTo>
                    <a:pt x="8995" y="22419"/>
                  </a:lnTo>
                  <a:lnTo>
                    <a:pt x="8696" y="22488"/>
                  </a:lnTo>
                  <a:lnTo>
                    <a:pt x="8373" y="22488"/>
                  </a:lnTo>
                  <a:lnTo>
                    <a:pt x="8073" y="22442"/>
                  </a:lnTo>
                  <a:lnTo>
                    <a:pt x="7773" y="22373"/>
                  </a:lnTo>
                  <a:lnTo>
                    <a:pt x="7473" y="22234"/>
                  </a:lnTo>
                  <a:lnTo>
                    <a:pt x="7219" y="22050"/>
                  </a:lnTo>
                  <a:lnTo>
                    <a:pt x="6989" y="21819"/>
                  </a:lnTo>
                  <a:lnTo>
                    <a:pt x="6781" y="21565"/>
                  </a:lnTo>
                  <a:lnTo>
                    <a:pt x="6643" y="21289"/>
                  </a:lnTo>
                  <a:lnTo>
                    <a:pt x="6551" y="20989"/>
                  </a:lnTo>
                  <a:lnTo>
                    <a:pt x="6481" y="20689"/>
                  </a:lnTo>
                  <a:lnTo>
                    <a:pt x="6481" y="20389"/>
                  </a:lnTo>
                  <a:lnTo>
                    <a:pt x="6528" y="20066"/>
                  </a:lnTo>
                  <a:lnTo>
                    <a:pt x="6643" y="19766"/>
                  </a:lnTo>
                  <a:lnTo>
                    <a:pt x="9595" y="12616"/>
                  </a:lnTo>
                  <a:lnTo>
                    <a:pt x="9734" y="12340"/>
                  </a:lnTo>
                  <a:lnTo>
                    <a:pt x="9895" y="12109"/>
                  </a:lnTo>
                  <a:lnTo>
                    <a:pt x="10079" y="11901"/>
                  </a:lnTo>
                  <a:lnTo>
                    <a:pt x="10310" y="11717"/>
                  </a:lnTo>
                  <a:lnTo>
                    <a:pt x="10564" y="11578"/>
                  </a:lnTo>
                  <a:lnTo>
                    <a:pt x="10841" y="11463"/>
                  </a:lnTo>
                  <a:lnTo>
                    <a:pt x="11117" y="11417"/>
                  </a:lnTo>
                  <a:lnTo>
                    <a:pt x="11417" y="11394"/>
                  </a:lnTo>
                  <a:close/>
                  <a:moveTo>
                    <a:pt x="15315" y="29869"/>
                  </a:moveTo>
                  <a:lnTo>
                    <a:pt x="15523" y="29892"/>
                  </a:lnTo>
                  <a:lnTo>
                    <a:pt x="15730" y="29961"/>
                  </a:lnTo>
                  <a:lnTo>
                    <a:pt x="15892" y="30053"/>
                  </a:lnTo>
                  <a:lnTo>
                    <a:pt x="16053" y="30168"/>
                  </a:lnTo>
                  <a:lnTo>
                    <a:pt x="16169" y="30330"/>
                  </a:lnTo>
                  <a:lnTo>
                    <a:pt x="16261" y="30514"/>
                  </a:lnTo>
                  <a:lnTo>
                    <a:pt x="16330" y="30699"/>
                  </a:lnTo>
                  <a:lnTo>
                    <a:pt x="16353" y="30906"/>
                  </a:lnTo>
                  <a:lnTo>
                    <a:pt x="16330" y="31114"/>
                  </a:lnTo>
                  <a:lnTo>
                    <a:pt x="16261" y="31322"/>
                  </a:lnTo>
                  <a:lnTo>
                    <a:pt x="16169" y="31483"/>
                  </a:lnTo>
                  <a:lnTo>
                    <a:pt x="16053" y="31644"/>
                  </a:lnTo>
                  <a:lnTo>
                    <a:pt x="15892" y="31783"/>
                  </a:lnTo>
                  <a:lnTo>
                    <a:pt x="15730" y="31875"/>
                  </a:lnTo>
                  <a:lnTo>
                    <a:pt x="15523" y="31921"/>
                  </a:lnTo>
                  <a:lnTo>
                    <a:pt x="15315" y="31944"/>
                  </a:lnTo>
                  <a:lnTo>
                    <a:pt x="7519" y="31944"/>
                  </a:lnTo>
                  <a:lnTo>
                    <a:pt x="7312" y="31921"/>
                  </a:lnTo>
                  <a:lnTo>
                    <a:pt x="7104" y="31875"/>
                  </a:lnTo>
                  <a:lnTo>
                    <a:pt x="6943" y="31783"/>
                  </a:lnTo>
                  <a:lnTo>
                    <a:pt x="6781" y="31644"/>
                  </a:lnTo>
                  <a:lnTo>
                    <a:pt x="6666" y="31483"/>
                  </a:lnTo>
                  <a:lnTo>
                    <a:pt x="6551" y="31322"/>
                  </a:lnTo>
                  <a:lnTo>
                    <a:pt x="6504" y="31114"/>
                  </a:lnTo>
                  <a:lnTo>
                    <a:pt x="6481" y="30906"/>
                  </a:lnTo>
                  <a:lnTo>
                    <a:pt x="6504" y="30699"/>
                  </a:lnTo>
                  <a:lnTo>
                    <a:pt x="6551" y="30514"/>
                  </a:lnTo>
                  <a:lnTo>
                    <a:pt x="6666" y="30330"/>
                  </a:lnTo>
                  <a:lnTo>
                    <a:pt x="6781" y="30168"/>
                  </a:lnTo>
                  <a:lnTo>
                    <a:pt x="6943" y="30053"/>
                  </a:lnTo>
                  <a:lnTo>
                    <a:pt x="7104" y="29961"/>
                  </a:lnTo>
                  <a:lnTo>
                    <a:pt x="7312" y="29892"/>
                  </a:lnTo>
                  <a:lnTo>
                    <a:pt x="7519" y="29869"/>
                  </a:lnTo>
                  <a:close/>
                  <a:moveTo>
                    <a:pt x="3806" y="0"/>
                  </a:moveTo>
                  <a:lnTo>
                    <a:pt x="3414" y="23"/>
                  </a:lnTo>
                  <a:lnTo>
                    <a:pt x="3045" y="92"/>
                  </a:lnTo>
                  <a:lnTo>
                    <a:pt x="2676" y="185"/>
                  </a:lnTo>
                  <a:lnTo>
                    <a:pt x="2330" y="300"/>
                  </a:lnTo>
                  <a:lnTo>
                    <a:pt x="1984" y="461"/>
                  </a:lnTo>
                  <a:lnTo>
                    <a:pt x="1684" y="646"/>
                  </a:lnTo>
                  <a:lnTo>
                    <a:pt x="1384" y="876"/>
                  </a:lnTo>
                  <a:lnTo>
                    <a:pt x="1107" y="1130"/>
                  </a:lnTo>
                  <a:lnTo>
                    <a:pt x="877" y="1384"/>
                  </a:lnTo>
                  <a:lnTo>
                    <a:pt x="646" y="1684"/>
                  </a:lnTo>
                  <a:lnTo>
                    <a:pt x="461" y="1984"/>
                  </a:lnTo>
                  <a:lnTo>
                    <a:pt x="300" y="2330"/>
                  </a:lnTo>
                  <a:lnTo>
                    <a:pt x="162" y="2675"/>
                  </a:lnTo>
                  <a:lnTo>
                    <a:pt x="69" y="3045"/>
                  </a:lnTo>
                  <a:lnTo>
                    <a:pt x="23" y="3414"/>
                  </a:lnTo>
                  <a:lnTo>
                    <a:pt x="0" y="3806"/>
                  </a:lnTo>
                  <a:lnTo>
                    <a:pt x="0" y="31621"/>
                  </a:lnTo>
                  <a:lnTo>
                    <a:pt x="23" y="32014"/>
                  </a:lnTo>
                  <a:lnTo>
                    <a:pt x="69" y="32406"/>
                  </a:lnTo>
                  <a:lnTo>
                    <a:pt x="162" y="32752"/>
                  </a:lnTo>
                  <a:lnTo>
                    <a:pt x="300" y="33098"/>
                  </a:lnTo>
                  <a:lnTo>
                    <a:pt x="461" y="33443"/>
                  </a:lnTo>
                  <a:lnTo>
                    <a:pt x="646" y="33743"/>
                  </a:lnTo>
                  <a:lnTo>
                    <a:pt x="877" y="34043"/>
                  </a:lnTo>
                  <a:lnTo>
                    <a:pt x="1107" y="34320"/>
                  </a:lnTo>
                  <a:lnTo>
                    <a:pt x="1384" y="34574"/>
                  </a:lnTo>
                  <a:lnTo>
                    <a:pt x="1684" y="34781"/>
                  </a:lnTo>
                  <a:lnTo>
                    <a:pt x="1984" y="34966"/>
                  </a:lnTo>
                  <a:lnTo>
                    <a:pt x="2330" y="35127"/>
                  </a:lnTo>
                  <a:lnTo>
                    <a:pt x="2676" y="35266"/>
                  </a:lnTo>
                  <a:lnTo>
                    <a:pt x="3045" y="35358"/>
                  </a:lnTo>
                  <a:lnTo>
                    <a:pt x="3414" y="35404"/>
                  </a:lnTo>
                  <a:lnTo>
                    <a:pt x="3806" y="35427"/>
                  </a:lnTo>
                  <a:lnTo>
                    <a:pt x="19029" y="35427"/>
                  </a:lnTo>
                  <a:lnTo>
                    <a:pt x="19421" y="35404"/>
                  </a:lnTo>
                  <a:lnTo>
                    <a:pt x="19790" y="35358"/>
                  </a:lnTo>
                  <a:lnTo>
                    <a:pt x="20159" y="35266"/>
                  </a:lnTo>
                  <a:lnTo>
                    <a:pt x="20505" y="35127"/>
                  </a:lnTo>
                  <a:lnTo>
                    <a:pt x="20851" y="34966"/>
                  </a:lnTo>
                  <a:lnTo>
                    <a:pt x="21151" y="34781"/>
                  </a:lnTo>
                  <a:lnTo>
                    <a:pt x="21450" y="34574"/>
                  </a:lnTo>
                  <a:lnTo>
                    <a:pt x="21727" y="34320"/>
                  </a:lnTo>
                  <a:lnTo>
                    <a:pt x="21958" y="34043"/>
                  </a:lnTo>
                  <a:lnTo>
                    <a:pt x="22189" y="33743"/>
                  </a:lnTo>
                  <a:lnTo>
                    <a:pt x="22373" y="33443"/>
                  </a:lnTo>
                  <a:lnTo>
                    <a:pt x="22534" y="33098"/>
                  </a:lnTo>
                  <a:lnTo>
                    <a:pt x="22673" y="32752"/>
                  </a:lnTo>
                  <a:lnTo>
                    <a:pt x="22765" y="32406"/>
                  </a:lnTo>
                  <a:lnTo>
                    <a:pt x="22811" y="32014"/>
                  </a:lnTo>
                  <a:lnTo>
                    <a:pt x="22834" y="31621"/>
                  </a:lnTo>
                  <a:lnTo>
                    <a:pt x="22834" y="3806"/>
                  </a:lnTo>
                  <a:lnTo>
                    <a:pt x="22811" y="3414"/>
                  </a:lnTo>
                  <a:lnTo>
                    <a:pt x="22765" y="3045"/>
                  </a:lnTo>
                  <a:lnTo>
                    <a:pt x="22673" y="2675"/>
                  </a:lnTo>
                  <a:lnTo>
                    <a:pt x="22534" y="2330"/>
                  </a:lnTo>
                  <a:lnTo>
                    <a:pt x="22373" y="1984"/>
                  </a:lnTo>
                  <a:lnTo>
                    <a:pt x="22189" y="1684"/>
                  </a:lnTo>
                  <a:lnTo>
                    <a:pt x="21958" y="1384"/>
                  </a:lnTo>
                  <a:lnTo>
                    <a:pt x="21727" y="1130"/>
                  </a:lnTo>
                  <a:lnTo>
                    <a:pt x="21450" y="876"/>
                  </a:lnTo>
                  <a:lnTo>
                    <a:pt x="21151" y="646"/>
                  </a:lnTo>
                  <a:lnTo>
                    <a:pt x="20851" y="461"/>
                  </a:lnTo>
                  <a:lnTo>
                    <a:pt x="20505" y="300"/>
                  </a:lnTo>
                  <a:lnTo>
                    <a:pt x="20159" y="185"/>
                  </a:lnTo>
                  <a:lnTo>
                    <a:pt x="19790" y="92"/>
                  </a:lnTo>
                  <a:lnTo>
                    <a:pt x="19421" y="23"/>
                  </a:lnTo>
                  <a:lnTo>
                    <a:pt x="19029" y="0"/>
                  </a:lnTo>
                  <a:lnTo>
                    <a:pt x="16676" y="0"/>
                  </a:lnTo>
                  <a:lnTo>
                    <a:pt x="16676" y="1799"/>
                  </a:lnTo>
                  <a:lnTo>
                    <a:pt x="16653" y="2030"/>
                  </a:lnTo>
                  <a:lnTo>
                    <a:pt x="16630" y="2260"/>
                  </a:lnTo>
                  <a:lnTo>
                    <a:pt x="16561" y="2491"/>
                  </a:lnTo>
                  <a:lnTo>
                    <a:pt x="16492" y="2699"/>
                  </a:lnTo>
                  <a:lnTo>
                    <a:pt x="16376" y="2906"/>
                  </a:lnTo>
                  <a:lnTo>
                    <a:pt x="16261" y="3114"/>
                  </a:lnTo>
                  <a:lnTo>
                    <a:pt x="16122" y="3275"/>
                  </a:lnTo>
                  <a:lnTo>
                    <a:pt x="15984" y="3460"/>
                  </a:lnTo>
                  <a:lnTo>
                    <a:pt x="15823" y="3598"/>
                  </a:lnTo>
                  <a:lnTo>
                    <a:pt x="15638" y="3736"/>
                  </a:lnTo>
                  <a:lnTo>
                    <a:pt x="15431" y="3852"/>
                  </a:lnTo>
                  <a:lnTo>
                    <a:pt x="15223" y="3944"/>
                  </a:lnTo>
                  <a:lnTo>
                    <a:pt x="15015" y="4036"/>
                  </a:lnTo>
                  <a:lnTo>
                    <a:pt x="14785" y="4082"/>
                  </a:lnTo>
                  <a:lnTo>
                    <a:pt x="14554" y="4129"/>
                  </a:lnTo>
                  <a:lnTo>
                    <a:pt x="8280" y="4129"/>
                  </a:lnTo>
                  <a:lnTo>
                    <a:pt x="8050" y="4082"/>
                  </a:lnTo>
                  <a:lnTo>
                    <a:pt x="7819" y="4036"/>
                  </a:lnTo>
                  <a:lnTo>
                    <a:pt x="7588" y="3944"/>
                  </a:lnTo>
                  <a:lnTo>
                    <a:pt x="7404" y="3852"/>
                  </a:lnTo>
                  <a:lnTo>
                    <a:pt x="7196" y="3736"/>
                  </a:lnTo>
                  <a:lnTo>
                    <a:pt x="7012" y="3598"/>
                  </a:lnTo>
                  <a:lnTo>
                    <a:pt x="6850" y="3460"/>
                  </a:lnTo>
                  <a:lnTo>
                    <a:pt x="6689" y="3275"/>
                  </a:lnTo>
                  <a:lnTo>
                    <a:pt x="6574" y="3114"/>
                  </a:lnTo>
                  <a:lnTo>
                    <a:pt x="6458" y="2906"/>
                  </a:lnTo>
                  <a:lnTo>
                    <a:pt x="6343" y="2699"/>
                  </a:lnTo>
                  <a:lnTo>
                    <a:pt x="6274" y="2491"/>
                  </a:lnTo>
                  <a:lnTo>
                    <a:pt x="6205" y="2260"/>
                  </a:lnTo>
                  <a:lnTo>
                    <a:pt x="6182" y="2030"/>
                  </a:lnTo>
                  <a:lnTo>
                    <a:pt x="6158" y="1799"/>
                  </a:lnTo>
                  <a:lnTo>
                    <a:pt x="61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5"/>
            <p:cNvSpPr/>
            <p:nvPr/>
          </p:nvSpPr>
          <p:spPr>
            <a:xfrm>
              <a:off x="3762425" y="2347775"/>
              <a:ext cx="570875" cy="885700"/>
            </a:xfrm>
            <a:custGeom>
              <a:avLst/>
              <a:gdLst/>
              <a:ahLst/>
              <a:cxnLst/>
              <a:rect l="l" t="t" r="r" b="b"/>
              <a:pathLst>
                <a:path w="22835" h="35428" fill="none" extrusionOk="0">
                  <a:moveTo>
                    <a:pt x="19029" y="0"/>
                  </a:moveTo>
                  <a:lnTo>
                    <a:pt x="16676" y="0"/>
                  </a:lnTo>
                  <a:lnTo>
                    <a:pt x="16676" y="1799"/>
                  </a:lnTo>
                  <a:lnTo>
                    <a:pt x="16676" y="1799"/>
                  </a:lnTo>
                  <a:lnTo>
                    <a:pt x="16653" y="2030"/>
                  </a:lnTo>
                  <a:lnTo>
                    <a:pt x="16630" y="2260"/>
                  </a:lnTo>
                  <a:lnTo>
                    <a:pt x="16561" y="2491"/>
                  </a:lnTo>
                  <a:lnTo>
                    <a:pt x="16492" y="2699"/>
                  </a:lnTo>
                  <a:lnTo>
                    <a:pt x="16376" y="2906"/>
                  </a:lnTo>
                  <a:lnTo>
                    <a:pt x="16261" y="3114"/>
                  </a:lnTo>
                  <a:lnTo>
                    <a:pt x="16122" y="3275"/>
                  </a:lnTo>
                  <a:lnTo>
                    <a:pt x="15984" y="3460"/>
                  </a:lnTo>
                  <a:lnTo>
                    <a:pt x="15823" y="3598"/>
                  </a:lnTo>
                  <a:lnTo>
                    <a:pt x="15638" y="3736"/>
                  </a:lnTo>
                  <a:lnTo>
                    <a:pt x="15431" y="3852"/>
                  </a:lnTo>
                  <a:lnTo>
                    <a:pt x="15223" y="3944"/>
                  </a:lnTo>
                  <a:lnTo>
                    <a:pt x="15015" y="4036"/>
                  </a:lnTo>
                  <a:lnTo>
                    <a:pt x="14785" y="4082"/>
                  </a:lnTo>
                  <a:lnTo>
                    <a:pt x="14554" y="4129"/>
                  </a:lnTo>
                  <a:lnTo>
                    <a:pt x="14323" y="4129"/>
                  </a:lnTo>
                  <a:lnTo>
                    <a:pt x="8511" y="4129"/>
                  </a:lnTo>
                  <a:lnTo>
                    <a:pt x="8511" y="4129"/>
                  </a:lnTo>
                  <a:lnTo>
                    <a:pt x="8280" y="4129"/>
                  </a:lnTo>
                  <a:lnTo>
                    <a:pt x="8050" y="4082"/>
                  </a:lnTo>
                  <a:lnTo>
                    <a:pt x="7819" y="4036"/>
                  </a:lnTo>
                  <a:lnTo>
                    <a:pt x="7588" y="3944"/>
                  </a:lnTo>
                  <a:lnTo>
                    <a:pt x="7404" y="3852"/>
                  </a:lnTo>
                  <a:lnTo>
                    <a:pt x="7196" y="3736"/>
                  </a:lnTo>
                  <a:lnTo>
                    <a:pt x="7012" y="3598"/>
                  </a:lnTo>
                  <a:lnTo>
                    <a:pt x="6850" y="3460"/>
                  </a:lnTo>
                  <a:lnTo>
                    <a:pt x="6689" y="3275"/>
                  </a:lnTo>
                  <a:lnTo>
                    <a:pt x="6574" y="3114"/>
                  </a:lnTo>
                  <a:lnTo>
                    <a:pt x="6458" y="2906"/>
                  </a:lnTo>
                  <a:lnTo>
                    <a:pt x="6343" y="2699"/>
                  </a:lnTo>
                  <a:lnTo>
                    <a:pt x="6274" y="2491"/>
                  </a:lnTo>
                  <a:lnTo>
                    <a:pt x="6205" y="2260"/>
                  </a:lnTo>
                  <a:lnTo>
                    <a:pt x="6182" y="2030"/>
                  </a:lnTo>
                  <a:lnTo>
                    <a:pt x="6158" y="1799"/>
                  </a:lnTo>
                  <a:lnTo>
                    <a:pt x="6158" y="0"/>
                  </a:lnTo>
                  <a:lnTo>
                    <a:pt x="3806" y="0"/>
                  </a:lnTo>
                  <a:lnTo>
                    <a:pt x="3806" y="0"/>
                  </a:lnTo>
                  <a:lnTo>
                    <a:pt x="3414" y="23"/>
                  </a:lnTo>
                  <a:lnTo>
                    <a:pt x="3045" y="92"/>
                  </a:lnTo>
                  <a:lnTo>
                    <a:pt x="2676" y="185"/>
                  </a:lnTo>
                  <a:lnTo>
                    <a:pt x="2330" y="300"/>
                  </a:lnTo>
                  <a:lnTo>
                    <a:pt x="1984" y="461"/>
                  </a:lnTo>
                  <a:lnTo>
                    <a:pt x="1684" y="646"/>
                  </a:lnTo>
                  <a:lnTo>
                    <a:pt x="1384" y="876"/>
                  </a:lnTo>
                  <a:lnTo>
                    <a:pt x="1107" y="1130"/>
                  </a:lnTo>
                  <a:lnTo>
                    <a:pt x="877" y="1384"/>
                  </a:lnTo>
                  <a:lnTo>
                    <a:pt x="646" y="1684"/>
                  </a:lnTo>
                  <a:lnTo>
                    <a:pt x="461" y="1984"/>
                  </a:lnTo>
                  <a:lnTo>
                    <a:pt x="300" y="2330"/>
                  </a:lnTo>
                  <a:lnTo>
                    <a:pt x="162" y="2675"/>
                  </a:lnTo>
                  <a:lnTo>
                    <a:pt x="69" y="3045"/>
                  </a:lnTo>
                  <a:lnTo>
                    <a:pt x="23" y="3414"/>
                  </a:lnTo>
                  <a:lnTo>
                    <a:pt x="0" y="3806"/>
                  </a:lnTo>
                  <a:lnTo>
                    <a:pt x="0" y="31621"/>
                  </a:lnTo>
                  <a:lnTo>
                    <a:pt x="0" y="31621"/>
                  </a:lnTo>
                  <a:lnTo>
                    <a:pt x="23" y="32014"/>
                  </a:lnTo>
                  <a:lnTo>
                    <a:pt x="69" y="32406"/>
                  </a:lnTo>
                  <a:lnTo>
                    <a:pt x="162" y="32752"/>
                  </a:lnTo>
                  <a:lnTo>
                    <a:pt x="300" y="33098"/>
                  </a:lnTo>
                  <a:lnTo>
                    <a:pt x="461" y="33443"/>
                  </a:lnTo>
                  <a:lnTo>
                    <a:pt x="646" y="33743"/>
                  </a:lnTo>
                  <a:lnTo>
                    <a:pt x="877" y="34043"/>
                  </a:lnTo>
                  <a:lnTo>
                    <a:pt x="1107" y="34320"/>
                  </a:lnTo>
                  <a:lnTo>
                    <a:pt x="1384" y="34574"/>
                  </a:lnTo>
                  <a:lnTo>
                    <a:pt x="1684" y="34781"/>
                  </a:lnTo>
                  <a:lnTo>
                    <a:pt x="1984" y="34966"/>
                  </a:lnTo>
                  <a:lnTo>
                    <a:pt x="2330" y="35127"/>
                  </a:lnTo>
                  <a:lnTo>
                    <a:pt x="2676" y="35266"/>
                  </a:lnTo>
                  <a:lnTo>
                    <a:pt x="3045" y="35358"/>
                  </a:lnTo>
                  <a:lnTo>
                    <a:pt x="3414" y="35404"/>
                  </a:lnTo>
                  <a:lnTo>
                    <a:pt x="3806" y="35427"/>
                  </a:lnTo>
                  <a:lnTo>
                    <a:pt x="19029" y="35427"/>
                  </a:lnTo>
                  <a:lnTo>
                    <a:pt x="19029" y="35427"/>
                  </a:lnTo>
                  <a:lnTo>
                    <a:pt x="19421" y="35404"/>
                  </a:lnTo>
                  <a:lnTo>
                    <a:pt x="19790" y="35358"/>
                  </a:lnTo>
                  <a:lnTo>
                    <a:pt x="20159" y="35266"/>
                  </a:lnTo>
                  <a:lnTo>
                    <a:pt x="20505" y="35127"/>
                  </a:lnTo>
                  <a:lnTo>
                    <a:pt x="20851" y="34966"/>
                  </a:lnTo>
                  <a:lnTo>
                    <a:pt x="21151" y="34781"/>
                  </a:lnTo>
                  <a:lnTo>
                    <a:pt x="21450" y="34574"/>
                  </a:lnTo>
                  <a:lnTo>
                    <a:pt x="21727" y="34320"/>
                  </a:lnTo>
                  <a:lnTo>
                    <a:pt x="21958" y="34043"/>
                  </a:lnTo>
                  <a:lnTo>
                    <a:pt x="22189" y="33743"/>
                  </a:lnTo>
                  <a:lnTo>
                    <a:pt x="22373" y="33443"/>
                  </a:lnTo>
                  <a:lnTo>
                    <a:pt x="22534" y="33098"/>
                  </a:lnTo>
                  <a:lnTo>
                    <a:pt x="22673" y="32752"/>
                  </a:lnTo>
                  <a:lnTo>
                    <a:pt x="22765" y="32406"/>
                  </a:lnTo>
                  <a:lnTo>
                    <a:pt x="22811" y="32014"/>
                  </a:lnTo>
                  <a:lnTo>
                    <a:pt x="22834" y="31621"/>
                  </a:lnTo>
                  <a:lnTo>
                    <a:pt x="22834" y="3806"/>
                  </a:lnTo>
                  <a:lnTo>
                    <a:pt x="22834" y="3806"/>
                  </a:lnTo>
                  <a:lnTo>
                    <a:pt x="22811" y="3414"/>
                  </a:lnTo>
                  <a:lnTo>
                    <a:pt x="22765" y="3045"/>
                  </a:lnTo>
                  <a:lnTo>
                    <a:pt x="22673" y="2675"/>
                  </a:lnTo>
                  <a:lnTo>
                    <a:pt x="22534" y="2330"/>
                  </a:lnTo>
                  <a:lnTo>
                    <a:pt x="22373" y="1984"/>
                  </a:lnTo>
                  <a:lnTo>
                    <a:pt x="22189" y="1684"/>
                  </a:lnTo>
                  <a:lnTo>
                    <a:pt x="21958" y="1384"/>
                  </a:lnTo>
                  <a:lnTo>
                    <a:pt x="21727" y="1130"/>
                  </a:lnTo>
                  <a:lnTo>
                    <a:pt x="21450" y="876"/>
                  </a:lnTo>
                  <a:lnTo>
                    <a:pt x="21151" y="646"/>
                  </a:lnTo>
                  <a:lnTo>
                    <a:pt x="20851" y="461"/>
                  </a:lnTo>
                  <a:lnTo>
                    <a:pt x="20505" y="300"/>
                  </a:lnTo>
                  <a:lnTo>
                    <a:pt x="20159" y="185"/>
                  </a:lnTo>
                  <a:lnTo>
                    <a:pt x="19790" y="92"/>
                  </a:lnTo>
                  <a:lnTo>
                    <a:pt x="19421" y="23"/>
                  </a:lnTo>
                  <a:lnTo>
                    <a:pt x="19029" y="0"/>
                  </a:lnTo>
                  <a:lnTo>
                    <a:pt x="19029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5"/>
            <p:cNvSpPr/>
            <p:nvPr/>
          </p:nvSpPr>
          <p:spPr>
            <a:xfrm>
              <a:off x="3924450" y="2632600"/>
              <a:ext cx="246825" cy="277375"/>
            </a:xfrm>
            <a:custGeom>
              <a:avLst/>
              <a:gdLst/>
              <a:ahLst/>
              <a:cxnLst/>
              <a:rect l="l" t="t" r="r" b="b"/>
              <a:pathLst>
                <a:path w="9873" h="11095" fill="none" extrusionOk="0">
                  <a:moveTo>
                    <a:pt x="162" y="8373"/>
                  </a:moveTo>
                  <a:lnTo>
                    <a:pt x="3114" y="1223"/>
                  </a:lnTo>
                  <a:lnTo>
                    <a:pt x="3114" y="1223"/>
                  </a:lnTo>
                  <a:lnTo>
                    <a:pt x="3253" y="947"/>
                  </a:lnTo>
                  <a:lnTo>
                    <a:pt x="3414" y="716"/>
                  </a:lnTo>
                  <a:lnTo>
                    <a:pt x="3598" y="508"/>
                  </a:lnTo>
                  <a:lnTo>
                    <a:pt x="3829" y="324"/>
                  </a:lnTo>
                  <a:lnTo>
                    <a:pt x="4083" y="185"/>
                  </a:lnTo>
                  <a:lnTo>
                    <a:pt x="4360" y="70"/>
                  </a:lnTo>
                  <a:lnTo>
                    <a:pt x="4636" y="24"/>
                  </a:lnTo>
                  <a:lnTo>
                    <a:pt x="4936" y="1"/>
                  </a:lnTo>
                  <a:lnTo>
                    <a:pt x="4936" y="1"/>
                  </a:lnTo>
                  <a:lnTo>
                    <a:pt x="5236" y="24"/>
                  </a:lnTo>
                  <a:lnTo>
                    <a:pt x="5513" y="70"/>
                  </a:lnTo>
                  <a:lnTo>
                    <a:pt x="5790" y="185"/>
                  </a:lnTo>
                  <a:lnTo>
                    <a:pt x="6043" y="324"/>
                  </a:lnTo>
                  <a:lnTo>
                    <a:pt x="6251" y="508"/>
                  </a:lnTo>
                  <a:lnTo>
                    <a:pt x="6459" y="716"/>
                  </a:lnTo>
                  <a:lnTo>
                    <a:pt x="6620" y="947"/>
                  </a:lnTo>
                  <a:lnTo>
                    <a:pt x="6758" y="1223"/>
                  </a:lnTo>
                  <a:lnTo>
                    <a:pt x="9711" y="8373"/>
                  </a:lnTo>
                  <a:lnTo>
                    <a:pt x="9711" y="8373"/>
                  </a:lnTo>
                  <a:lnTo>
                    <a:pt x="9826" y="8673"/>
                  </a:lnTo>
                  <a:lnTo>
                    <a:pt x="9872" y="8996"/>
                  </a:lnTo>
                  <a:lnTo>
                    <a:pt x="9872" y="9296"/>
                  </a:lnTo>
                  <a:lnTo>
                    <a:pt x="9803" y="9596"/>
                  </a:lnTo>
                  <a:lnTo>
                    <a:pt x="9711" y="9896"/>
                  </a:lnTo>
                  <a:lnTo>
                    <a:pt x="9572" y="10172"/>
                  </a:lnTo>
                  <a:lnTo>
                    <a:pt x="9365" y="10426"/>
                  </a:lnTo>
                  <a:lnTo>
                    <a:pt x="9134" y="10657"/>
                  </a:lnTo>
                  <a:lnTo>
                    <a:pt x="9134" y="10657"/>
                  </a:lnTo>
                  <a:lnTo>
                    <a:pt x="8996" y="10749"/>
                  </a:lnTo>
                  <a:lnTo>
                    <a:pt x="8857" y="10841"/>
                  </a:lnTo>
                  <a:lnTo>
                    <a:pt x="8696" y="10933"/>
                  </a:lnTo>
                  <a:lnTo>
                    <a:pt x="8534" y="10980"/>
                  </a:lnTo>
                  <a:lnTo>
                    <a:pt x="8373" y="11026"/>
                  </a:lnTo>
                  <a:lnTo>
                    <a:pt x="8211" y="11072"/>
                  </a:lnTo>
                  <a:lnTo>
                    <a:pt x="8050" y="11095"/>
                  </a:lnTo>
                  <a:lnTo>
                    <a:pt x="7889" y="11095"/>
                  </a:lnTo>
                  <a:lnTo>
                    <a:pt x="7889" y="11095"/>
                  </a:lnTo>
                  <a:lnTo>
                    <a:pt x="7612" y="11072"/>
                  </a:lnTo>
                  <a:lnTo>
                    <a:pt x="7312" y="11003"/>
                  </a:lnTo>
                  <a:lnTo>
                    <a:pt x="7312" y="11003"/>
                  </a:lnTo>
                  <a:lnTo>
                    <a:pt x="7035" y="10910"/>
                  </a:lnTo>
                  <a:lnTo>
                    <a:pt x="6781" y="10749"/>
                  </a:lnTo>
                  <a:lnTo>
                    <a:pt x="4936" y="9480"/>
                  </a:lnTo>
                  <a:lnTo>
                    <a:pt x="3091" y="10749"/>
                  </a:lnTo>
                  <a:lnTo>
                    <a:pt x="3091" y="10749"/>
                  </a:lnTo>
                  <a:lnTo>
                    <a:pt x="2814" y="10910"/>
                  </a:lnTo>
                  <a:lnTo>
                    <a:pt x="2514" y="11026"/>
                  </a:lnTo>
                  <a:lnTo>
                    <a:pt x="2215" y="11095"/>
                  </a:lnTo>
                  <a:lnTo>
                    <a:pt x="1892" y="11095"/>
                  </a:lnTo>
                  <a:lnTo>
                    <a:pt x="1592" y="11049"/>
                  </a:lnTo>
                  <a:lnTo>
                    <a:pt x="1292" y="10980"/>
                  </a:lnTo>
                  <a:lnTo>
                    <a:pt x="992" y="10841"/>
                  </a:lnTo>
                  <a:lnTo>
                    <a:pt x="738" y="10657"/>
                  </a:lnTo>
                  <a:lnTo>
                    <a:pt x="738" y="10657"/>
                  </a:lnTo>
                  <a:lnTo>
                    <a:pt x="508" y="10426"/>
                  </a:lnTo>
                  <a:lnTo>
                    <a:pt x="300" y="10172"/>
                  </a:lnTo>
                  <a:lnTo>
                    <a:pt x="162" y="9896"/>
                  </a:lnTo>
                  <a:lnTo>
                    <a:pt x="70" y="9596"/>
                  </a:lnTo>
                  <a:lnTo>
                    <a:pt x="0" y="9296"/>
                  </a:lnTo>
                  <a:lnTo>
                    <a:pt x="0" y="8996"/>
                  </a:lnTo>
                  <a:lnTo>
                    <a:pt x="47" y="8673"/>
                  </a:lnTo>
                  <a:lnTo>
                    <a:pt x="162" y="8373"/>
                  </a:lnTo>
                  <a:lnTo>
                    <a:pt x="162" y="8373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5"/>
            <p:cNvSpPr/>
            <p:nvPr/>
          </p:nvSpPr>
          <p:spPr>
            <a:xfrm>
              <a:off x="3924450" y="3094475"/>
              <a:ext cx="246825" cy="51925"/>
            </a:xfrm>
            <a:custGeom>
              <a:avLst/>
              <a:gdLst/>
              <a:ahLst/>
              <a:cxnLst/>
              <a:rect l="l" t="t" r="r" b="b"/>
              <a:pathLst>
                <a:path w="9873" h="2077" fill="none" extrusionOk="0">
                  <a:moveTo>
                    <a:pt x="8834" y="2076"/>
                  </a:moveTo>
                  <a:lnTo>
                    <a:pt x="1038" y="2076"/>
                  </a:lnTo>
                  <a:lnTo>
                    <a:pt x="1038" y="2076"/>
                  </a:lnTo>
                  <a:lnTo>
                    <a:pt x="831" y="2053"/>
                  </a:lnTo>
                  <a:lnTo>
                    <a:pt x="623" y="2007"/>
                  </a:lnTo>
                  <a:lnTo>
                    <a:pt x="462" y="1915"/>
                  </a:lnTo>
                  <a:lnTo>
                    <a:pt x="300" y="1776"/>
                  </a:lnTo>
                  <a:lnTo>
                    <a:pt x="185" y="1615"/>
                  </a:lnTo>
                  <a:lnTo>
                    <a:pt x="70" y="1454"/>
                  </a:lnTo>
                  <a:lnTo>
                    <a:pt x="23" y="1246"/>
                  </a:lnTo>
                  <a:lnTo>
                    <a:pt x="0" y="1038"/>
                  </a:lnTo>
                  <a:lnTo>
                    <a:pt x="0" y="1038"/>
                  </a:lnTo>
                  <a:lnTo>
                    <a:pt x="23" y="831"/>
                  </a:lnTo>
                  <a:lnTo>
                    <a:pt x="70" y="646"/>
                  </a:lnTo>
                  <a:lnTo>
                    <a:pt x="185" y="462"/>
                  </a:lnTo>
                  <a:lnTo>
                    <a:pt x="300" y="300"/>
                  </a:lnTo>
                  <a:lnTo>
                    <a:pt x="462" y="185"/>
                  </a:lnTo>
                  <a:lnTo>
                    <a:pt x="623" y="93"/>
                  </a:lnTo>
                  <a:lnTo>
                    <a:pt x="831" y="24"/>
                  </a:lnTo>
                  <a:lnTo>
                    <a:pt x="1038" y="1"/>
                  </a:lnTo>
                  <a:lnTo>
                    <a:pt x="8834" y="1"/>
                  </a:lnTo>
                  <a:lnTo>
                    <a:pt x="8834" y="1"/>
                  </a:lnTo>
                  <a:lnTo>
                    <a:pt x="9042" y="24"/>
                  </a:lnTo>
                  <a:lnTo>
                    <a:pt x="9249" y="93"/>
                  </a:lnTo>
                  <a:lnTo>
                    <a:pt x="9411" y="185"/>
                  </a:lnTo>
                  <a:lnTo>
                    <a:pt x="9572" y="300"/>
                  </a:lnTo>
                  <a:lnTo>
                    <a:pt x="9688" y="462"/>
                  </a:lnTo>
                  <a:lnTo>
                    <a:pt x="9780" y="646"/>
                  </a:lnTo>
                  <a:lnTo>
                    <a:pt x="9849" y="831"/>
                  </a:lnTo>
                  <a:lnTo>
                    <a:pt x="9872" y="1038"/>
                  </a:lnTo>
                  <a:lnTo>
                    <a:pt x="9872" y="1038"/>
                  </a:lnTo>
                  <a:lnTo>
                    <a:pt x="9849" y="1246"/>
                  </a:lnTo>
                  <a:lnTo>
                    <a:pt x="9780" y="1454"/>
                  </a:lnTo>
                  <a:lnTo>
                    <a:pt x="9688" y="1615"/>
                  </a:lnTo>
                  <a:lnTo>
                    <a:pt x="9572" y="1776"/>
                  </a:lnTo>
                  <a:lnTo>
                    <a:pt x="9411" y="1915"/>
                  </a:lnTo>
                  <a:lnTo>
                    <a:pt x="9249" y="2007"/>
                  </a:lnTo>
                  <a:lnTo>
                    <a:pt x="9042" y="2053"/>
                  </a:lnTo>
                  <a:lnTo>
                    <a:pt x="8834" y="2076"/>
                  </a:lnTo>
                  <a:lnTo>
                    <a:pt x="8834" y="207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5"/>
            <p:cNvSpPr/>
            <p:nvPr/>
          </p:nvSpPr>
          <p:spPr>
            <a:xfrm>
              <a:off x="4145300" y="3146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5"/>
            <p:cNvSpPr/>
            <p:nvPr/>
          </p:nvSpPr>
          <p:spPr>
            <a:xfrm>
              <a:off x="3979225" y="2688550"/>
              <a:ext cx="137250" cy="165500"/>
            </a:xfrm>
            <a:custGeom>
              <a:avLst/>
              <a:gdLst/>
              <a:ahLst/>
              <a:cxnLst/>
              <a:rect l="l" t="t" r="r" b="b"/>
              <a:pathLst>
                <a:path w="5490" h="6620" extrusionOk="0">
                  <a:moveTo>
                    <a:pt x="2745" y="0"/>
                  </a:moveTo>
                  <a:lnTo>
                    <a:pt x="1" y="6620"/>
                  </a:lnTo>
                  <a:lnTo>
                    <a:pt x="1638" y="5489"/>
                  </a:lnTo>
                  <a:lnTo>
                    <a:pt x="1892" y="5351"/>
                  </a:lnTo>
                  <a:lnTo>
                    <a:pt x="2169" y="5236"/>
                  </a:lnTo>
                  <a:lnTo>
                    <a:pt x="2445" y="5190"/>
                  </a:lnTo>
                  <a:lnTo>
                    <a:pt x="2745" y="5167"/>
                  </a:lnTo>
                  <a:lnTo>
                    <a:pt x="3045" y="5190"/>
                  </a:lnTo>
                  <a:lnTo>
                    <a:pt x="3322" y="5236"/>
                  </a:lnTo>
                  <a:lnTo>
                    <a:pt x="3599" y="5351"/>
                  </a:lnTo>
                  <a:lnTo>
                    <a:pt x="3852" y="5489"/>
                  </a:lnTo>
                  <a:lnTo>
                    <a:pt x="5490" y="6620"/>
                  </a:lnTo>
                  <a:lnTo>
                    <a:pt x="274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5"/>
            <p:cNvSpPr/>
            <p:nvPr/>
          </p:nvSpPr>
          <p:spPr>
            <a:xfrm>
              <a:off x="3979225" y="2688550"/>
              <a:ext cx="137250" cy="165500"/>
            </a:xfrm>
            <a:custGeom>
              <a:avLst/>
              <a:gdLst/>
              <a:ahLst/>
              <a:cxnLst/>
              <a:rect l="l" t="t" r="r" b="b"/>
              <a:pathLst>
                <a:path w="5490" h="6620" fill="none" extrusionOk="0">
                  <a:moveTo>
                    <a:pt x="2745" y="5167"/>
                  </a:moveTo>
                  <a:lnTo>
                    <a:pt x="2745" y="5167"/>
                  </a:lnTo>
                  <a:lnTo>
                    <a:pt x="3045" y="5190"/>
                  </a:lnTo>
                  <a:lnTo>
                    <a:pt x="3322" y="5236"/>
                  </a:lnTo>
                  <a:lnTo>
                    <a:pt x="3599" y="5351"/>
                  </a:lnTo>
                  <a:lnTo>
                    <a:pt x="3852" y="5489"/>
                  </a:lnTo>
                  <a:lnTo>
                    <a:pt x="5490" y="6620"/>
                  </a:lnTo>
                  <a:lnTo>
                    <a:pt x="2745" y="0"/>
                  </a:lnTo>
                  <a:lnTo>
                    <a:pt x="1" y="6620"/>
                  </a:lnTo>
                  <a:lnTo>
                    <a:pt x="1638" y="5489"/>
                  </a:lnTo>
                  <a:lnTo>
                    <a:pt x="1638" y="5489"/>
                  </a:lnTo>
                  <a:lnTo>
                    <a:pt x="1892" y="5351"/>
                  </a:lnTo>
                  <a:lnTo>
                    <a:pt x="2169" y="5236"/>
                  </a:lnTo>
                  <a:lnTo>
                    <a:pt x="2445" y="5190"/>
                  </a:lnTo>
                  <a:lnTo>
                    <a:pt x="2745" y="5167"/>
                  </a:lnTo>
                  <a:lnTo>
                    <a:pt x="2745" y="516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5"/>
            <p:cNvSpPr/>
            <p:nvPr/>
          </p:nvSpPr>
          <p:spPr>
            <a:xfrm>
              <a:off x="4047850" y="28177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9" name="Google Shape;509;p35"/>
          <p:cNvGrpSpPr/>
          <p:nvPr/>
        </p:nvGrpSpPr>
        <p:grpSpPr>
          <a:xfrm>
            <a:off x="5628263" y="2425291"/>
            <a:ext cx="405562" cy="342936"/>
            <a:chOff x="4786500" y="2619925"/>
            <a:chExt cx="885700" cy="747300"/>
          </a:xfrm>
        </p:grpSpPr>
        <p:sp>
          <p:nvSpPr>
            <p:cNvPr id="510" name="Google Shape;510;p35"/>
            <p:cNvSpPr/>
            <p:nvPr/>
          </p:nvSpPr>
          <p:spPr>
            <a:xfrm>
              <a:off x="4786500" y="2619925"/>
              <a:ext cx="885700" cy="747300"/>
            </a:xfrm>
            <a:custGeom>
              <a:avLst/>
              <a:gdLst/>
              <a:ahLst/>
              <a:cxnLst/>
              <a:rect l="l" t="t" r="r" b="b"/>
              <a:pathLst>
                <a:path w="35428" h="29892" extrusionOk="0">
                  <a:moveTo>
                    <a:pt x="17714" y="0"/>
                  </a:moveTo>
                  <a:lnTo>
                    <a:pt x="16999" y="24"/>
                  </a:lnTo>
                  <a:lnTo>
                    <a:pt x="16307" y="70"/>
                  </a:lnTo>
                  <a:lnTo>
                    <a:pt x="15615" y="162"/>
                  </a:lnTo>
                  <a:lnTo>
                    <a:pt x="14923" y="277"/>
                  </a:lnTo>
                  <a:lnTo>
                    <a:pt x="14254" y="416"/>
                  </a:lnTo>
                  <a:lnTo>
                    <a:pt x="13585" y="600"/>
                  </a:lnTo>
                  <a:lnTo>
                    <a:pt x="12940" y="808"/>
                  </a:lnTo>
                  <a:lnTo>
                    <a:pt x="12317" y="1038"/>
                  </a:lnTo>
                  <a:lnTo>
                    <a:pt x="11694" y="1315"/>
                  </a:lnTo>
                  <a:lnTo>
                    <a:pt x="11094" y="1615"/>
                  </a:lnTo>
                  <a:lnTo>
                    <a:pt x="10518" y="1938"/>
                  </a:lnTo>
                  <a:lnTo>
                    <a:pt x="9941" y="2284"/>
                  </a:lnTo>
                  <a:lnTo>
                    <a:pt x="9388" y="2653"/>
                  </a:lnTo>
                  <a:lnTo>
                    <a:pt x="8857" y="3045"/>
                  </a:lnTo>
                  <a:lnTo>
                    <a:pt x="8327" y="3460"/>
                  </a:lnTo>
                  <a:lnTo>
                    <a:pt x="7842" y="3898"/>
                  </a:lnTo>
                  <a:lnTo>
                    <a:pt x="7358" y="4383"/>
                  </a:lnTo>
                  <a:lnTo>
                    <a:pt x="6920" y="4867"/>
                  </a:lnTo>
                  <a:lnTo>
                    <a:pt x="6481" y="5374"/>
                  </a:lnTo>
                  <a:lnTo>
                    <a:pt x="6066" y="5882"/>
                  </a:lnTo>
                  <a:lnTo>
                    <a:pt x="5697" y="6435"/>
                  </a:lnTo>
                  <a:lnTo>
                    <a:pt x="5328" y="6989"/>
                  </a:lnTo>
                  <a:lnTo>
                    <a:pt x="5005" y="7566"/>
                  </a:lnTo>
                  <a:lnTo>
                    <a:pt x="4705" y="8165"/>
                  </a:lnTo>
                  <a:lnTo>
                    <a:pt x="4406" y="8788"/>
                  </a:lnTo>
                  <a:lnTo>
                    <a:pt x="4175" y="9411"/>
                  </a:lnTo>
                  <a:lnTo>
                    <a:pt x="3944" y="10057"/>
                  </a:lnTo>
                  <a:lnTo>
                    <a:pt x="3760" y="10702"/>
                  </a:lnTo>
                  <a:lnTo>
                    <a:pt x="3598" y="11371"/>
                  </a:lnTo>
                  <a:lnTo>
                    <a:pt x="3460" y="12040"/>
                  </a:lnTo>
                  <a:lnTo>
                    <a:pt x="3368" y="12732"/>
                  </a:lnTo>
                  <a:lnTo>
                    <a:pt x="3299" y="13424"/>
                  </a:lnTo>
                  <a:lnTo>
                    <a:pt x="2353" y="13424"/>
                  </a:lnTo>
                  <a:lnTo>
                    <a:pt x="2122" y="13447"/>
                  </a:lnTo>
                  <a:lnTo>
                    <a:pt x="1869" y="13470"/>
                  </a:lnTo>
                  <a:lnTo>
                    <a:pt x="1661" y="13539"/>
                  </a:lnTo>
                  <a:lnTo>
                    <a:pt x="1430" y="13608"/>
                  </a:lnTo>
                  <a:lnTo>
                    <a:pt x="1223" y="13724"/>
                  </a:lnTo>
                  <a:lnTo>
                    <a:pt x="1038" y="13839"/>
                  </a:lnTo>
                  <a:lnTo>
                    <a:pt x="854" y="13978"/>
                  </a:lnTo>
                  <a:lnTo>
                    <a:pt x="692" y="14116"/>
                  </a:lnTo>
                  <a:lnTo>
                    <a:pt x="531" y="14277"/>
                  </a:lnTo>
                  <a:lnTo>
                    <a:pt x="392" y="14462"/>
                  </a:lnTo>
                  <a:lnTo>
                    <a:pt x="277" y="14669"/>
                  </a:lnTo>
                  <a:lnTo>
                    <a:pt x="185" y="14877"/>
                  </a:lnTo>
                  <a:lnTo>
                    <a:pt x="116" y="15085"/>
                  </a:lnTo>
                  <a:lnTo>
                    <a:pt x="46" y="15315"/>
                  </a:lnTo>
                  <a:lnTo>
                    <a:pt x="0" y="15546"/>
                  </a:lnTo>
                  <a:lnTo>
                    <a:pt x="0" y="15777"/>
                  </a:lnTo>
                  <a:lnTo>
                    <a:pt x="0" y="23365"/>
                  </a:lnTo>
                  <a:lnTo>
                    <a:pt x="0" y="23595"/>
                  </a:lnTo>
                  <a:lnTo>
                    <a:pt x="46" y="23826"/>
                  </a:lnTo>
                  <a:lnTo>
                    <a:pt x="116" y="24057"/>
                  </a:lnTo>
                  <a:lnTo>
                    <a:pt x="185" y="24264"/>
                  </a:lnTo>
                  <a:lnTo>
                    <a:pt x="277" y="24472"/>
                  </a:lnTo>
                  <a:lnTo>
                    <a:pt x="392" y="24679"/>
                  </a:lnTo>
                  <a:lnTo>
                    <a:pt x="531" y="24864"/>
                  </a:lnTo>
                  <a:lnTo>
                    <a:pt x="692" y="25025"/>
                  </a:lnTo>
                  <a:lnTo>
                    <a:pt x="854" y="25164"/>
                  </a:lnTo>
                  <a:lnTo>
                    <a:pt x="1038" y="25302"/>
                  </a:lnTo>
                  <a:lnTo>
                    <a:pt x="1223" y="25417"/>
                  </a:lnTo>
                  <a:lnTo>
                    <a:pt x="1430" y="25533"/>
                  </a:lnTo>
                  <a:lnTo>
                    <a:pt x="1661" y="25602"/>
                  </a:lnTo>
                  <a:lnTo>
                    <a:pt x="1869" y="25671"/>
                  </a:lnTo>
                  <a:lnTo>
                    <a:pt x="2122" y="25694"/>
                  </a:lnTo>
                  <a:lnTo>
                    <a:pt x="2353" y="25717"/>
                  </a:lnTo>
                  <a:lnTo>
                    <a:pt x="2653" y="25694"/>
                  </a:lnTo>
                  <a:lnTo>
                    <a:pt x="2953" y="25648"/>
                  </a:lnTo>
                  <a:lnTo>
                    <a:pt x="3252" y="25579"/>
                  </a:lnTo>
                  <a:lnTo>
                    <a:pt x="3506" y="25487"/>
                  </a:lnTo>
                  <a:lnTo>
                    <a:pt x="3783" y="25348"/>
                  </a:lnTo>
                  <a:lnTo>
                    <a:pt x="4014" y="25210"/>
                  </a:lnTo>
                  <a:lnTo>
                    <a:pt x="4244" y="25025"/>
                  </a:lnTo>
                  <a:lnTo>
                    <a:pt x="4452" y="24841"/>
                  </a:lnTo>
                  <a:lnTo>
                    <a:pt x="4659" y="24633"/>
                  </a:lnTo>
                  <a:lnTo>
                    <a:pt x="4821" y="24403"/>
                  </a:lnTo>
                  <a:lnTo>
                    <a:pt x="4959" y="24149"/>
                  </a:lnTo>
                  <a:lnTo>
                    <a:pt x="5098" y="23895"/>
                  </a:lnTo>
                  <a:lnTo>
                    <a:pt x="5190" y="23618"/>
                  </a:lnTo>
                  <a:lnTo>
                    <a:pt x="5259" y="23342"/>
                  </a:lnTo>
                  <a:lnTo>
                    <a:pt x="5305" y="23042"/>
                  </a:lnTo>
                  <a:lnTo>
                    <a:pt x="5328" y="22742"/>
                  </a:lnTo>
                  <a:lnTo>
                    <a:pt x="5328" y="14462"/>
                  </a:lnTo>
                  <a:lnTo>
                    <a:pt x="5351" y="13839"/>
                  </a:lnTo>
                  <a:lnTo>
                    <a:pt x="5397" y="13193"/>
                  </a:lnTo>
                  <a:lnTo>
                    <a:pt x="5467" y="12594"/>
                  </a:lnTo>
                  <a:lnTo>
                    <a:pt x="5582" y="11971"/>
                  </a:lnTo>
                  <a:lnTo>
                    <a:pt x="5720" y="11371"/>
                  </a:lnTo>
                  <a:lnTo>
                    <a:pt x="5882" y="10795"/>
                  </a:lnTo>
                  <a:lnTo>
                    <a:pt x="6089" y="10218"/>
                  </a:lnTo>
                  <a:lnTo>
                    <a:pt x="6297" y="9641"/>
                  </a:lnTo>
                  <a:lnTo>
                    <a:pt x="6551" y="9111"/>
                  </a:lnTo>
                  <a:lnTo>
                    <a:pt x="6827" y="8557"/>
                  </a:lnTo>
                  <a:lnTo>
                    <a:pt x="7127" y="8050"/>
                  </a:lnTo>
                  <a:lnTo>
                    <a:pt x="7450" y="7543"/>
                  </a:lnTo>
                  <a:lnTo>
                    <a:pt x="7796" y="7058"/>
                  </a:lnTo>
                  <a:lnTo>
                    <a:pt x="8165" y="6597"/>
                  </a:lnTo>
                  <a:lnTo>
                    <a:pt x="8557" y="6136"/>
                  </a:lnTo>
                  <a:lnTo>
                    <a:pt x="8949" y="5720"/>
                  </a:lnTo>
                  <a:lnTo>
                    <a:pt x="9388" y="5305"/>
                  </a:lnTo>
                  <a:lnTo>
                    <a:pt x="9849" y="4913"/>
                  </a:lnTo>
                  <a:lnTo>
                    <a:pt x="10310" y="4544"/>
                  </a:lnTo>
                  <a:lnTo>
                    <a:pt x="10795" y="4198"/>
                  </a:lnTo>
                  <a:lnTo>
                    <a:pt x="11302" y="3875"/>
                  </a:lnTo>
                  <a:lnTo>
                    <a:pt x="11809" y="3575"/>
                  </a:lnTo>
                  <a:lnTo>
                    <a:pt x="12340" y="3299"/>
                  </a:lnTo>
                  <a:lnTo>
                    <a:pt x="12894" y="3045"/>
                  </a:lnTo>
                  <a:lnTo>
                    <a:pt x="13470" y="2837"/>
                  </a:lnTo>
                  <a:lnTo>
                    <a:pt x="14024" y="2630"/>
                  </a:lnTo>
                  <a:lnTo>
                    <a:pt x="14623" y="2468"/>
                  </a:lnTo>
                  <a:lnTo>
                    <a:pt x="15223" y="2330"/>
                  </a:lnTo>
                  <a:lnTo>
                    <a:pt x="15823" y="2215"/>
                  </a:lnTo>
                  <a:lnTo>
                    <a:pt x="16445" y="2145"/>
                  </a:lnTo>
                  <a:lnTo>
                    <a:pt x="17068" y="2099"/>
                  </a:lnTo>
                  <a:lnTo>
                    <a:pt x="17714" y="2076"/>
                  </a:lnTo>
                  <a:lnTo>
                    <a:pt x="18360" y="2099"/>
                  </a:lnTo>
                  <a:lnTo>
                    <a:pt x="18983" y="2145"/>
                  </a:lnTo>
                  <a:lnTo>
                    <a:pt x="19605" y="2215"/>
                  </a:lnTo>
                  <a:lnTo>
                    <a:pt x="20205" y="2330"/>
                  </a:lnTo>
                  <a:lnTo>
                    <a:pt x="20805" y="2468"/>
                  </a:lnTo>
                  <a:lnTo>
                    <a:pt x="21381" y="2630"/>
                  </a:lnTo>
                  <a:lnTo>
                    <a:pt x="21958" y="2837"/>
                  </a:lnTo>
                  <a:lnTo>
                    <a:pt x="22535" y="3045"/>
                  </a:lnTo>
                  <a:lnTo>
                    <a:pt x="23065" y="3299"/>
                  </a:lnTo>
                  <a:lnTo>
                    <a:pt x="23619" y="3575"/>
                  </a:lnTo>
                  <a:lnTo>
                    <a:pt x="24126" y="3875"/>
                  </a:lnTo>
                  <a:lnTo>
                    <a:pt x="24633" y="4198"/>
                  </a:lnTo>
                  <a:lnTo>
                    <a:pt x="25118" y="4544"/>
                  </a:lnTo>
                  <a:lnTo>
                    <a:pt x="25579" y="4913"/>
                  </a:lnTo>
                  <a:lnTo>
                    <a:pt x="26040" y="5305"/>
                  </a:lnTo>
                  <a:lnTo>
                    <a:pt x="26456" y="5720"/>
                  </a:lnTo>
                  <a:lnTo>
                    <a:pt x="26871" y="6136"/>
                  </a:lnTo>
                  <a:lnTo>
                    <a:pt x="27263" y="6597"/>
                  </a:lnTo>
                  <a:lnTo>
                    <a:pt x="27632" y="7058"/>
                  </a:lnTo>
                  <a:lnTo>
                    <a:pt x="27978" y="7543"/>
                  </a:lnTo>
                  <a:lnTo>
                    <a:pt x="28301" y="8050"/>
                  </a:lnTo>
                  <a:lnTo>
                    <a:pt x="28601" y="8557"/>
                  </a:lnTo>
                  <a:lnTo>
                    <a:pt x="28877" y="9111"/>
                  </a:lnTo>
                  <a:lnTo>
                    <a:pt x="29131" y="9641"/>
                  </a:lnTo>
                  <a:lnTo>
                    <a:pt x="29339" y="10218"/>
                  </a:lnTo>
                  <a:lnTo>
                    <a:pt x="29546" y="10795"/>
                  </a:lnTo>
                  <a:lnTo>
                    <a:pt x="29708" y="11371"/>
                  </a:lnTo>
                  <a:lnTo>
                    <a:pt x="29846" y="11971"/>
                  </a:lnTo>
                  <a:lnTo>
                    <a:pt x="29961" y="12594"/>
                  </a:lnTo>
                  <a:lnTo>
                    <a:pt x="30031" y="13193"/>
                  </a:lnTo>
                  <a:lnTo>
                    <a:pt x="30077" y="13839"/>
                  </a:lnTo>
                  <a:lnTo>
                    <a:pt x="30100" y="14462"/>
                  </a:lnTo>
                  <a:lnTo>
                    <a:pt x="30100" y="20943"/>
                  </a:lnTo>
                  <a:lnTo>
                    <a:pt x="30077" y="20943"/>
                  </a:lnTo>
                  <a:lnTo>
                    <a:pt x="29754" y="20966"/>
                  </a:lnTo>
                  <a:lnTo>
                    <a:pt x="29431" y="21012"/>
                  </a:lnTo>
                  <a:lnTo>
                    <a:pt x="29108" y="21081"/>
                  </a:lnTo>
                  <a:lnTo>
                    <a:pt x="28808" y="21197"/>
                  </a:lnTo>
                  <a:lnTo>
                    <a:pt x="28531" y="21335"/>
                  </a:lnTo>
                  <a:lnTo>
                    <a:pt x="28255" y="21497"/>
                  </a:lnTo>
                  <a:lnTo>
                    <a:pt x="28001" y="21681"/>
                  </a:lnTo>
                  <a:lnTo>
                    <a:pt x="27770" y="21889"/>
                  </a:lnTo>
                  <a:lnTo>
                    <a:pt x="27563" y="22119"/>
                  </a:lnTo>
                  <a:lnTo>
                    <a:pt x="27378" y="22373"/>
                  </a:lnTo>
                  <a:lnTo>
                    <a:pt x="27217" y="22650"/>
                  </a:lnTo>
                  <a:lnTo>
                    <a:pt x="27078" y="22927"/>
                  </a:lnTo>
                  <a:lnTo>
                    <a:pt x="26963" y="23226"/>
                  </a:lnTo>
                  <a:lnTo>
                    <a:pt x="26871" y="23549"/>
                  </a:lnTo>
                  <a:lnTo>
                    <a:pt x="26825" y="23872"/>
                  </a:lnTo>
                  <a:lnTo>
                    <a:pt x="26825" y="24195"/>
                  </a:lnTo>
                  <a:lnTo>
                    <a:pt x="26802" y="24564"/>
                  </a:lnTo>
                  <a:lnTo>
                    <a:pt x="26732" y="24933"/>
                  </a:lnTo>
                  <a:lnTo>
                    <a:pt x="26663" y="25279"/>
                  </a:lnTo>
                  <a:lnTo>
                    <a:pt x="26525" y="25602"/>
                  </a:lnTo>
                  <a:lnTo>
                    <a:pt x="26386" y="25925"/>
                  </a:lnTo>
                  <a:lnTo>
                    <a:pt x="26202" y="26225"/>
                  </a:lnTo>
                  <a:lnTo>
                    <a:pt x="25994" y="26502"/>
                  </a:lnTo>
                  <a:lnTo>
                    <a:pt x="25764" y="26755"/>
                  </a:lnTo>
                  <a:lnTo>
                    <a:pt x="25487" y="26986"/>
                  </a:lnTo>
                  <a:lnTo>
                    <a:pt x="25210" y="27193"/>
                  </a:lnTo>
                  <a:lnTo>
                    <a:pt x="24933" y="27378"/>
                  </a:lnTo>
                  <a:lnTo>
                    <a:pt x="24610" y="27539"/>
                  </a:lnTo>
                  <a:lnTo>
                    <a:pt x="24264" y="27655"/>
                  </a:lnTo>
                  <a:lnTo>
                    <a:pt x="23918" y="27747"/>
                  </a:lnTo>
                  <a:lnTo>
                    <a:pt x="23573" y="27793"/>
                  </a:lnTo>
                  <a:lnTo>
                    <a:pt x="23203" y="27816"/>
                  </a:lnTo>
                  <a:lnTo>
                    <a:pt x="21358" y="27816"/>
                  </a:lnTo>
                  <a:lnTo>
                    <a:pt x="21266" y="27516"/>
                  </a:lnTo>
                  <a:lnTo>
                    <a:pt x="21151" y="27217"/>
                  </a:lnTo>
                  <a:lnTo>
                    <a:pt x="21012" y="26917"/>
                  </a:lnTo>
                  <a:lnTo>
                    <a:pt x="20828" y="26663"/>
                  </a:lnTo>
                  <a:lnTo>
                    <a:pt x="20643" y="26409"/>
                  </a:lnTo>
                  <a:lnTo>
                    <a:pt x="20436" y="26156"/>
                  </a:lnTo>
                  <a:lnTo>
                    <a:pt x="20205" y="25925"/>
                  </a:lnTo>
                  <a:lnTo>
                    <a:pt x="19974" y="25740"/>
                  </a:lnTo>
                  <a:lnTo>
                    <a:pt x="19721" y="25556"/>
                  </a:lnTo>
                  <a:lnTo>
                    <a:pt x="19444" y="25394"/>
                  </a:lnTo>
                  <a:lnTo>
                    <a:pt x="19144" y="25233"/>
                  </a:lnTo>
                  <a:lnTo>
                    <a:pt x="18844" y="25118"/>
                  </a:lnTo>
                  <a:lnTo>
                    <a:pt x="18544" y="25025"/>
                  </a:lnTo>
                  <a:lnTo>
                    <a:pt x="18221" y="24956"/>
                  </a:lnTo>
                  <a:lnTo>
                    <a:pt x="17899" y="24910"/>
                  </a:lnTo>
                  <a:lnTo>
                    <a:pt x="16169" y="24910"/>
                  </a:lnTo>
                  <a:lnTo>
                    <a:pt x="15915" y="24956"/>
                  </a:lnTo>
                  <a:lnTo>
                    <a:pt x="15684" y="25025"/>
                  </a:lnTo>
                  <a:lnTo>
                    <a:pt x="15454" y="25095"/>
                  </a:lnTo>
                  <a:lnTo>
                    <a:pt x="15223" y="25210"/>
                  </a:lnTo>
                  <a:lnTo>
                    <a:pt x="15015" y="25325"/>
                  </a:lnTo>
                  <a:lnTo>
                    <a:pt x="14831" y="25464"/>
                  </a:lnTo>
                  <a:lnTo>
                    <a:pt x="14646" y="25625"/>
                  </a:lnTo>
                  <a:lnTo>
                    <a:pt x="14485" y="25810"/>
                  </a:lnTo>
                  <a:lnTo>
                    <a:pt x="14347" y="25994"/>
                  </a:lnTo>
                  <a:lnTo>
                    <a:pt x="14231" y="26202"/>
                  </a:lnTo>
                  <a:lnTo>
                    <a:pt x="14116" y="26432"/>
                  </a:lnTo>
                  <a:lnTo>
                    <a:pt x="14024" y="26663"/>
                  </a:lnTo>
                  <a:lnTo>
                    <a:pt x="13978" y="26894"/>
                  </a:lnTo>
                  <a:lnTo>
                    <a:pt x="13931" y="27147"/>
                  </a:lnTo>
                  <a:lnTo>
                    <a:pt x="13908" y="27401"/>
                  </a:lnTo>
                  <a:lnTo>
                    <a:pt x="13931" y="27655"/>
                  </a:lnTo>
                  <a:lnTo>
                    <a:pt x="13978" y="27908"/>
                  </a:lnTo>
                  <a:lnTo>
                    <a:pt x="14024" y="28139"/>
                  </a:lnTo>
                  <a:lnTo>
                    <a:pt x="14116" y="28370"/>
                  </a:lnTo>
                  <a:lnTo>
                    <a:pt x="14231" y="28577"/>
                  </a:lnTo>
                  <a:lnTo>
                    <a:pt x="14347" y="28785"/>
                  </a:lnTo>
                  <a:lnTo>
                    <a:pt x="14485" y="28992"/>
                  </a:lnTo>
                  <a:lnTo>
                    <a:pt x="14646" y="29154"/>
                  </a:lnTo>
                  <a:lnTo>
                    <a:pt x="14831" y="29315"/>
                  </a:lnTo>
                  <a:lnTo>
                    <a:pt x="15015" y="29477"/>
                  </a:lnTo>
                  <a:lnTo>
                    <a:pt x="15223" y="29592"/>
                  </a:lnTo>
                  <a:lnTo>
                    <a:pt x="15454" y="29707"/>
                  </a:lnTo>
                  <a:lnTo>
                    <a:pt x="15684" y="29777"/>
                  </a:lnTo>
                  <a:lnTo>
                    <a:pt x="15915" y="29846"/>
                  </a:lnTo>
                  <a:lnTo>
                    <a:pt x="16169" y="29892"/>
                  </a:lnTo>
                  <a:lnTo>
                    <a:pt x="23503" y="29892"/>
                  </a:lnTo>
                  <a:lnTo>
                    <a:pt x="23780" y="29869"/>
                  </a:lnTo>
                  <a:lnTo>
                    <a:pt x="24057" y="29823"/>
                  </a:lnTo>
                  <a:lnTo>
                    <a:pt x="24357" y="29777"/>
                  </a:lnTo>
                  <a:lnTo>
                    <a:pt x="24610" y="29707"/>
                  </a:lnTo>
                  <a:lnTo>
                    <a:pt x="24887" y="29638"/>
                  </a:lnTo>
                  <a:lnTo>
                    <a:pt x="25418" y="29454"/>
                  </a:lnTo>
                  <a:lnTo>
                    <a:pt x="25902" y="29200"/>
                  </a:lnTo>
                  <a:lnTo>
                    <a:pt x="26386" y="28923"/>
                  </a:lnTo>
                  <a:lnTo>
                    <a:pt x="26825" y="28600"/>
                  </a:lnTo>
                  <a:lnTo>
                    <a:pt x="27217" y="28231"/>
                  </a:lnTo>
                  <a:lnTo>
                    <a:pt x="27586" y="27816"/>
                  </a:lnTo>
                  <a:lnTo>
                    <a:pt x="27909" y="27378"/>
                  </a:lnTo>
                  <a:lnTo>
                    <a:pt x="28209" y="26917"/>
                  </a:lnTo>
                  <a:lnTo>
                    <a:pt x="28439" y="26409"/>
                  </a:lnTo>
                  <a:lnTo>
                    <a:pt x="28624" y="25902"/>
                  </a:lnTo>
                  <a:lnTo>
                    <a:pt x="28716" y="25625"/>
                  </a:lnTo>
                  <a:lnTo>
                    <a:pt x="28785" y="25348"/>
                  </a:lnTo>
                  <a:lnTo>
                    <a:pt x="28831" y="25072"/>
                  </a:lnTo>
                  <a:lnTo>
                    <a:pt x="28854" y="24795"/>
                  </a:lnTo>
                  <a:lnTo>
                    <a:pt x="28877" y="24495"/>
                  </a:lnTo>
                  <a:lnTo>
                    <a:pt x="28900" y="24195"/>
                  </a:lnTo>
                  <a:lnTo>
                    <a:pt x="28924" y="23964"/>
                  </a:lnTo>
                  <a:lnTo>
                    <a:pt x="28993" y="23734"/>
                  </a:lnTo>
                  <a:lnTo>
                    <a:pt x="29085" y="23549"/>
                  </a:lnTo>
                  <a:lnTo>
                    <a:pt x="29246" y="23365"/>
                  </a:lnTo>
                  <a:lnTo>
                    <a:pt x="29408" y="23226"/>
                  </a:lnTo>
                  <a:lnTo>
                    <a:pt x="29615" y="23111"/>
                  </a:lnTo>
                  <a:lnTo>
                    <a:pt x="29846" y="23042"/>
                  </a:lnTo>
                  <a:lnTo>
                    <a:pt x="30077" y="23019"/>
                  </a:lnTo>
                  <a:lnTo>
                    <a:pt x="30100" y="23019"/>
                  </a:lnTo>
                  <a:lnTo>
                    <a:pt x="30146" y="23296"/>
                  </a:lnTo>
                  <a:lnTo>
                    <a:pt x="30215" y="23572"/>
                  </a:lnTo>
                  <a:lnTo>
                    <a:pt x="30307" y="23826"/>
                  </a:lnTo>
                  <a:lnTo>
                    <a:pt x="30400" y="24080"/>
                  </a:lnTo>
                  <a:lnTo>
                    <a:pt x="30538" y="24310"/>
                  </a:lnTo>
                  <a:lnTo>
                    <a:pt x="30700" y="24541"/>
                  </a:lnTo>
                  <a:lnTo>
                    <a:pt x="30861" y="24749"/>
                  </a:lnTo>
                  <a:lnTo>
                    <a:pt x="31069" y="24933"/>
                  </a:lnTo>
                  <a:lnTo>
                    <a:pt x="31276" y="25095"/>
                  </a:lnTo>
                  <a:lnTo>
                    <a:pt x="31484" y="25256"/>
                  </a:lnTo>
                  <a:lnTo>
                    <a:pt x="31714" y="25394"/>
                  </a:lnTo>
                  <a:lnTo>
                    <a:pt x="31968" y="25510"/>
                  </a:lnTo>
                  <a:lnTo>
                    <a:pt x="32222" y="25602"/>
                  </a:lnTo>
                  <a:lnTo>
                    <a:pt x="32499" y="25648"/>
                  </a:lnTo>
                  <a:lnTo>
                    <a:pt x="32775" y="25694"/>
                  </a:lnTo>
                  <a:lnTo>
                    <a:pt x="33075" y="25717"/>
                  </a:lnTo>
                  <a:lnTo>
                    <a:pt x="33306" y="25694"/>
                  </a:lnTo>
                  <a:lnTo>
                    <a:pt x="33537" y="25671"/>
                  </a:lnTo>
                  <a:lnTo>
                    <a:pt x="33767" y="25602"/>
                  </a:lnTo>
                  <a:lnTo>
                    <a:pt x="33998" y="25533"/>
                  </a:lnTo>
                  <a:lnTo>
                    <a:pt x="34182" y="25417"/>
                  </a:lnTo>
                  <a:lnTo>
                    <a:pt x="34390" y="25302"/>
                  </a:lnTo>
                  <a:lnTo>
                    <a:pt x="34574" y="25164"/>
                  </a:lnTo>
                  <a:lnTo>
                    <a:pt x="34736" y="25025"/>
                  </a:lnTo>
                  <a:lnTo>
                    <a:pt x="34897" y="24864"/>
                  </a:lnTo>
                  <a:lnTo>
                    <a:pt x="35013" y="24679"/>
                  </a:lnTo>
                  <a:lnTo>
                    <a:pt x="35151" y="24472"/>
                  </a:lnTo>
                  <a:lnTo>
                    <a:pt x="35243" y="24264"/>
                  </a:lnTo>
                  <a:lnTo>
                    <a:pt x="35313" y="24057"/>
                  </a:lnTo>
                  <a:lnTo>
                    <a:pt x="35382" y="23826"/>
                  </a:lnTo>
                  <a:lnTo>
                    <a:pt x="35405" y="23595"/>
                  </a:lnTo>
                  <a:lnTo>
                    <a:pt x="35428" y="23365"/>
                  </a:lnTo>
                  <a:lnTo>
                    <a:pt x="35428" y="15777"/>
                  </a:lnTo>
                  <a:lnTo>
                    <a:pt x="35405" y="15546"/>
                  </a:lnTo>
                  <a:lnTo>
                    <a:pt x="35382" y="15315"/>
                  </a:lnTo>
                  <a:lnTo>
                    <a:pt x="35313" y="15085"/>
                  </a:lnTo>
                  <a:lnTo>
                    <a:pt x="35243" y="14877"/>
                  </a:lnTo>
                  <a:lnTo>
                    <a:pt x="35151" y="14669"/>
                  </a:lnTo>
                  <a:lnTo>
                    <a:pt x="35013" y="14462"/>
                  </a:lnTo>
                  <a:lnTo>
                    <a:pt x="34897" y="14277"/>
                  </a:lnTo>
                  <a:lnTo>
                    <a:pt x="34736" y="14116"/>
                  </a:lnTo>
                  <a:lnTo>
                    <a:pt x="34574" y="13978"/>
                  </a:lnTo>
                  <a:lnTo>
                    <a:pt x="34390" y="13839"/>
                  </a:lnTo>
                  <a:lnTo>
                    <a:pt x="34182" y="13724"/>
                  </a:lnTo>
                  <a:lnTo>
                    <a:pt x="33998" y="13608"/>
                  </a:lnTo>
                  <a:lnTo>
                    <a:pt x="33767" y="13539"/>
                  </a:lnTo>
                  <a:lnTo>
                    <a:pt x="33537" y="13470"/>
                  </a:lnTo>
                  <a:lnTo>
                    <a:pt x="33306" y="13447"/>
                  </a:lnTo>
                  <a:lnTo>
                    <a:pt x="33075" y="13424"/>
                  </a:lnTo>
                  <a:lnTo>
                    <a:pt x="32130" y="13424"/>
                  </a:lnTo>
                  <a:lnTo>
                    <a:pt x="32060" y="12732"/>
                  </a:lnTo>
                  <a:lnTo>
                    <a:pt x="31968" y="12040"/>
                  </a:lnTo>
                  <a:lnTo>
                    <a:pt x="31830" y="11371"/>
                  </a:lnTo>
                  <a:lnTo>
                    <a:pt x="31668" y="10702"/>
                  </a:lnTo>
                  <a:lnTo>
                    <a:pt x="31484" y="10057"/>
                  </a:lnTo>
                  <a:lnTo>
                    <a:pt x="31253" y="9411"/>
                  </a:lnTo>
                  <a:lnTo>
                    <a:pt x="30999" y="8788"/>
                  </a:lnTo>
                  <a:lnTo>
                    <a:pt x="30723" y="8165"/>
                  </a:lnTo>
                  <a:lnTo>
                    <a:pt x="30423" y="7566"/>
                  </a:lnTo>
                  <a:lnTo>
                    <a:pt x="30100" y="6989"/>
                  </a:lnTo>
                  <a:lnTo>
                    <a:pt x="29731" y="6435"/>
                  </a:lnTo>
                  <a:lnTo>
                    <a:pt x="29339" y="5882"/>
                  </a:lnTo>
                  <a:lnTo>
                    <a:pt x="28947" y="5374"/>
                  </a:lnTo>
                  <a:lnTo>
                    <a:pt x="28508" y="4867"/>
                  </a:lnTo>
                  <a:lnTo>
                    <a:pt x="28047" y="4383"/>
                  </a:lnTo>
                  <a:lnTo>
                    <a:pt x="27586" y="3898"/>
                  </a:lnTo>
                  <a:lnTo>
                    <a:pt x="27078" y="3460"/>
                  </a:lnTo>
                  <a:lnTo>
                    <a:pt x="26571" y="3045"/>
                  </a:lnTo>
                  <a:lnTo>
                    <a:pt x="26040" y="2653"/>
                  </a:lnTo>
                  <a:lnTo>
                    <a:pt x="25487" y="2284"/>
                  </a:lnTo>
                  <a:lnTo>
                    <a:pt x="24910" y="1938"/>
                  </a:lnTo>
                  <a:lnTo>
                    <a:pt x="24334" y="1615"/>
                  </a:lnTo>
                  <a:lnTo>
                    <a:pt x="23734" y="1315"/>
                  </a:lnTo>
                  <a:lnTo>
                    <a:pt x="23111" y="1038"/>
                  </a:lnTo>
                  <a:lnTo>
                    <a:pt x="22465" y="808"/>
                  </a:lnTo>
                  <a:lnTo>
                    <a:pt x="21820" y="600"/>
                  </a:lnTo>
                  <a:lnTo>
                    <a:pt x="21174" y="416"/>
                  </a:lnTo>
                  <a:lnTo>
                    <a:pt x="20505" y="277"/>
                  </a:lnTo>
                  <a:lnTo>
                    <a:pt x="19813" y="162"/>
                  </a:lnTo>
                  <a:lnTo>
                    <a:pt x="19121" y="70"/>
                  </a:lnTo>
                  <a:lnTo>
                    <a:pt x="18429" y="24"/>
                  </a:lnTo>
                  <a:lnTo>
                    <a:pt x="177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5"/>
            <p:cNvSpPr/>
            <p:nvPr/>
          </p:nvSpPr>
          <p:spPr>
            <a:xfrm>
              <a:off x="4786500" y="2619925"/>
              <a:ext cx="885700" cy="747300"/>
            </a:xfrm>
            <a:custGeom>
              <a:avLst/>
              <a:gdLst/>
              <a:ahLst/>
              <a:cxnLst/>
              <a:rect l="l" t="t" r="r" b="b"/>
              <a:pathLst>
                <a:path w="35428" h="29892" fill="none" extrusionOk="0">
                  <a:moveTo>
                    <a:pt x="33075" y="13424"/>
                  </a:moveTo>
                  <a:lnTo>
                    <a:pt x="32130" y="13424"/>
                  </a:lnTo>
                  <a:lnTo>
                    <a:pt x="32130" y="13424"/>
                  </a:lnTo>
                  <a:lnTo>
                    <a:pt x="32060" y="12732"/>
                  </a:lnTo>
                  <a:lnTo>
                    <a:pt x="31968" y="12040"/>
                  </a:lnTo>
                  <a:lnTo>
                    <a:pt x="31830" y="11371"/>
                  </a:lnTo>
                  <a:lnTo>
                    <a:pt x="31668" y="10702"/>
                  </a:lnTo>
                  <a:lnTo>
                    <a:pt x="31484" y="10057"/>
                  </a:lnTo>
                  <a:lnTo>
                    <a:pt x="31253" y="9411"/>
                  </a:lnTo>
                  <a:lnTo>
                    <a:pt x="30999" y="8788"/>
                  </a:lnTo>
                  <a:lnTo>
                    <a:pt x="30723" y="8165"/>
                  </a:lnTo>
                  <a:lnTo>
                    <a:pt x="30423" y="7566"/>
                  </a:lnTo>
                  <a:lnTo>
                    <a:pt x="30100" y="6989"/>
                  </a:lnTo>
                  <a:lnTo>
                    <a:pt x="29731" y="6435"/>
                  </a:lnTo>
                  <a:lnTo>
                    <a:pt x="29339" y="5882"/>
                  </a:lnTo>
                  <a:lnTo>
                    <a:pt x="28947" y="5374"/>
                  </a:lnTo>
                  <a:lnTo>
                    <a:pt x="28508" y="4867"/>
                  </a:lnTo>
                  <a:lnTo>
                    <a:pt x="28047" y="4383"/>
                  </a:lnTo>
                  <a:lnTo>
                    <a:pt x="27586" y="3898"/>
                  </a:lnTo>
                  <a:lnTo>
                    <a:pt x="27078" y="3460"/>
                  </a:lnTo>
                  <a:lnTo>
                    <a:pt x="26571" y="3045"/>
                  </a:lnTo>
                  <a:lnTo>
                    <a:pt x="26040" y="2653"/>
                  </a:lnTo>
                  <a:lnTo>
                    <a:pt x="25487" y="2284"/>
                  </a:lnTo>
                  <a:lnTo>
                    <a:pt x="24910" y="1938"/>
                  </a:lnTo>
                  <a:lnTo>
                    <a:pt x="24334" y="1615"/>
                  </a:lnTo>
                  <a:lnTo>
                    <a:pt x="23734" y="1315"/>
                  </a:lnTo>
                  <a:lnTo>
                    <a:pt x="23111" y="1038"/>
                  </a:lnTo>
                  <a:lnTo>
                    <a:pt x="22465" y="808"/>
                  </a:lnTo>
                  <a:lnTo>
                    <a:pt x="21820" y="600"/>
                  </a:lnTo>
                  <a:lnTo>
                    <a:pt x="21174" y="416"/>
                  </a:lnTo>
                  <a:lnTo>
                    <a:pt x="20505" y="277"/>
                  </a:lnTo>
                  <a:lnTo>
                    <a:pt x="19813" y="162"/>
                  </a:lnTo>
                  <a:lnTo>
                    <a:pt x="19121" y="70"/>
                  </a:lnTo>
                  <a:lnTo>
                    <a:pt x="18429" y="24"/>
                  </a:lnTo>
                  <a:lnTo>
                    <a:pt x="17714" y="0"/>
                  </a:lnTo>
                  <a:lnTo>
                    <a:pt x="17714" y="0"/>
                  </a:lnTo>
                  <a:lnTo>
                    <a:pt x="16999" y="24"/>
                  </a:lnTo>
                  <a:lnTo>
                    <a:pt x="16307" y="70"/>
                  </a:lnTo>
                  <a:lnTo>
                    <a:pt x="15615" y="162"/>
                  </a:lnTo>
                  <a:lnTo>
                    <a:pt x="14923" y="277"/>
                  </a:lnTo>
                  <a:lnTo>
                    <a:pt x="14254" y="416"/>
                  </a:lnTo>
                  <a:lnTo>
                    <a:pt x="13585" y="600"/>
                  </a:lnTo>
                  <a:lnTo>
                    <a:pt x="12940" y="808"/>
                  </a:lnTo>
                  <a:lnTo>
                    <a:pt x="12317" y="1038"/>
                  </a:lnTo>
                  <a:lnTo>
                    <a:pt x="11694" y="1315"/>
                  </a:lnTo>
                  <a:lnTo>
                    <a:pt x="11094" y="1615"/>
                  </a:lnTo>
                  <a:lnTo>
                    <a:pt x="10518" y="1938"/>
                  </a:lnTo>
                  <a:lnTo>
                    <a:pt x="9941" y="2284"/>
                  </a:lnTo>
                  <a:lnTo>
                    <a:pt x="9388" y="2653"/>
                  </a:lnTo>
                  <a:lnTo>
                    <a:pt x="8857" y="3045"/>
                  </a:lnTo>
                  <a:lnTo>
                    <a:pt x="8327" y="3460"/>
                  </a:lnTo>
                  <a:lnTo>
                    <a:pt x="7842" y="3898"/>
                  </a:lnTo>
                  <a:lnTo>
                    <a:pt x="7358" y="4383"/>
                  </a:lnTo>
                  <a:lnTo>
                    <a:pt x="6920" y="4867"/>
                  </a:lnTo>
                  <a:lnTo>
                    <a:pt x="6481" y="5374"/>
                  </a:lnTo>
                  <a:lnTo>
                    <a:pt x="6066" y="5882"/>
                  </a:lnTo>
                  <a:lnTo>
                    <a:pt x="5697" y="6435"/>
                  </a:lnTo>
                  <a:lnTo>
                    <a:pt x="5328" y="6989"/>
                  </a:lnTo>
                  <a:lnTo>
                    <a:pt x="5005" y="7566"/>
                  </a:lnTo>
                  <a:lnTo>
                    <a:pt x="4705" y="8165"/>
                  </a:lnTo>
                  <a:lnTo>
                    <a:pt x="4406" y="8788"/>
                  </a:lnTo>
                  <a:lnTo>
                    <a:pt x="4175" y="9411"/>
                  </a:lnTo>
                  <a:lnTo>
                    <a:pt x="3944" y="10057"/>
                  </a:lnTo>
                  <a:lnTo>
                    <a:pt x="3760" y="10702"/>
                  </a:lnTo>
                  <a:lnTo>
                    <a:pt x="3598" y="11371"/>
                  </a:lnTo>
                  <a:lnTo>
                    <a:pt x="3460" y="12040"/>
                  </a:lnTo>
                  <a:lnTo>
                    <a:pt x="3368" y="12732"/>
                  </a:lnTo>
                  <a:lnTo>
                    <a:pt x="3299" y="13424"/>
                  </a:lnTo>
                  <a:lnTo>
                    <a:pt x="2353" y="13424"/>
                  </a:lnTo>
                  <a:lnTo>
                    <a:pt x="2353" y="13424"/>
                  </a:lnTo>
                  <a:lnTo>
                    <a:pt x="2122" y="13447"/>
                  </a:lnTo>
                  <a:lnTo>
                    <a:pt x="1869" y="13470"/>
                  </a:lnTo>
                  <a:lnTo>
                    <a:pt x="1661" y="13539"/>
                  </a:lnTo>
                  <a:lnTo>
                    <a:pt x="1430" y="13608"/>
                  </a:lnTo>
                  <a:lnTo>
                    <a:pt x="1223" y="13724"/>
                  </a:lnTo>
                  <a:lnTo>
                    <a:pt x="1038" y="13839"/>
                  </a:lnTo>
                  <a:lnTo>
                    <a:pt x="854" y="13978"/>
                  </a:lnTo>
                  <a:lnTo>
                    <a:pt x="692" y="14116"/>
                  </a:lnTo>
                  <a:lnTo>
                    <a:pt x="531" y="14277"/>
                  </a:lnTo>
                  <a:lnTo>
                    <a:pt x="392" y="14462"/>
                  </a:lnTo>
                  <a:lnTo>
                    <a:pt x="277" y="14669"/>
                  </a:lnTo>
                  <a:lnTo>
                    <a:pt x="185" y="14877"/>
                  </a:lnTo>
                  <a:lnTo>
                    <a:pt x="116" y="15085"/>
                  </a:lnTo>
                  <a:lnTo>
                    <a:pt x="46" y="15315"/>
                  </a:lnTo>
                  <a:lnTo>
                    <a:pt x="0" y="15546"/>
                  </a:lnTo>
                  <a:lnTo>
                    <a:pt x="0" y="15777"/>
                  </a:lnTo>
                  <a:lnTo>
                    <a:pt x="0" y="23365"/>
                  </a:lnTo>
                  <a:lnTo>
                    <a:pt x="0" y="23365"/>
                  </a:lnTo>
                  <a:lnTo>
                    <a:pt x="0" y="23595"/>
                  </a:lnTo>
                  <a:lnTo>
                    <a:pt x="46" y="23826"/>
                  </a:lnTo>
                  <a:lnTo>
                    <a:pt x="116" y="24057"/>
                  </a:lnTo>
                  <a:lnTo>
                    <a:pt x="185" y="24264"/>
                  </a:lnTo>
                  <a:lnTo>
                    <a:pt x="277" y="24472"/>
                  </a:lnTo>
                  <a:lnTo>
                    <a:pt x="392" y="24679"/>
                  </a:lnTo>
                  <a:lnTo>
                    <a:pt x="531" y="24864"/>
                  </a:lnTo>
                  <a:lnTo>
                    <a:pt x="692" y="25025"/>
                  </a:lnTo>
                  <a:lnTo>
                    <a:pt x="854" y="25164"/>
                  </a:lnTo>
                  <a:lnTo>
                    <a:pt x="1038" y="25302"/>
                  </a:lnTo>
                  <a:lnTo>
                    <a:pt x="1223" y="25417"/>
                  </a:lnTo>
                  <a:lnTo>
                    <a:pt x="1430" y="25533"/>
                  </a:lnTo>
                  <a:lnTo>
                    <a:pt x="1661" y="25602"/>
                  </a:lnTo>
                  <a:lnTo>
                    <a:pt x="1869" y="25671"/>
                  </a:lnTo>
                  <a:lnTo>
                    <a:pt x="2122" y="25694"/>
                  </a:lnTo>
                  <a:lnTo>
                    <a:pt x="2353" y="25717"/>
                  </a:lnTo>
                  <a:lnTo>
                    <a:pt x="2353" y="25717"/>
                  </a:lnTo>
                  <a:lnTo>
                    <a:pt x="2353" y="25717"/>
                  </a:lnTo>
                  <a:lnTo>
                    <a:pt x="2653" y="25694"/>
                  </a:lnTo>
                  <a:lnTo>
                    <a:pt x="2953" y="25648"/>
                  </a:lnTo>
                  <a:lnTo>
                    <a:pt x="3252" y="25579"/>
                  </a:lnTo>
                  <a:lnTo>
                    <a:pt x="3506" y="25487"/>
                  </a:lnTo>
                  <a:lnTo>
                    <a:pt x="3783" y="25348"/>
                  </a:lnTo>
                  <a:lnTo>
                    <a:pt x="4014" y="25210"/>
                  </a:lnTo>
                  <a:lnTo>
                    <a:pt x="4244" y="25025"/>
                  </a:lnTo>
                  <a:lnTo>
                    <a:pt x="4452" y="24841"/>
                  </a:lnTo>
                  <a:lnTo>
                    <a:pt x="4659" y="24633"/>
                  </a:lnTo>
                  <a:lnTo>
                    <a:pt x="4821" y="24403"/>
                  </a:lnTo>
                  <a:lnTo>
                    <a:pt x="4959" y="24149"/>
                  </a:lnTo>
                  <a:lnTo>
                    <a:pt x="5098" y="23895"/>
                  </a:lnTo>
                  <a:lnTo>
                    <a:pt x="5190" y="23618"/>
                  </a:lnTo>
                  <a:lnTo>
                    <a:pt x="5259" y="23342"/>
                  </a:lnTo>
                  <a:lnTo>
                    <a:pt x="5305" y="23042"/>
                  </a:lnTo>
                  <a:lnTo>
                    <a:pt x="5328" y="22742"/>
                  </a:lnTo>
                  <a:lnTo>
                    <a:pt x="5328" y="14462"/>
                  </a:lnTo>
                  <a:lnTo>
                    <a:pt x="5328" y="14462"/>
                  </a:lnTo>
                  <a:lnTo>
                    <a:pt x="5351" y="13839"/>
                  </a:lnTo>
                  <a:lnTo>
                    <a:pt x="5397" y="13193"/>
                  </a:lnTo>
                  <a:lnTo>
                    <a:pt x="5467" y="12594"/>
                  </a:lnTo>
                  <a:lnTo>
                    <a:pt x="5582" y="11971"/>
                  </a:lnTo>
                  <a:lnTo>
                    <a:pt x="5720" y="11371"/>
                  </a:lnTo>
                  <a:lnTo>
                    <a:pt x="5882" y="10795"/>
                  </a:lnTo>
                  <a:lnTo>
                    <a:pt x="6089" y="10218"/>
                  </a:lnTo>
                  <a:lnTo>
                    <a:pt x="6297" y="9641"/>
                  </a:lnTo>
                  <a:lnTo>
                    <a:pt x="6551" y="9111"/>
                  </a:lnTo>
                  <a:lnTo>
                    <a:pt x="6827" y="8557"/>
                  </a:lnTo>
                  <a:lnTo>
                    <a:pt x="7127" y="8050"/>
                  </a:lnTo>
                  <a:lnTo>
                    <a:pt x="7450" y="7543"/>
                  </a:lnTo>
                  <a:lnTo>
                    <a:pt x="7796" y="7058"/>
                  </a:lnTo>
                  <a:lnTo>
                    <a:pt x="8165" y="6597"/>
                  </a:lnTo>
                  <a:lnTo>
                    <a:pt x="8557" y="6136"/>
                  </a:lnTo>
                  <a:lnTo>
                    <a:pt x="8949" y="5720"/>
                  </a:lnTo>
                  <a:lnTo>
                    <a:pt x="9388" y="5305"/>
                  </a:lnTo>
                  <a:lnTo>
                    <a:pt x="9849" y="4913"/>
                  </a:lnTo>
                  <a:lnTo>
                    <a:pt x="10310" y="4544"/>
                  </a:lnTo>
                  <a:lnTo>
                    <a:pt x="10795" y="4198"/>
                  </a:lnTo>
                  <a:lnTo>
                    <a:pt x="11302" y="3875"/>
                  </a:lnTo>
                  <a:lnTo>
                    <a:pt x="11809" y="3575"/>
                  </a:lnTo>
                  <a:lnTo>
                    <a:pt x="12340" y="3299"/>
                  </a:lnTo>
                  <a:lnTo>
                    <a:pt x="12894" y="3045"/>
                  </a:lnTo>
                  <a:lnTo>
                    <a:pt x="13470" y="2837"/>
                  </a:lnTo>
                  <a:lnTo>
                    <a:pt x="14024" y="2630"/>
                  </a:lnTo>
                  <a:lnTo>
                    <a:pt x="14623" y="2468"/>
                  </a:lnTo>
                  <a:lnTo>
                    <a:pt x="15223" y="2330"/>
                  </a:lnTo>
                  <a:lnTo>
                    <a:pt x="15823" y="2215"/>
                  </a:lnTo>
                  <a:lnTo>
                    <a:pt x="16445" y="2145"/>
                  </a:lnTo>
                  <a:lnTo>
                    <a:pt x="17068" y="2099"/>
                  </a:lnTo>
                  <a:lnTo>
                    <a:pt x="17714" y="2076"/>
                  </a:lnTo>
                  <a:lnTo>
                    <a:pt x="17714" y="2076"/>
                  </a:lnTo>
                  <a:lnTo>
                    <a:pt x="18360" y="2099"/>
                  </a:lnTo>
                  <a:lnTo>
                    <a:pt x="18983" y="2145"/>
                  </a:lnTo>
                  <a:lnTo>
                    <a:pt x="19605" y="2215"/>
                  </a:lnTo>
                  <a:lnTo>
                    <a:pt x="20205" y="2330"/>
                  </a:lnTo>
                  <a:lnTo>
                    <a:pt x="20805" y="2468"/>
                  </a:lnTo>
                  <a:lnTo>
                    <a:pt x="21381" y="2630"/>
                  </a:lnTo>
                  <a:lnTo>
                    <a:pt x="21958" y="2837"/>
                  </a:lnTo>
                  <a:lnTo>
                    <a:pt x="22535" y="3045"/>
                  </a:lnTo>
                  <a:lnTo>
                    <a:pt x="23065" y="3299"/>
                  </a:lnTo>
                  <a:lnTo>
                    <a:pt x="23619" y="3575"/>
                  </a:lnTo>
                  <a:lnTo>
                    <a:pt x="24126" y="3875"/>
                  </a:lnTo>
                  <a:lnTo>
                    <a:pt x="24633" y="4198"/>
                  </a:lnTo>
                  <a:lnTo>
                    <a:pt x="25118" y="4544"/>
                  </a:lnTo>
                  <a:lnTo>
                    <a:pt x="25579" y="4913"/>
                  </a:lnTo>
                  <a:lnTo>
                    <a:pt x="26040" y="5305"/>
                  </a:lnTo>
                  <a:lnTo>
                    <a:pt x="26456" y="5720"/>
                  </a:lnTo>
                  <a:lnTo>
                    <a:pt x="26871" y="6136"/>
                  </a:lnTo>
                  <a:lnTo>
                    <a:pt x="27263" y="6597"/>
                  </a:lnTo>
                  <a:lnTo>
                    <a:pt x="27632" y="7058"/>
                  </a:lnTo>
                  <a:lnTo>
                    <a:pt x="27978" y="7543"/>
                  </a:lnTo>
                  <a:lnTo>
                    <a:pt x="28301" y="8050"/>
                  </a:lnTo>
                  <a:lnTo>
                    <a:pt x="28601" y="8557"/>
                  </a:lnTo>
                  <a:lnTo>
                    <a:pt x="28877" y="9111"/>
                  </a:lnTo>
                  <a:lnTo>
                    <a:pt x="29131" y="9641"/>
                  </a:lnTo>
                  <a:lnTo>
                    <a:pt x="29339" y="10218"/>
                  </a:lnTo>
                  <a:lnTo>
                    <a:pt x="29546" y="10795"/>
                  </a:lnTo>
                  <a:lnTo>
                    <a:pt x="29708" y="11371"/>
                  </a:lnTo>
                  <a:lnTo>
                    <a:pt x="29846" y="11971"/>
                  </a:lnTo>
                  <a:lnTo>
                    <a:pt x="29961" y="12594"/>
                  </a:lnTo>
                  <a:lnTo>
                    <a:pt x="30031" y="13193"/>
                  </a:lnTo>
                  <a:lnTo>
                    <a:pt x="30077" y="13839"/>
                  </a:lnTo>
                  <a:lnTo>
                    <a:pt x="30100" y="14462"/>
                  </a:lnTo>
                  <a:lnTo>
                    <a:pt x="30100" y="20943"/>
                  </a:lnTo>
                  <a:lnTo>
                    <a:pt x="30077" y="20943"/>
                  </a:lnTo>
                  <a:lnTo>
                    <a:pt x="30077" y="20943"/>
                  </a:lnTo>
                  <a:lnTo>
                    <a:pt x="29754" y="20966"/>
                  </a:lnTo>
                  <a:lnTo>
                    <a:pt x="29431" y="21012"/>
                  </a:lnTo>
                  <a:lnTo>
                    <a:pt x="29108" y="21081"/>
                  </a:lnTo>
                  <a:lnTo>
                    <a:pt x="28808" y="21197"/>
                  </a:lnTo>
                  <a:lnTo>
                    <a:pt x="28531" y="21335"/>
                  </a:lnTo>
                  <a:lnTo>
                    <a:pt x="28255" y="21497"/>
                  </a:lnTo>
                  <a:lnTo>
                    <a:pt x="28001" y="21681"/>
                  </a:lnTo>
                  <a:lnTo>
                    <a:pt x="27770" y="21889"/>
                  </a:lnTo>
                  <a:lnTo>
                    <a:pt x="27563" y="22119"/>
                  </a:lnTo>
                  <a:lnTo>
                    <a:pt x="27378" y="22373"/>
                  </a:lnTo>
                  <a:lnTo>
                    <a:pt x="27217" y="22650"/>
                  </a:lnTo>
                  <a:lnTo>
                    <a:pt x="27078" y="22927"/>
                  </a:lnTo>
                  <a:lnTo>
                    <a:pt x="26963" y="23226"/>
                  </a:lnTo>
                  <a:lnTo>
                    <a:pt x="26871" y="23549"/>
                  </a:lnTo>
                  <a:lnTo>
                    <a:pt x="26825" y="23872"/>
                  </a:lnTo>
                  <a:lnTo>
                    <a:pt x="26825" y="24195"/>
                  </a:lnTo>
                  <a:lnTo>
                    <a:pt x="26825" y="24195"/>
                  </a:lnTo>
                  <a:lnTo>
                    <a:pt x="26802" y="24564"/>
                  </a:lnTo>
                  <a:lnTo>
                    <a:pt x="26732" y="24933"/>
                  </a:lnTo>
                  <a:lnTo>
                    <a:pt x="26663" y="25279"/>
                  </a:lnTo>
                  <a:lnTo>
                    <a:pt x="26525" y="25602"/>
                  </a:lnTo>
                  <a:lnTo>
                    <a:pt x="26386" y="25925"/>
                  </a:lnTo>
                  <a:lnTo>
                    <a:pt x="26202" y="26225"/>
                  </a:lnTo>
                  <a:lnTo>
                    <a:pt x="25994" y="26502"/>
                  </a:lnTo>
                  <a:lnTo>
                    <a:pt x="25764" y="26755"/>
                  </a:lnTo>
                  <a:lnTo>
                    <a:pt x="25487" y="26986"/>
                  </a:lnTo>
                  <a:lnTo>
                    <a:pt x="25210" y="27193"/>
                  </a:lnTo>
                  <a:lnTo>
                    <a:pt x="24933" y="27378"/>
                  </a:lnTo>
                  <a:lnTo>
                    <a:pt x="24610" y="27539"/>
                  </a:lnTo>
                  <a:lnTo>
                    <a:pt x="24264" y="27655"/>
                  </a:lnTo>
                  <a:lnTo>
                    <a:pt x="23918" y="27747"/>
                  </a:lnTo>
                  <a:lnTo>
                    <a:pt x="23573" y="27793"/>
                  </a:lnTo>
                  <a:lnTo>
                    <a:pt x="23203" y="27816"/>
                  </a:lnTo>
                  <a:lnTo>
                    <a:pt x="21358" y="27816"/>
                  </a:lnTo>
                  <a:lnTo>
                    <a:pt x="21358" y="27816"/>
                  </a:lnTo>
                  <a:lnTo>
                    <a:pt x="21266" y="27516"/>
                  </a:lnTo>
                  <a:lnTo>
                    <a:pt x="21151" y="27217"/>
                  </a:lnTo>
                  <a:lnTo>
                    <a:pt x="21012" y="26917"/>
                  </a:lnTo>
                  <a:lnTo>
                    <a:pt x="20828" y="26663"/>
                  </a:lnTo>
                  <a:lnTo>
                    <a:pt x="20643" y="26409"/>
                  </a:lnTo>
                  <a:lnTo>
                    <a:pt x="20436" y="26156"/>
                  </a:lnTo>
                  <a:lnTo>
                    <a:pt x="20205" y="25925"/>
                  </a:lnTo>
                  <a:lnTo>
                    <a:pt x="19974" y="25740"/>
                  </a:lnTo>
                  <a:lnTo>
                    <a:pt x="19721" y="25556"/>
                  </a:lnTo>
                  <a:lnTo>
                    <a:pt x="19444" y="25394"/>
                  </a:lnTo>
                  <a:lnTo>
                    <a:pt x="19144" y="25233"/>
                  </a:lnTo>
                  <a:lnTo>
                    <a:pt x="18844" y="25118"/>
                  </a:lnTo>
                  <a:lnTo>
                    <a:pt x="18544" y="25025"/>
                  </a:lnTo>
                  <a:lnTo>
                    <a:pt x="18221" y="24956"/>
                  </a:lnTo>
                  <a:lnTo>
                    <a:pt x="17899" y="24910"/>
                  </a:lnTo>
                  <a:lnTo>
                    <a:pt x="17553" y="24910"/>
                  </a:lnTo>
                  <a:lnTo>
                    <a:pt x="16422" y="24910"/>
                  </a:lnTo>
                  <a:lnTo>
                    <a:pt x="16422" y="24910"/>
                  </a:lnTo>
                  <a:lnTo>
                    <a:pt x="16169" y="24910"/>
                  </a:lnTo>
                  <a:lnTo>
                    <a:pt x="15915" y="24956"/>
                  </a:lnTo>
                  <a:lnTo>
                    <a:pt x="15684" y="25025"/>
                  </a:lnTo>
                  <a:lnTo>
                    <a:pt x="15454" y="25095"/>
                  </a:lnTo>
                  <a:lnTo>
                    <a:pt x="15223" y="25210"/>
                  </a:lnTo>
                  <a:lnTo>
                    <a:pt x="15015" y="25325"/>
                  </a:lnTo>
                  <a:lnTo>
                    <a:pt x="14831" y="25464"/>
                  </a:lnTo>
                  <a:lnTo>
                    <a:pt x="14646" y="25625"/>
                  </a:lnTo>
                  <a:lnTo>
                    <a:pt x="14485" y="25810"/>
                  </a:lnTo>
                  <a:lnTo>
                    <a:pt x="14347" y="25994"/>
                  </a:lnTo>
                  <a:lnTo>
                    <a:pt x="14231" y="26202"/>
                  </a:lnTo>
                  <a:lnTo>
                    <a:pt x="14116" y="26432"/>
                  </a:lnTo>
                  <a:lnTo>
                    <a:pt x="14024" y="26663"/>
                  </a:lnTo>
                  <a:lnTo>
                    <a:pt x="13978" y="26894"/>
                  </a:lnTo>
                  <a:lnTo>
                    <a:pt x="13931" y="27147"/>
                  </a:lnTo>
                  <a:lnTo>
                    <a:pt x="13908" y="27401"/>
                  </a:lnTo>
                  <a:lnTo>
                    <a:pt x="13908" y="27401"/>
                  </a:lnTo>
                  <a:lnTo>
                    <a:pt x="13931" y="27655"/>
                  </a:lnTo>
                  <a:lnTo>
                    <a:pt x="13978" y="27908"/>
                  </a:lnTo>
                  <a:lnTo>
                    <a:pt x="14024" y="28139"/>
                  </a:lnTo>
                  <a:lnTo>
                    <a:pt x="14116" y="28370"/>
                  </a:lnTo>
                  <a:lnTo>
                    <a:pt x="14231" y="28577"/>
                  </a:lnTo>
                  <a:lnTo>
                    <a:pt x="14347" y="28785"/>
                  </a:lnTo>
                  <a:lnTo>
                    <a:pt x="14485" y="28992"/>
                  </a:lnTo>
                  <a:lnTo>
                    <a:pt x="14646" y="29154"/>
                  </a:lnTo>
                  <a:lnTo>
                    <a:pt x="14831" y="29315"/>
                  </a:lnTo>
                  <a:lnTo>
                    <a:pt x="15015" y="29477"/>
                  </a:lnTo>
                  <a:lnTo>
                    <a:pt x="15223" y="29592"/>
                  </a:lnTo>
                  <a:lnTo>
                    <a:pt x="15454" y="29707"/>
                  </a:lnTo>
                  <a:lnTo>
                    <a:pt x="15684" y="29777"/>
                  </a:lnTo>
                  <a:lnTo>
                    <a:pt x="15915" y="29846"/>
                  </a:lnTo>
                  <a:lnTo>
                    <a:pt x="16169" y="29892"/>
                  </a:lnTo>
                  <a:lnTo>
                    <a:pt x="16422" y="29892"/>
                  </a:lnTo>
                  <a:lnTo>
                    <a:pt x="23203" y="29892"/>
                  </a:lnTo>
                  <a:lnTo>
                    <a:pt x="23203" y="29892"/>
                  </a:lnTo>
                  <a:lnTo>
                    <a:pt x="23503" y="29892"/>
                  </a:lnTo>
                  <a:lnTo>
                    <a:pt x="23780" y="29869"/>
                  </a:lnTo>
                  <a:lnTo>
                    <a:pt x="24057" y="29823"/>
                  </a:lnTo>
                  <a:lnTo>
                    <a:pt x="24357" y="29777"/>
                  </a:lnTo>
                  <a:lnTo>
                    <a:pt x="24610" y="29707"/>
                  </a:lnTo>
                  <a:lnTo>
                    <a:pt x="24887" y="29638"/>
                  </a:lnTo>
                  <a:lnTo>
                    <a:pt x="25418" y="29454"/>
                  </a:lnTo>
                  <a:lnTo>
                    <a:pt x="25902" y="29200"/>
                  </a:lnTo>
                  <a:lnTo>
                    <a:pt x="26386" y="28923"/>
                  </a:lnTo>
                  <a:lnTo>
                    <a:pt x="26825" y="28600"/>
                  </a:lnTo>
                  <a:lnTo>
                    <a:pt x="27217" y="28231"/>
                  </a:lnTo>
                  <a:lnTo>
                    <a:pt x="27586" y="27816"/>
                  </a:lnTo>
                  <a:lnTo>
                    <a:pt x="27909" y="27378"/>
                  </a:lnTo>
                  <a:lnTo>
                    <a:pt x="28209" y="26917"/>
                  </a:lnTo>
                  <a:lnTo>
                    <a:pt x="28439" y="26409"/>
                  </a:lnTo>
                  <a:lnTo>
                    <a:pt x="28624" y="25902"/>
                  </a:lnTo>
                  <a:lnTo>
                    <a:pt x="28716" y="25625"/>
                  </a:lnTo>
                  <a:lnTo>
                    <a:pt x="28785" y="25348"/>
                  </a:lnTo>
                  <a:lnTo>
                    <a:pt x="28831" y="25072"/>
                  </a:lnTo>
                  <a:lnTo>
                    <a:pt x="28854" y="24795"/>
                  </a:lnTo>
                  <a:lnTo>
                    <a:pt x="28877" y="24495"/>
                  </a:lnTo>
                  <a:lnTo>
                    <a:pt x="28900" y="24195"/>
                  </a:lnTo>
                  <a:lnTo>
                    <a:pt x="28900" y="24195"/>
                  </a:lnTo>
                  <a:lnTo>
                    <a:pt x="28924" y="23964"/>
                  </a:lnTo>
                  <a:lnTo>
                    <a:pt x="28993" y="23734"/>
                  </a:lnTo>
                  <a:lnTo>
                    <a:pt x="29085" y="23549"/>
                  </a:lnTo>
                  <a:lnTo>
                    <a:pt x="29246" y="23365"/>
                  </a:lnTo>
                  <a:lnTo>
                    <a:pt x="29408" y="23226"/>
                  </a:lnTo>
                  <a:lnTo>
                    <a:pt x="29615" y="23111"/>
                  </a:lnTo>
                  <a:lnTo>
                    <a:pt x="29846" y="23042"/>
                  </a:lnTo>
                  <a:lnTo>
                    <a:pt x="30077" y="23019"/>
                  </a:lnTo>
                  <a:lnTo>
                    <a:pt x="30100" y="23019"/>
                  </a:lnTo>
                  <a:lnTo>
                    <a:pt x="30100" y="23019"/>
                  </a:lnTo>
                  <a:lnTo>
                    <a:pt x="30146" y="23296"/>
                  </a:lnTo>
                  <a:lnTo>
                    <a:pt x="30215" y="23572"/>
                  </a:lnTo>
                  <a:lnTo>
                    <a:pt x="30307" y="23826"/>
                  </a:lnTo>
                  <a:lnTo>
                    <a:pt x="30400" y="24080"/>
                  </a:lnTo>
                  <a:lnTo>
                    <a:pt x="30538" y="24310"/>
                  </a:lnTo>
                  <a:lnTo>
                    <a:pt x="30700" y="24541"/>
                  </a:lnTo>
                  <a:lnTo>
                    <a:pt x="30861" y="24749"/>
                  </a:lnTo>
                  <a:lnTo>
                    <a:pt x="31069" y="24933"/>
                  </a:lnTo>
                  <a:lnTo>
                    <a:pt x="31276" y="25095"/>
                  </a:lnTo>
                  <a:lnTo>
                    <a:pt x="31484" y="25256"/>
                  </a:lnTo>
                  <a:lnTo>
                    <a:pt x="31714" y="25394"/>
                  </a:lnTo>
                  <a:lnTo>
                    <a:pt x="31968" y="25510"/>
                  </a:lnTo>
                  <a:lnTo>
                    <a:pt x="32222" y="25602"/>
                  </a:lnTo>
                  <a:lnTo>
                    <a:pt x="32499" y="25648"/>
                  </a:lnTo>
                  <a:lnTo>
                    <a:pt x="32775" y="25694"/>
                  </a:lnTo>
                  <a:lnTo>
                    <a:pt x="33075" y="25717"/>
                  </a:lnTo>
                  <a:lnTo>
                    <a:pt x="33075" y="25717"/>
                  </a:lnTo>
                  <a:lnTo>
                    <a:pt x="33075" y="25717"/>
                  </a:lnTo>
                  <a:lnTo>
                    <a:pt x="33306" y="25694"/>
                  </a:lnTo>
                  <a:lnTo>
                    <a:pt x="33537" y="25671"/>
                  </a:lnTo>
                  <a:lnTo>
                    <a:pt x="33767" y="25602"/>
                  </a:lnTo>
                  <a:lnTo>
                    <a:pt x="33998" y="25533"/>
                  </a:lnTo>
                  <a:lnTo>
                    <a:pt x="34182" y="25417"/>
                  </a:lnTo>
                  <a:lnTo>
                    <a:pt x="34390" y="25302"/>
                  </a:lnTo>
                  <a:lnTo>
                    <a:pt x="34574" y="25164"/>
                  </a:lnTo>
                  <a:lnTo>
                    <a:pt x="34736" y="25025"/>
                  </a:lnTo>
                  <a:lnTo>
                    <a:pt x="34897" y="24864"/>
                  </a:lnTo>
                  <a:lnTo>
                    <a:pt x="35013" y="24679"/>
                  </a:lnTo>
                  <a:lnTo>
                    <a:pt x="35151" y="24472"/>
                  </a:lnTo>
                  <a:lnTo>
                    <a:pt x="35243" y="24264"/>
                  </a:lnTo>
                  <a:lnTo>
                    <a:pt x="35313" y="24057"/>
                  </a:lnTo>
                  <a:lnTo>
                    <a:pt x="35382" y="23826"/>
                  </a:lnTo>
                  <a:lnTo>
                    <a:pt x="35405" y="23595"/>
                  </a:lnTo>
                  <a:lnTo>
                    <a:pt x="35428" y="23365"/>
                  </a:lnTo>
                  <a:lnTo>
                    <a:pt x="35428" y="15777"/>
                  </a:lnTo>
                  <a:lnTo>
                    <a:pt x="35428" y="15777"/>
                  </a:lnTo>
                  <a:lnTo>
                    <a:pt x="35405" y="15546"/>
                  </a:lnTo>
                  <a:lnTo>
                    <a:pt x="35382" y="15315"/>
                  </a:lnTo>
                  <a:lnTo>
                    <a:pt x="35313" y="15085"/>
                  </a:lnTo>
                  <a:lnTo>
                    <a:pt x="35243" y="14877"/>
                  </a:lnTo>
                  <a:lnTo>
                    <a:pt x="35151" y="14669"/>
                  </a:lnTo>
                  <a:lnTo>
                    <a:pt x="35013" y="14462"/>
                  </a:lnTo>
                  <a:lnTo>
                    <a:pt x="34897" y="14277"/>
                  </a:lnTo>
                  <a:lnTo>
                    <a:pt x="34736" y="14116"/>
                  </a:lnTo>
                  <a:lnTo>
                    <a:pt x="34574" y="13978"/>
                  </a:lnTo>
                  <a:lnTo>
                    <a:pt x="34390" y="13839"/>
                  </a:lnTo>
                  <a:lnTo>
                    <a:pt x="34182" y="13724"/>
                  </a:lnTo>
                  <a:lnTo>
                    <a:pt x="33998" y="13608"/>
                  </a:lnTo>
                  <a:lnTo>
                    <a:pt x="33767" y="13539"/>
                  </a:lnTo>
                  <a:lnTo>
                    <a:pt x="33537" y="13470"/>
                  </a:lnTo>
                  <a:lnTo>
                    <a:pt x="33306" y="13447"/>
                  </a:lnTo>
                  <a:lnTo>
                    <a:pt x="33075" y="13424"/>
                  </a:lnTo>
                  <a:lnTo>
                    <a:pt x="33075" y="1342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5"/>
            <p:cNvSpPr/>
            <p:nvPr/>
          </p:nvSpPr>
          <p:spPr>
            <a:xfrm>
              <a:off x="5613375" y="29555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5"/>
            <p:cNvSpPr/>
            <p:nvPr/>
          </p:nvSpPr>
          <p:spPr>
            <a:xfrm>
              <a:off x="5026375" y="2860375"/>
              <a:ext cx="184525" cy="276800"/>
            </a:xfrm>
            <a:custGeom>
              <a:avLst/>
              <a:gdLst/>
              <a:ahLst/>
              <a:cxnLst/>
              <a:rect l="l" t="t" r="r" b="b"/>
              <a:pathLst>
                <a:path w="7381" h="11072" extrusionOk="0">
                  <a:moveTo>
                    <a:pt x="1038" y="0"/>
                  </a:moveTo>
                  <a:lnTo>
                    <a:pt x="831" y="23"/>
                  </a:lnTo>
                  <a:lnTo>
                    <a:pt x="623" y="93"/>
                  </a:lnTo>
                  <a:lnTo>
                    <a:pt x="462" y="185"/>
                  </a:lnTo>
                  <a:lnTo>
                    <a:pt x="300" y="300"/>
                  </a:lnTo>
                  <a:lnTo>
                    <a:pt x="185" y="462"/>
                  </a:lnTo>
                  <a:lnTo>
                    <a:pt x="69" y="646"/>
                  </a:lnTo>
                  <a:lnTo>
                    <a:pt x="23" y="831"/>
                  </a:lnTo>
                  <a:lnTo>
                    <a:pt x="0" y="1038"/>
                  </a:lnTo>
                  <a:lnTo>
                    <a:pt x="23" y="1246"/>
                  </a:lnTo>
                  <a:lnTo>
                    <a:pt x="69" y="1453"/>
                  </a:lnTo>
                  <a:lnTo>
                    <a:pt x="185" y="1615"/>
                  </a:lnTo>
                  <a:lnTo>
                    <a:pt x="300" y="1776"/>
                  </a:lnTo>
                  <a:lnTo>
                    <a:pt x="462" y="1915"/>
                  </a:lnTo>
                  <a:lnTo>
                    <a:pt x="623" y="2007"/>
                  </a:lnTo>
                  <a:lnTo>
                    <a:pt x="831" y="2053"/>
                  </a:lnTo>
                  <a:lnTo>
                    <a:pt x="1038" y="2076"/>
                  </a:lnTo>
                  <a:lnTo>
                    <a:pt x="3921" y="2076"/>
                  </a:lnTo>
                  <a:lnTo>
                    <a:pt x="4060" y="2099"/>
                  </a:lnTo>
                  <a:lnTo>
                    <a:pt x="4198" y="2099"/>
                  </a:lnTo>
                  <a:lnTo>
                    <a:pt x="4452" y="2191"/>
                  </a:lnTo>
                  <a:lnTo>
                    <a:pt x="4682" y="2330"/>
                  </a:lnTo>
                  <a:lnTo>
                    <a:pt x="4890" y="2491"/>
                  </a:lnTo>
                  <a:lnTo>
                    <a:pt x="5051" y="2699"/>
                  </a:lnTo>
                  <a:lnTo>
                    <a:pt x="5190" y="2930"/>
                  </a:lnTo>
                  <a:lnTo>
                    <a:pt x="5259" y="3183"/>
                  </a:lnTo>
                  <a:lnTo>
                    <a:pt x="5282" y="3322"/>
                  </a:lnTo>
                  <a:lnTo>
                    <a:pt x="5305" y="3460"/>
                  </a:lnTo>
                  <a:lnTo>
                    <a:pt x="5282" y="3598"/>
                  </a:lnTo>
                  <a:lnTo>
                    <a:pt x="5259" y="3737"/>
                  </a:lnTo>
                  <a:lnTo>
                    <a:pt x="5190" y="4014"/>
                  </a:lnTo>
                  <a:lnTo>
                    <a:pt x="5051" y="4244"/>
                  </a:lnTo>
                  <a:lnTo>
                    <a:pt x="4890" y="4452"/>
                  </a:lnTo>
                  <a:lnTo>
                    <a:pt x="4682" y="4613"/>
                  </a:lnTo>
                  <a:lnTo>
                    <a:pt x="4452" y="4729"/>
                  </a:lnTo>
                  <a:lnTo>
                    <a:pt x="4198" y="4821"/>
                  </a:lnTo>
                  <a:lnTo>
                    <a:pt x="4060" y="4844"/>
                  </a:lnTo>
                  <a:lnTo>
                    <a:pt x="3921" y="4844"/>
                  </a:lnTo>
                  <a:lnTo>
                    <a:pt x="3506" y="4867"/>
                  </a:lnTo>
                  <a:lnTo>
                    <a:pt x="3137" y="4936"/>
                  </a:lnTo>
                  <a:lnTo>
                    <a:pt x="2745" y="5028"/>
                  </a:lnTo>
                  <a:lnTo>
                    <a:pt x="2399" y="5167"/>
                  </a:lnTo>
                  <a:lnTo>
                    <a:pt x="2053" y="5328"/>
                  </a:lnTo>
                  <a:lnTo>
                    <a:pt x="1730" y="5513"/>
                  </a:lnTo>
                  <a:lnTo>
                    <a:pt x="1430" y="5743"/>
                  </a:lnTo>
                  <a:lnTo>
                    <a:pt x="1153" y="5997"/>
                  </a:lnTo>
                  <a:lnTo>
                    <a:pt x="900" y="6274"/>
                  </a:lnTo>
                  <a:lnTo>
                    <a:pt x="669" y="6574"/>
                  </a:lnTo>
                  <a:lnTo>
                    <a:pt x="462" y="6897"/>
                  </a:lnTo>
                  <a:lnTo>
                    <a:pt x="300" y="7243"/>
                  </a:lnTo>
                  <a:lnTo>
                    <a:pt x="185" y="7612"/>
                  </a:lnTo>
                  <a:lnTo>
                    <a:pt x="69" y="7981"/>
                  </a:lnTo>
                  <a:lnTo>
                    <a:pt x="23" y="8373"/>
                  </a:lnTo>
                  <a:lnTo>
                    <a:pt x="0" y="8765"/>
                  </a:lnTo>
                  <a:lnTo>
                    <a:pt x="0" y="8995"/>
                  </a:lnTo>
                  <a:lnTo>
                    <a:pt x="46" y="9226"/>
                  </a:lnTo>
                  <a:lnTo>
                    <a:pt x="92" y="9457"/>
                  </a:lnTo>
                  <a:lnTo>
                    <a:pt x="185" y="9664"/>
                  </a:lnTo>
                  <a:lnTo>
                    <a:pt x="277" y="9872"/>
                  </a:lnTo>
                  <a:lnTo>
                    <a:pt x="392" y="10056"/>
                  </a:lnTo>
                  <a:lnTo>
                    <a:pt x="531" y="10241"/>
                  </a:lnTo>
                  <a:lnTo>
                    <a:pt x="669" y="10402"/>
                  </a:lnTo>
                  <a:lnTo>
                    <a:pt x="831" y="10541"/>
                  </a:lnTo>
                  <a:lnTo>
                    <a:pt x="1015" y="10679"/>
                  </a:lnTo>
                  <a:lnTo>
                    <a:pt x="1200" y="10795"/>
                  </a:lnTo>
                  <a:lnTo>
                    <a:pt x="1407" y="10887"/>
                  </a:lnTo>
                  <a:lnTo>
                    <a:pt x="1615" y="10979"/>
                  </a:lnTo>
                  <a:lnTo>
                    <a:pt x="1845" y="11025"/>
                  </a:lnTo>
                  <a:lnTo>
                    <a:pt x="2076" y="11071"/>
                  </a:lnTo>
                  <a:lnTo>
                    <a:pt x="6343" y="11071"/>
                  </a:lnTo>
                  <a:lnTo>
                    <a:pt x="6551" y="11048"/>
                  </a:lnTo>
                  <a:lnTo>
                    <a:pt x="6735" y="11002"/>
                  </a:lnTo>
                  <a:lnTo>
                    <a:pt x="6920" y="10887"/>
                  </a:lnTo>
                  <a:lnTo>
                    <a:pt x="7081" y="10771"/>
                  </a:lnTo>
                  <a:lnTo>
                    <a:pt x="7196" y="10610"/>
                  </a:lnTo>
                  <a:lnTo>
                    <a:pt x="7289" y="10449"/>
                  </a:lnTo>
                  <a:lnTo>
                    <a:pt x="7358" y="10241"/>
                  </a:lnTo>
                  <a:lnTo>
                    <a:pt x="7381" y="10033"/>
                  </a:lnTo>
                  <a:lnTo>
                    <a:pt x="7358" y="9826"/>
                  </a:lnTo>
                  <a:lnTo>
                    <a:pt x="7289" y="9641"/>
                  </a:lnTo>
                  <a:lnTo>
                    <a:pt x="7196" y="9457"/>
                  </a:lnTo>
                  <a:lnTo>
                    <a:pt x="7081" y="9295"/>
                  </a:lnTo>
                  <a:lnTo>
                    <a:pt x="6920" y="9180"/>
                  </a:lnTo>
                  <a:lnTo>
                    <a:pt x="6735" y="9088"/>
                  </a:lnTo>
                  <a:lnTo>
                    <a:pt x="6551" y="9019"/>
                  </a:lnTo>
                  <a:lnTo>
                    <a:pt x="6343" y="8995"/>
                  </a:lnTo>
                  <a:lnTo>
                    <a:pt x="2307" y="8995"/>
                  </a:lnTo>
                  <a:lnTo>
                    <a:pt x="2214" y="8972"/>
                  </a:lnTo>
                  <a:lnTo>
                    <a:pt x="2145" y="8926"/>
                  </a:lnTo>
                  <a:lnTo>
                    <a:pt x="2099" y="8857"/>
                  </a:lnTo>
                  <a:lnTo>
                    <a:pt x="2076" y="8765"/>
                  </a:lnTo>
                  <a:lnTo>
                    <a:pt x="2076" y="8580"/>
                  </a:lnTo>
                  <a:lnTo>
                    <a:pt x="2122" y="8396"/>
                  </a:lnTo>
                  <a:lnTo>
                    <a:pt x="2168" y="8211"/>
                  </a:lnTo>
                  <a:lnTo>
                    <a:pt x="2214" y="8050"/>
                  </a:lnTo>
                  <a:lnTo>
                    <a:pt x="2307" y="7888"/>
                  </a:lnTo>
                  <a:lnTo>
                    <a:pt x="2399" y="7727"/>
                  </a:lnTo>
                  <a:lnTo>
                    <a:pt x="2491" y="7589"/>
                  </a:lnTo>
                  <a:lnTo>
                    <a:pt x="2607" y="7473"/>
                  </a:lnTo>
                  <a:lnTo>
                    <a:pt x="2745" y="7335"/>
                  </a:lnTo>
                  <a:lnTo>
                    <a:pt x="2883" y="7243"/>
                  </a:lnTo>
                  <a:lnTo>
                    <a:pt x="3045" y="7150"/>
                  </a:lnTo>
                  <a:lnTo>
                    <a:pt x="3206" y="7058"/>
                  </a:lnTo>
                  <a:lnTo>
                    <a:pt x="3368" y="7012"/>
                  </a:lnTo>
                  <a:lnTo>
                    <a:pt x="3552" y="6966"/>
                  </a:lnTo>
                  <a:lnTo>
                    <a:pt x="3737" y="6943"/>
                  </a:lnTo>
                  <a:lnTo>
                    <a:pt x="3921" y="6920"/>
                  </a:lnTo>
                  <a:lnTo>
                    <a:pt x="4267" y="6897"/>
                  </a:lnTo>
                  <a:lnTo>
                    <a:pt x="4613" y="6850"/>
                  </a:lnTo>
                  <a:lnTo>
                    <a:pt x="4936" y="6758"/>
                  </a:lnTo>
                  <a:lnTo>
                    <a:pt x="5259" y="6643"/>
                  </a:lnTo>
                  <a:lnTo>
                    <a:pt x="5559" y="6505"/>
                  </a:lnTo>
                  <a:lnTo>
                    <a:pt x="5859" y="6343"/>
                  </a:lnTo>
                  <a:lnTo>
                    <a:pt x="6112" y="6135"/>
                  </a:lnTo>
                  <a:lnTo>
                    <a:pt x="6366" y="5905"/>
                  </a:lnTo>
                  <a:lnTo>
                    <a:pt x="6574" y="5674"/>
                  </a:lnTo>
                  <a:lnTo>
                    <a:pt x="6781" y="5397"/>
                  </a:lnTo>
                  <a:lnTo>
                    <a:pt x="6966" y="5121"/>
                  </a:lnTo>
                  <a:lnTo>
                    <a:pt x="7104" y="4821"/>
                  </a:lnTo>
                  <a:lnTo>
                    <a:pt x="7220" y="4498"/>
                  </a:lnTo>
                  <a:lnTo>
                    <a:pt x="7312" y="4152"/>
                  </a:lnTo>
                  <a:lnTo>
                    <a:pt x="7358" y="3829"/>
                  </a:lnTo>
                  <a:lnTo>
                    <a:pt x="7381" y="3460"/>
                  </a:lnTo>
                  <a:lnTo>
                    <a:pt x="7358" y="3114"/>
                  </a:lnTo>
                  <a:lnTo>
                    <a:pt x="7312" y="2768"/>
                  </a:lnTo>
                  <a:lnTo>
                    <a:pt x="7220" y="2445"/>
                  </a:lnTo>
                  <a:lnTo>
                    <a:pt x="7104" y="2122"/>
                  </a:lnTo>
                  <a:lnTo>
                    <a:pt x="6966" y="1822"/>
                  </a:lnTo>
                  <a:lnTo>
                    <a:pt x="6781" y="1523"/>
                  </a:lnTo>
                  <a:lnTo>
                    <a:pt x="6574" y="1269"/>
                  </a:lnTo>
                  <a:lnTo>
                    <a:pt x="6366" y="1015"/>
                  </a:lnTo>
                  <a:lnTo>
                    <a:pt x="6112" y="808"/>
                  </a:lnTo>
                  <a:lnTo>
                    <a:pt x="5859" y="600"/>
                  </a:lnTo>
                  <a:lnTo>
                    <a:pt x="5559" y="415"/>
                  </a:lnTo>
                  <a:lnTo>
                    <a:pt x="5259" y="277"/>
                  </a:lnTo>
                  <a:lnTo>
                    <a:pt x="4936" y="162"/>
                  </a:lnTo>
                  <a:lnTo>
                    <a:pt x="4613" y="70"/>
                  </a:lnTo>
                  <a:lnTo>
                    <a:pt x="4267" y="23"/>
                  </a:lnTo>
                  <a:lnTo>
                    <a:pt x="39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5"/>
            <p:cNvSpPr/>
            <p:nvPr/>
          </p:nvSpPr>
          <p:spPr>
            <a:xfrm>
              <a:off x="5026375" y="2860375"/>
              <a:ext cx="184525" cy="276800"/>
            </a:xfrm>
            <a:custGeom>
              <a:avLst/>
              <a:gdLst/>
              <a:ahLst/>
              <a:cxnLst/>
              <a:rect l="l" t="t" r="r" b="b"/>
              <a:pathLst>
                <a:path w="7381" h="11072" fill="none" extrusionOk="0">
                  <a:moveTo>
                    <a:pt x="7381" y="10033"/>
                  </a:moveTo>
                  <a:lnTo>
                    <a:pt x="7381" y="10033"/>
                  </a:lnTo>
                  <a:lnTo>
                    <a:pt x="7358" y="9826"/>
                  </a:lnTo>
                  <a:lnTo>
                    <a:pt x="7289" y="9641"/>
                  </a:lnTo>
                  <a:lnTo>
                    <a:pt x="7196" y="9457"/>
                  </a:lnTo>
                  <a:lnTo>
                    <a:pt x="7081" y="9295"/>
                  </a:lnTo>
                  <a:lnTo>
                    <a:pt x="6920" y="9180"/>
                  </a:lnTo>
                  <a:lnTo>
                    <a:pt x="6735" y="9088"/>
                  </a:lnTo>
                  <a:lnTo>
                    <a:pt x="6551" y="9019"/>
                  </a:lnTo>
                  <a:lnTo>
                    <a:pt x="6343" y="8995"/>
                  </a:lnTo>
                  <a:lnTo>
                    <a:pt x="2307" y="8995"/>
                  </a:lnTo>
                  <a:lnTo>
                    <a:pt x="2307" y="8995"/>
                  </a:lnTo>
                  <a:lnTo>
                    <a:pt x="2214" y="8972"/>
                  </a:lnTo>
                  <a:lnTo>
                    <a:pt x="2145" y="8926"/>
                  </a:lnTo>
                  <a:lnTo>
                    <a:pt x="2099" y="8857"/>
                  </a:lnTo>
                  <a:lnTo>
                    <a:pt x="2076" y="8765"/>
                  </a:lnTo>
                  <a:lnTo>
                    <a:pt x="2076" y="8765"/>
                  </a:lnTo>
                  <a:lnTo>
                    <a:pt x="2076" y="8580"/>
                  </a:lnTo>
                  <a:lnTo>
                    <a:pt x="2122" y="8396"/>
                  </a:lnTo>
                  <a:lnTo>
                    <a:pt x="2168" y="8211"/>
                  </a:lnTo>
                  <a:lnTo>
                    <a:pt x="2214" y="8050"/>
                  </a:lnTo>
                  <a:lnTo>
                    <a:pt x="2307" y="7888"/>
                  </a:lnTo>
                  <a:lnTo>
                    <a:pt x="2399" y="7727"/>
                  </a:lnTo>
                  <a:lnTo>
                    <a:pt x="2491" y="7589"/>
                  </a:lnTo>
                  <a:lnTo>
                    <a:pt x="2607" y="7473"/>
                  </a:lnTo>
                  <a:lnTo>
                    <a:pt x="2745" y="7335"/>
                  </a:lnTo>
                  <a:lnTo>
                    <a:pt x="2883" y="7243"/>
                  </a:lnTo>
                  <a:lnTo>
                    <a:pt x="3045" y="7150"/>
                  </a:lnTo>
                  <a:lnTo>
                    <a:pt x="3206" y="7058"/>
                  </a:lnTo>
                  <a:lnTo>
                    <a:pt x="3368" y="7012"/>
                  </a:lnTo>
                  <a:lnTo>
                    <a:pt x="3552" y="6966"/>
                  </a:lnTo>
                  <a:lnTo>
                    <a:pt x="3737" y="6943"/>
                  </a:lnTo>
                  <a:lnTo>
                    <a:pt x="3921" y="6920"/>
                  </a:lnTo>
                  <a:lnTo>
                    <a:pt x="3921" y="6920"/>
                  </a:lnTo>
                  <a:lnTo>
                    <a:pt x="4267" y="6897"/>
                  </a:lnTo>
                  <a:lnTo>
                    <a:pt x="4613" y="6850"/>
                  </a:lnTo>
                  <a:lnTo>
                    <a:pt x="4936" y="6758"/>
                  </a:lnTo>
                  <a:lnTo>
                    <a:pt x="5259" y="6643"/>
                  </a:lnTo>
                  <a:lnTo>
                    <a:pt x="5559" y="6505"/>
                  </a:lnTo>
                  <a:lnTo>
                    <a:pt x="5859" y="6343"/>
                  </a:lnTo>
                  <a:lnTo>
                    <a:pt x="6112" y="6135"/>
                  </a:lnTo>
                  <a:lnTo>
                    <a:pt x="6366" y="5905"/>
                  </a:lnTo>
                  <a:lnTo>
                    <a:pt x="6574" y="5674"/>
                  </a:lnTo>
                  <a:lnTo>
                    <a:pt x="6781" y="5397"/>
                  </a:lnTo>
                  <a:lnTo>
                    <a:pt x="6966" y="5121"/>
                  </a:lnTo>
                  <a:lnTo>
                    <a:pt x="7104" y="4821"/>
                  </a:lnTo>
                  <a:lnTo>
                    <a:pt x="7220" y="4498"/>
                  </a:lnTo>
                  <a:lnTo>
                    <a:pt x="7312" y="4152"/>
                  </a:lnTo>
                  <a:lnTo>
                    <a:pt x="7358" y="3829"/>
                  </a:lnTo>
                  <a:lnTo>
                    <a:pt x="7381" y="3460"/>
                  </a:lnTo>
                  <a:lnTo>
                    <a:pt x="7381" y="3460"/>
                  </a:lnTo>
                  <a:lnTo>
                    <a:pt x="7358" y="3114"/>
                  </a:lnTo>
                  <a:lnTo>
                    <a:pt x="7312" y="2768"/>
                  </a:lnTo>
                  <a:lnTo>
                    <a:pt x="7220" y="2445"/>
                  </a:lnTo>
                  <a:lnTo>
                    <a:pt x="7104" y="2122"/>
                  </a:lnTo>
                  <a:lnTo>
                    <a:pt x="6966" y="1822"/>
                  </a:lnTo>
                  <a:lnTo>
                    <a:pt x="6781" y="1523"/>
                  </a:lnTo>
                  <a:lnTo>
                    <a:pt x="6574" y="1269"/>
                  </a:lnTo>
                  <a:lnTo>
                    <a:pt x="6366" y="1015"/>
                  </a:lnTo>
                  <a:lnTo>
                    <a:pt x="6112" y="808"/>
                  </a:lnTo>
                  <a:lnTo>
                    <a:pt x="5859" y="600"/>
                  </a:lnTo>
                  <a:lnTo>
                    <a:pt x="5559" y="415"/>
                  </a:lnTo>
                  <a:lnTo>
                    <a:pt x="5259" y="277"/>
                  </a:lnTo>
                  <a:lnTo>
                    <a:pt x="4936" y="162"/>
                  </a:lnTo>
                  <a:lnTo>
                    <a:pt x="4613" y="70"/>
                  </a:lnTo>
                  <a:lnTo>
                    <a:pt x="4267" y="23"/>
                  </a:lnTo>
                  <a:lnTo>
                    <a:pt x="3921" y="0"/>
                  </a:lnTo>
                  <a:lnTo>
                    <a:pt x="1038" y="0"/>
                  </a:lnTo>
                  <a:lnTo>
                    <a:pt x="1038" y="0"/>
                  </a:lnTo>
                  <a:lnTo>
                    <a:pt x="831" y="23"/>
                  </a:lnTo>
                  <a:lnTo>
                    <a:pt x="623" y="93"/>
                  </a:lnTo>
                  <a:lnTo>
                    <a:pt x="462" y="185"/>
                  </a:lnTo>
                  <a:lnTo>
                    <a:pt x="300" y="300"/>
                  </a:lnTo>
                  <a:lnTo>
                    <a:pt x="185" y="462"/>
                  </a:lnTo>
                  <a:lnTo>
                    <a:pt x="69" y="646"/>
                  </a:lnTo>
                  <a:lnTo>
                    <a:pt x="23" y="831"/>
                  </a:lnTo>
                  <a:lnTo>
                    <a:pt x="0" y="1038"/>
                  </a:lnTo>
                  <a:lnTo>
                    <a:pt x="0" y="1038"/>
                  </a:lnTo>
                  <a:lnTo>
                    <a:pt x="23" y="1246"/>
                  </a:lnTo>
                  <a:lnTo>
                    <a:pt x="69" y="1453"/>
                  </a:lnTo>
                  <a:lnTo>
                    <a:pt x="185" y="1615"/>
                  </a:lnTo>
                  <a:lnTo>
                    <a:pt x="300" y="1776"/>
                  </a:lnTo>
                  <a:lnTo>
                    <a:pt x="462" y="1915"/>
                  </a:lnTo>
                  <a:lnTo>
                    <a:pt x="623" y="2007"/>
                  </a:lnTo>
                  <a:lnTo>
                    <a:pt x="831" y="2053"/>
                  </a:lnTo>
                  <a:lnTo>
                    <a:pt x="1038" y="2076"/>
                  </a:lnTo>
                  <a:lnTo>
                    <a:pt x="3921" y="2076"/>
                  </a:lnTo>
                  <a:lnTo>
                    <a:pt x="3921" y="2076"/>
                  </a:lnTo>
                  <a:lnTo>
                    <a:pt x="4060" y="2099"/>
                  </a:lnTo>
                  <a:lnTo>
                    <a:pt x="4198" y="2099"/>
                  </a:lnTo>
                  <a:lnTo>
                    <a:pt x="4452" y="2191"/>
                  </a:lnTo>
                  <a:lnTo>
                    <a:pt x="4682" y="2330"/>
                  </a:lnTo>
                  <a:lnTo>
                    <a:pt x="4890" y="2491"/>
                  </a:lnTo>
                  <a:lnTo>
                    <a:pt x="5051" y="2699"/>
                  </a:lnTo>
                  <a:lnTo>
                    <a:pt x="5190" y="2930"/>
                  </a:lnTo>
                  <a:lnTo>
                    <a:pt x="5259" y="3183"/>
                  </a:lnTo>
                  <a:lnTo>
                    <a:pt x="5282" y="3322"/>
                  </a:lnTo>
                  <a:lnTo>
                    <a:pt x="5305" y="3460"/>
                  </a:lnTo>
                  <a:lnTo>
                    <a:pt x="5305" y="3460"/>
                  </a:lnTo>
                  <a:lnTo>
                    <a:pt x="5282" y="3598"/>
                  </a:lnTo>
                  <a:lnTo>
                    <a:pt x="5259" y="3737"/>
                  </a:lnTo>
                  <a:lnTo>
                    <a:pt x="5190" y="4014"/>
                  </a:lnTo>
                  <a:lnTo>
                    <a:pt x="5051" y="4244"/>
                  </a:lnTo>
                  <a:lnTo>
                    <a:pt x="4890" y="4452"/>
                  </a:lnTo>
                  <a:lnTo>
                    <a:pt x="4682" y="4613"/>
                  </a:lnTo>
                  <a:lnTo>
                    <a:pt x="4452" y="4729"/>
                  </a:lnTo>
                  <a:lnTo>
                    <a:pt x="4198" y="4821"/>
                  </a:lnTo>
                  <a:lnTo>
                    <a:pt x="4060" y="4844"/>
                  </a:lnTo>
                  <a:lnTo>
                    <a:pt x="3921" y="4844"/>
                  </a:lnTo>
                  <a:lnTo>
                    <a:pt x="3921" y="4844"/>
                  </a:lnTo>
                  <a:lnTo>
                    <a:pt x="3506" y="4867"/>
                  </a:lnTo>
                  <a:lnTo>
                    <a:pt x="3137" y="4936"/>
                  </a:lnTo>
                  <a:lnTo>
                    <a:pt x="2745" y="5028"/>
                  </a:lnTo>
                  <a:lnTo>
                    <a:pt x="2399" y="5167"/>
                  </a:lnTo>
                  <a:lnTo>
                    <a:pt x="2053" y="5328"/>
                  </a:lnTo>
                  <a:lnTo>
                    <a:pt x="1730" y="5513"/>
                  </a:lnTo>
                  <a:lnTo>
                    <a:pt x="1430" y="5743"/>
                  </a:lnTo>
                  <a:lnTo>
                    <a:pt x="1153" y="5997"/>
                  </a:lnTo>
                  <a:lnTo>
                    <a:pt x="900" y="6274"/>
                  </a:lnTo>
                  <a:lnTo>
                    <a:pt x="669" y="6574"/>
                  </a:lnTo>
                  <a:lnTo>
                    <a:pt x="462" y="6897"/>
                  </a:lnTo>
                  <a:lnTo>
                    <a:pt x="300" y="7243"/>
                  </a:lnTo>
                  <a:lnTo>
                    <a:pt x="185" y="7612"/>
                  </a:lnTo>
                  <a:lnTo>
                    <a:pt x="69" y="7981"/>
                  </a:lnTo>
                  <a:lnTo>
                    <a:pt x="23" y="8373"/>
                  </a:lnTo>
                  <a:lnTo>
                    <a:pt x="0" y="8765"/>
                  </a:lnTo>
                  <a:lnTo>
                    <a:pt x="0" y="8765"/>
                  </a:lnTo>
                  <a:lnTo>
                    <a:pt x="0" y="8995"/>
                  </a:lnTo>
                  <a:lnTo>
                    <a:pt x="46" y="9226"/>
                  </a:lnTo>
                  <a:lnTo>
                    <a:pt x="92" y="9457"/>
                  </a:lnTo>
                  <a:lnTo>
                    <a:pt x="185" y="9664"/>
                  </a:lnTo>
                  <a:lnTo>
                    <a:pt x="277" y="9872"/>
                  </a:lnTo>
                  <a:lnTo>
                    <a:pt x="392" y="10056"/>
                  </a:lnTo>
                  <a:lnTo>
                    <a:pt x="531" y="10241"/>
                  </a:lnTo>
                  <a:lnTo>
                    <a:pt x="669" y="10402"/>
                  </a:lnTo>
                  <a:lnTo>
                    <a:pt x="831" y="10541"/>
                  </a:lnTo>
                  <a:lnTo>
                    <a:pt x="1015" y="10679"/>
                  </a:lnTo>
                  <a:lnTo>
                    <a:pt x="1200" y="10795"/>
                  </a:lnTo>
                  <a:lnTo>
                    <a:pt x="1407" y="10887"/>
                  </a:lnTo>
                  <a:lnTo>
                    <a:pt x="1615" y="10979"/>
                  </a:lnTo>
                  <a:lnTo>
                    <a:pt x="1845" y="11025"/>
                  </a:lnTo>
                  <a:lnTo>
                    <a:pt x="2076" y="11071"/>
                  </a:lnTo>
                  <a:lnTo>
                    <a:pt x="2307" y="11071"/>
                  </a:lnTo>
                  <a:lnTo>
                    <a:pt x="6343" y="11071"/>
                  </a:lnTo>
                  <a:lnTo>
                    <a:pt x="6343" y="11071"/>
                  </a:lnTo>
                  <a:lnTo>
                    <a:pt x="6551" y="11048"/>
                  </a:lnTo>
                  <a:lnTo>
                    <a:pt x="6735" y="11002"/>
                  </a:lnTo>
                  <a:lnTo>
                    <a:pt x="6920" y="10887"/>
                  </a:lnTo>
                  <a:lnTo>
                    <a:pt x="7081" y="10771"/>
                  </a:lnTo>
                  <a:lnTo>
                    <a:pt x="7196" y="10610"/>
                  </a:lnTo>
                  <a:lnTo>
                    <a:pt x="7289" y="10449"/>
                  </a:lnTo>
                  <a:lnTo>
                    <a:pt x="7358" y="10241"/>
                  </a:lnTo>
                  <a:lnTo>
                    <a:pt x="7381" y="10033"/>
                  </a:lnTo>
                  <a:lnTo>
                    <a:pt x="7381" y="10033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5"/>
            <p:cNvSpPr/>
            <p:nvPr/>
          </p:nvSpPr>
          <p:spPr>
            <a:xfrm>
              <a:off x="5210875" y="31112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5"/>
            <p:cNvSpPr/>
            <p:nvPr/>
          </p:nvSpPr>
          <p:spPr>
            <a:xfrm>
              <a:off x="5247800" y="2860375"/>
              <a:ext cx="184525" cy="276800"/>
            </a:xfrm>
            <a:custGeom>
              <a:avLst/>
              <a:gdLst/>
              <a:ahLst/>
              <a:cxnLst/>
              <a:rect l="l" t="t" r="r" b="b"/>
              <a:pathLst>
                <a:path w="7381" h="11072" extrusionOk="0">
                  <a:moveTo>
                    <a:pt x="1038" y="0"/>
                  </a:moveTo>
                  <a:lnTo>
                    <a:pt x="830" y="23"/>
                  </a:lnTo>
                  <a:lnTo>
                    <a:pt x="646" y="93"/>
                  </a:lnTo>
                  <a:lnTo>
                    <a:pt x="461" y="185"/>
                  </a:lnTo>
                  <a:lnTo>
                    <a:pt x="300" y="300"/>
                  </a:lnTo>
                  <a:lnTo>
                    <a:pt x="185" y="462"/>
                  </a:lnTo>
                  <a:lnTo>
                    <a:pt x="92" y="646"/>
                  </a:lnTo>
                  <a:lnTo>
                    <a:pt x="23" y="831"/>
                  </a:lnTo>
                  <a:lnTo>
                    <a:pt x="0" y="1038"/>
                  </a:lnTo>
                  <a:lnTo>
                    <a:pt x="0" y="3783"/>
                  </a:lnTo>
                  <a:lnTo>
                    <a:pt x="23" y="4083"/>
                  </a:lnTo>
                  <a:lnTo>
                    <a:pt x="69" y="4360"/>
                  </a:lnTo>
                  <a:lnTo>
                    <a:pt x="139" y="4613"/>
                  </a:lnTo>
                  <a:lnTo>
                    <a:pt x="231" y="4867"/>
                  </a:lnTo>
                  <a:lnTo>
                    <a:pt x="346" y="5121"/>
                  </a:lnTo>
                  <a:lnTo>
                    <a:pt x="484" y="5351"/>
                  </a:lnTo>
                  <a:lnTo>
                    <a:pt x="646" y="5559"/>
                  </a:lnTo>
                  <a:lnTo>
                    <a:pt x="830" y="5766"/>
                  </a:lnTo>
                  <a:lnTo>
                    <a:pt x="1015" y="5951"/>
                  </a:lnTo>
                  <a:lnTo>
                    <a:pt x="1223" y="6089"/>
                  </a:lnTo>
                  <a:lnTo>
                    <a:pt x="1453" y="6251"/>
                  </a:lnTo>
                  <a:lnTo>
                    <a:pt x="1707" y="6366"/>
                  </a:lnTo>
                  <a:lnTo>
                    <a:pt x="1961" y="6458"/>
                  </a:lnTo>
                  <a:lnTo>
                    <a:pt x="2237" y="6528"/>
                  </a:lnTo>
                  <a:lnTo>
                    <a:pt x="2514" y="6574"/>
                  </a:lnTo>
                  <a:lnTo>
                    <a:pt x="5305" y="6574"/>
                  </a:lnTo>
                  <a:lnTo>
                    <a:pt x="5305" y="10033"/>
                  </a:lnTo>
                  <a:lnTo>
                    <a:pt x="5328" y="10241"/>
                  </a:lnTo>
                  <a:lnTo>
                    <a:pt x="5374" y="10449"/>
                  </a:lnTo>
                  <a:lnTo>
                    <a:pt x="5490" y="10610"/>
                  </a:lnTo>
                  <a:lnTo>
                    <a:pt x="5605" y="10771"/>
                  </a:lnTo>
                  <a:lnTo>
                    <a:pt x="5766" y="10887"/>
                  </a:lnTo>
                  <a:lnTo>
                    <a:pt x="5928" y="11002"/>
                  </a:lnTo>
                  <a:lnTo>
                    <a:pt x="6135" y="11048"/>
                  </a:lnTo>
                  <a:lnTo>
                    <a:pt x="6343" y="11071"/>
                  </a:lnTo>
                  <a:lnTo>
                    <a:pt x="6551" y="11048"/>
                  </a:lnTo>
                  <a:lnTo>
                    <a:pt x="6735" y="11002"/>
                  </a:lnTo>
                  <a:lnTo>
                    <a:pt x="6920" y="10887"/>
                  </a:lnTo>
                  <a:lnTo>
                    <a:pt x="7081" y="10771"/>
                  </a:lnTo>
                  <a:lnTo>
                    <a:pt x="7196" y="10610"/>
                  </a:lnTo>
                  <a:lnTo>
                    <a:pt x="7289" y="10449"/>
                  </a:lnTo>
                  <a:lnTo>
                    <a:pt x="7358" y="10241"/>
                  </a:lnTo>
                  <a:lnTo>
                    <a:pt x="7381" y="10033"/>
                  </a:lnTo>
                  <a:lnTo>
                    <a:pt x="7381" y="1038"/>
                  </a:lnTo>
                  <a:lnTo>
                    <a:pt x="7358" y="831"/>
                  </a:lnTo>
                  <a:lnTo>
                    <a:pt x="7289" y="646"/>
                  </a:lnTo>
                  <a:lnTo>
                    <a:pt x="7196" y="462"/>
                  </a:lnTo>
                  <a:lnTo>
                    <a:pt x="7081" y="300"/>
                  </a:lnTo>
                  <a:lnTo>
                    <a:pt x="6920" y="185"/>
                  </a:lnTo>
                  <a:lnTo>
                    <a:pt x="6735" y="93"/>
                  </a:lnTo>
                  <a:lnTo>
                    <a:pt x="6551" y="23"/>
                  </a:lnTo>
                  <a:lnTo>
                    <a:pt x="6343" y="0"/>
                  </a:lnTo>
                  <a:lnTo>
                    <a:pt x="6135" y="23"/>
                  </a:lnTo>
                  <a:lnTo>
                    <a:pt x="5928" y="93"/>
                  </a:lnTo>
                  <a:lnTo>
                    <a:pt x="5766" y="185"/>
                  </a:lnTo>
                  <a:lnTo>
                    <a:pt x="5605" y="300"/>
                  </a:lnTo>
                  <a:lnTo>
                    <a:pt x="5490" y="462"/>
                  </a:lnTo>
                  <a:lnTo>
                    <a:pt x="5374" y="646"/>
                  </a:lnTo>
                  <a:lnTo>
                    <a:pt x="5328" y="831"/>
                  </a:lnTo>
                  <a:lnTo>
                    <a:pt x="5305" y="1038"/>
                  </a:lnTo>
                  <a:lnTo>
                    <a:pt x="5305" y="4498"/>
                  </a:lnTo>
                  <a:lnTo>
                    <a:pt x="2653" y="4498"/>
                  </a:lnTo>
                  <a:lnTo>
                    <a:pt x="2514" y="4452"/>
                  </a:lnTo>
                  <a:lnTo>
                    <a:pt x="2399" y="4383"/>
                  </a:lnTo>
                  <a:lnTo>
                    <a:pt x="2284" y="4290"/>
                  </a:lnTo>
                  <a:lnTo>
                    <a:pt x="2191" y="4198"/>
                  </a:lnTo>
                  <a:lnTo>
                    <a:pt x="2145" y="4060"/>
                  </a:lnTo>
                  <a:lnTo>
                    <a:pt x="2099" y="3944"/>
                  </a:lnTo>
                  <a:lnTo>
                    <a:pt x="2076" y="3783"/>
                  </a:lnTo>
                  <a:lnTo>
                    <a:pt x="2076" y="1038"/>
                  </a:lnTo>
                  <a:lnTo>
                    <a:pt x="2053" y="831"/>
                  </a:lnTo>
                  <a:lnTo>
                    <a:pt x="2007" y="646"/>
                  </a:lnTo>
                  <a:lnTo>
                    <a:pt x="1891" y="462"/>
                  </a:lnTo>
                  <a:lnTo>
                    <a:pt x="1776" y="300"/>
                  </a:lnTo>
                  <a:lnTo>
                    <a:pt x="1615" y="185"/>
                  </a:lnTo>
                  <a:lnTo>
                    <a:pt x="1453" y="93"/>
                  </a:lnTo>
                  <a:lnTo>
                    <a:pt x="1246" y="23"/>
                  </a:lnTo>
                  <a:lnTo>
                    <a:pt x="10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5"/>
            <p:cNvSpPr/>
            <p:nvPr/>
          </p:nvSpPr>
          <p:spPr>
            <a:xfrm>
              <a:off x="5247800" y="2860375"/>
              <a:ext cx="184525" cy="276800"/>
            </a:xfrm>
            <a:custGeom>
              <a:avLst/>
              <a:gdLst/>
              <a:ahLst/>
              <a:cxnLst/>
              <a:rect l="l" t="t" r="r" b="b"/>
              <a:pathLst>
                <a:path w="7381" h="11072" fill="none" extrusionOk="0">
                  <a:moveTo>
                    <a:pt x="1038" y="0"/>
                  </a:moveTo>
                  <a:lnTo>
                    <a:pt x="1038" y="0"/>
                  </a:lnTo>
                  <a:lnTo>
                    <a:pt x="830" y="23"/>
                  </a:lnTo>
                  <a:lnTo>
                    <a:pt x="646" y="93"/>
                  </a:lnTo>
                  <a:lnTo>
                    <a:pt x="461" y="185"/>
                  </a:lnTo>
                  <a:lnTo>
                    <a:pt x="300" y="300"/>
                  </a:lnTo>
                  <a:lnTo>
                    <a:pt x="185" y="462"/>
                  </a:lnTo>
                  <a:lnTo>
                    <a:pt x="92" y="646"/>
                  </a:lnTo>
                  <a:lnTo>
                    <a:pt x="23" y="831"/>
                  </a:lnTo>
                  <a:lnTo>
                    <a:pt x="0" y="1038"/>
                  </a:lnTo>
                  <a:lnTo>
                    <a:pt x="0" y="3783"/>
                  </a:lnTo>
                  <a:lnTo>
                    <a:pt x="0" y="3783"/>
                  </a:lnTo>
                  <a:lnTo>
                    <a:pt x="23" y="4083"/>
                  </a:lnTo>
                  <a:lnTo>
                    <a:pt x="69" y="4360"/>
                  </a:lnTo>
                  <a:lnTo>
                    <a:pt x="139" y="4613"/>
                  </a:lnTo>
                  <a:lnTo>
                    <a:pt x="231" y="4867"/>
                  </a:lnTo>
                  <a:lnTo>
                    <a:pt x="346" y="5121"/>
                  </a:lnTo>
                  <a:lnTo>
                    <a:pt x="484" y="5351"/>
                  </a:lnTo>
                  <a:lnTo>
                    <a:pt x="646" y="5559"/>
                  </a:lnTo>
                  <a:lnTo>
                    <a:pt x="830" y="5766"/>
                  </a:lnTo>
                  <a:lnTo>
                    <a:pt x="1015" y="5951"/>
                  </a:lnTo>
                  <a:lnTo>
                    <a:pt x="1223" y="6089"/>
                  </a:lnTo>
                  <a:lnTo>
                    <a:pt x="1453" y="6251"/>
                  </a:lnTo>
                  <a:lnTo>
                    <a:pt x="1707" y="6366"/>
                  </a:lnTo>
                  <a:lnTo>
                    <a:pt x="1961" y="6458"/>
                  </a:lnTo>
                  <a:lnTo>
                    <a:pt x="2237" y="6528"/>
                  </a:lnTo>
                  <a:lnTo>
                    <a:pt x="2514" y="6574"/>
                  </a:lnTo>
                  <a:lnTo>
                    <a:pt x="2791" y="6574"/>
                  </a:lnTo>
                  <a:lnTo>
                    <a:pt x="5305" y="6574"/>
                  </a:lnTo>
                  <a:lnTo>
                    <a:pt x="5305" y="10033"/>
                  </a:lnTo>
                  <a:lnTo>
                    <a:pt x="5305" y="10033"/>
                  </a:lnTo>
                  <a:lnTo>
                    <a:pt x="5328" y="10241"/>
                  </a:lnTo>
                  <a:lnTo>
                    <a:pt x="5374" y="10449"/>
                  </a:lnTo>
                  <a:lnTo>
                    <a:pt x="5490" y="10610"/>
                  </a:lnTo>
                  <a:lnTo>
                    <a:pt x="5605" y="10771"/>
                  </a:lnTo>
                  <a:lnTo>
                    <a:pt x="5766" y="10887"/>
                  </a:lnTo>
                  <a:lnTo>
                    <a:pt x="5928" y="11002"/>
                  </a:lnTo>
                  <a:lnTo>
                    <a:pt x="6135" y="11048"/>
                  </a:lnTo>
                  <a:lnTo>
                    <a:pt x="6343" y="11071"/>
                  </a:lnTo>
                  <a:lnTo>
                    <a:pt x="6343" y="11071"/>
                  </a:lnTo>
                  <a:lnTo>
                    <a:pt x="6551" y="11048"/>
                  </a:lnTo>
                  <a:lnTo>
                    <a:pt x="6735" y="11002"/>
                  </a:lnTo>
                  <a:lnTo>
                    <a:pt x="6920" y="10887"/>
                  </a:lnTo>
                  <a:lnTo>
                    <a:pt x="7081" y="10771"/>
                  </a:lnTo>
                  <a:lnTo>
                    <a:pt x="7196" y="10610"/>
                  </a:lnTo>
                  <a:lnTo>
                    <a:pt x="7289" y="10449"/>
                  </a:lnTo>
                  <a:lnTo>
                    <a:pt x="7358" y="10241"/>
                  </a:lnTo>
                  <a:lnTo>
                    <a:pt x="7381" y="10033"/>
                  </a:lnTo>
                  <a:lnTo>
                    <a:pt x="7381" y="1038"/>
                  </a:lnTo>
                  <a:lnTo>
                    <a:pt x="7381" y="1038"/>
                  </a:lnTo>
                  <a:lnTo>
                    <a:pt x="7358" y="831"/>
                  </a:lnTo>
                  <a:lnTo>
                    <a:pt x="7289" y="646"/>
                  </a:lnTo>
                  <a:lnTo>
                    <a:pt x="7196" y="462"/>
                  </a:lnTo>
                  <a:lnTo>
                    <a:pt x="7081" y="300"/>
                  </a:lnTo>
                  <a:lnTo>
                    <a:pt x="6920" y="185"/>
                  </a:lnTo>
                  <a:lnTo>
                    <a:pt x="6735" y="93"/>
                  </a:lnTo>
                  <a:lnTo>
                    <a:pt x="6551" y="23"/>
                  </a:lnTo>
                  <a:lnTo>
                    <a:pt x="6343" y="0"/>
                  </a:lnTo>
                  <a:lnTo>
                    <a:pt x="6343" y="0"/>
                  </a:lnTo>
                  <a:lnTo>
                    <a:pt x="6135" y="23"/>
                  </a:lnTo>
                  <a:lnTo>
                    <a:pt x="5928" y="93"/>
                  </a:lnTo>
                  <a:lnTo>
                    <a:pt x="5766" y="185"/>
                  </a:lnTo>
                  <a:lnTo>
                    <a:pt x="5605" y="300"/>
                  </a:lnTo>
                  <a:lnTo>
                    <a:pt x="5490" y="462"/>
                  </a:lnTo>
                  <a:lnTo>
                    <a:pt x="5374" y="646"/>
                  </a:lnTo>
                  <a:lnTo>
                    <a:pt x="5328" y="831"/>
                  </a:lnTo>
                  <a:lnTo>
                    <a:pt x="5305" y="1038"/>
                  </a:lnTo>
                  <a:lnTo>
                    <a:pt x="5305" y="4498"/>
                  </a:lnTo>
                  <a:lnTo>
                    <a:pt x="2791" y="4498"/>
                  </a:lnTo>
                  <a:lnTo>
                    <a:pt x="2791" y="4498"/>
                  </a:lnTo>
                  <a:lnTo>
                    <a:pt x="2653" y="4498"/>
                  </a:lnTo>
                  <a:lnTo>
                    <a:pt x="2514" y="4452"/>
                  </a:lnTo>
                  <a:lnTo>
                    <a:pt x="2399" y="4383"/>
                  </a:lnTo>
                  <a:lnTo>
                    <a:pt x="2284" y="4290"/>
                  </a:lnTo>
                  <a:lnTo>
                    <a:pt x="2191" y="4198"/>
                  </a:lnTo>
                  <a:lnTo>
                    <a:pt x="2145" y="4060"/>
                  </a:lnTo>
                  <a:lnTo>
                    <a:pt x="2099" y="3944"/>
                  </a:lnTo>
                  <a:lnTo>
                    <a:pt x="2076" y="3783"/>
                  </a:lnTo>
                  <a:lnTo>
                    <a:pt x="2076" y="1038"/>
                  </a:lnTo>
                  <a:lnTo>
                    <a:pt x="2076" y="1038"/>
                  </a:lnTo>
                  <a:lnTo>
                    <a:pt x="2053" y="831"/>
                  </a:lnTo>
                  <a:lnTo>
                    <a:pt x="2007" y="646"/>
                  </a:lnTo>
                  <a:lnTo>
                    <a:pt x="1891" y="462"/>
                  </a:lnTo>
                  <a:lnTo>
                    <a:pt x="1776" y="300"/>
                  </a:lnTo>
                  <a:lnTo>
                    <a:pt x="1615" y="185"/>
                  </a:lnTo>
                  <a:lnTo>
                    <a:pt x="1453" y="93"/>
                  </a:lnTo>
                  <a:lnTo>
                    <a:pt x="1246" y="23"/>
                  </a:lnTo>
                  <a:lnTo>
                    <a:pt x="1038" y="0"/>
                  </a:lnTo>
                  <a:lnTo>
                    <a:pt x="1038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5"/>
            <p:cNvSpPr/>
            <p:nvPr/>
          </p:nvSpPr>
          <p:spPr>
            <a:xfrm>
              <a:off x="5273750" y="2860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9" name="Google Shape;519;p35"/>
          <p:cNvGrpSpPr/>
          <p:nvPr/>
        </p:nvGrpSpPr>
        <p:grpSpPr>
          <a:xfrm>
            <a:off x="3725056" y="1244030"/>
            <a:ext cx="405562" cy="317536"/>
            <a:chOff x="6496175" y="2643575"/>
            <a:chExt cx="885700" cy="691950"/>
          </a:xfrm>
        </p:grpSpPr>
        <p:sp>
          <p:nvSpPr>
            <p:cNvPr id="520" name="Google Shape;520;p35"/>
            <p:cNvSpPr/>
            <p:nvPr/>
          </p:nvSpPr>
          <p:spPr>
            <a:xfrm>
              <a:off x="6632825" y="3177500"/>
              <a:ext cx="159175" cy="158025"/>
            </a:xfrm>
            <a:custGeom>
              <a:avLst/>
              <a:gdLst/>
              <a:ahLst/>
              <a:cxnLst/>
              <a:rect l="l" t="t" r="r" b="b"/>
              <a:pathLst>
                <a:path w="6367" h="6321" extrusionOk="0">
                  <a:moveTo>
                    <a:pt x="3184" y="1"/>
                  </a:moveTo>
                  <a:lnTo>
                    <a:pt x="2838" y="24"/>
                  </a:lnTo>
                  <a:lnTo>
                    <a:pt x="2538" y="70"/>
                  </a:lnTo>
                  <a:lnTo>
                    <a:pt x="2215" y="139"/>
                  </a:lnTo>
                  <a:lnTo>
                    <a:pt x="1938" y="254"/>
                  </a:lnTo>
                  <a:lnTo>
                    <a:pt x="1661" y="393"/>
                  </a:lnTo>
                  <a:lnTo>
                    <a:pt x="1385" y="554"/>
                  </a:lnTo>
                  <a:lnTo>
                    <a:pt x="1154" y="716"/>
                  </a:lnTo>
                  <a:lnTo>
                    <a:pt x="923" y="923"/>
                  </a:lnTo>
                  <a:lnTo>
                    <a:pt x="716" y="1154"/>
                  </a:lnTo>
                  <a:lnTo>
                    <a:pt x="531" y="1408"/>
                  </a:lnTo>
                  <a:lnTo>
                    <a:pt x="370" y="1661"/>
                  </a:lnTo>
                  <a:lnTo>
                    <a:pt x="231" y="1938"/>
                  </a:lnTo>
                  <a:lnTo>
                    <a:pt x="139" y="2215"/>
                  </a:lnTo>
                  <a:lnTo>
                    <a:pt x="47" y="2515"/>
                  </a:lnTo>
                  <a:lnTo>
                    <a:pt x="1" y="2838"/>
                  </a:lnTo>
                  <a:lnTo>
                    <a:pt x="1" y="3161"/>
                  </a:lnTo>
                  <a:lnTo>
                    <a:pt x="1" y="3484"/>
                  </a:lnTo>
                  <a:lnTo>
                    <a:pt x="47" y="3806"/>
                  </a:lnTo>
                  <a:lnTo>
                    <a:pt x="139" y="4106"/>
                  </a:lnTo>
                  <a:lnTo>
                    <a:pt x="231" y="4383"/>
                  </a:lnTo>
                  <a:lnTo>
                    <a:pt x="370" y="4660"/>
                  </a:lnTo>
                  <a:lnTo>
                    <a:pt x="531" y="4937"/>
                  </a:lnTo>
                  <a:lnTo>
                    <a:pt x="716" y="5167"/>
                  </a:lnTo>
                  <a:lnTo>
                    <a:pt x="923" y="5398"/>
                  </a:lnTo>
                  <a:lnTo>
                    <a:pt x="1154" y="5605"/>
                  </a:lnTo>
                  <a:lnTo>
                    <a:pt x="1385" y="5790"/>
                  </a:lnTo>
                  <a:lnTo>
                    <a:pt x="1661" y="5928"/>
                  </a:lnTo>
                  <a:lnTo>
                    <a:pt x="1938" y="6067"/>
                  </a:lnTo>
                  <a:lnTo>
                    <a:pt x="2215" y="6182"/>
                  </a:lnTo>
                  <a:lnTo>
                    <a:pt x="2538" y="6251"/>
                  </a:lnTo>
                  <a:lnTo>
                    <a:pt x="2838" y="6297"/>
                  </a:lnTo>
                  <a:lnTo>
                    <a:pt x="3184" y="6320"/>
                  </a:lnTo>
                  <a:lnTo>
                    <a:pt x="3507" y="6297"/>
                  </a:lnTo>
                  <a:lnTo>
                    <a:pt x="3807" y="6251"/>
                  </a:lnTo>
                  <a:lnTo>
                    <a:pt x="4129" y="6182"/>
                  </a:lnTo>
                  <a:lnTo>
                    <a:pt x="4406" y="6067"/>
                  </a:lnTo>
                  <a:lnTo>
                    <a:pt x="4683" y="5928"/>
                  </a:lnTo>
                  <a:lnTo>
                    <a:pt x="4960" y="5790"/>
                  </a:lnTo>
                  <a:lnTo>
                    <a:pt x="5190" y="5605"/>
                  </a:lnTo>
                  <a:lnTo>
                    <a:pt x="5421" y="5398"/>
                  </a:lnTo>
                  <a:lnTo>
                    <a:pt x="5629" y="5167"/>
                  </a:lnTo>
                  <a:lnTo>
                    <a:pt x="5813" y="4937"/>
                  </a:lnTo>
                  <a:lnTo>
                    <a:pt x="5975" y="4660"/>
                  </a:lnTo>
                  <a:lnTo>
                    <a:pt x="6113" y="4383"/>
                  </a:lnTo>
                  <a:lnTo>
                    <a:pt x="6205" y="4106"/>
                  </a:lnTo>
                  <a:lnTo>
                    <a:pt x="6298" y="3806"/>
                  </a:lnTo>
                  <a:lnTo>
                    <a:pt x="6344" y="3484"/>
                  </a:lnTo>
                  <a:lnTo>
                    <a:pt x="6367" y="3161"/>
                  </a:lnTo>
                  <a:lnTo>
                    <a:pt x="6344" y="2838"/>
                  </a:lnTo>
                  <a:lnTo>
                    <a:pt x="6298" y="2515"/>
                  </a:lnTo>
                  <a:lnTo>
                    <a:pt x="6205" y="2215"/>
                  </a:lnTo>
                  <a:lnTo>
                    <a:pt x="6113" y="1938"/>
                  </a:lnTo>
                  <a:lnTo>
                    <a:pt x="5975" y="1661"/>
                  </a:lnTo>
                  <a:lnTo>
                    <a:pt x="5813" y="1408"/>
                  </a:lnTo>
                  <a:lnTo>
                    <a:pt x="5629" y="1154"/>
                  </a:lnTo>
                  <a:lnTo>
                    <a:pt x="5421" y="923"/>
                  </a:lnTo>
                  <a:lnTo>
                    <a:pt x="5190" y="716"/>
                  </a:lnTo>
                  <a:lnTo>
                    <a:pt x="4960" y="554"/>
                  </a:lnTo>
                  <a:lnTo>
                    <a:pt x="4683" y="393"/>
                  </a:lnTo>
                  <a:lnTo>
                    <a:pt x="4406" y="254"/>
                  </a:lnTo>
                  <a:lnTo>
                    <a:pt x="4129" y="139"/>
                  </a:lnTo>
                  <a:lnTo>
                    <a:pt x="3807" y="70"/>
                  </a:lnTo>
                  <a:lnTo>
                    <a:pt x="3507" y="24"/>
                  </a:lnTo>
                  <a:lnTo>
                    <a:pt x="31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5"/>
            <p:cNvSpPr/>
            <p:nvPr/>
          </p:nvSpPr>
          <p:spPr>
            <a:xfrm>
              <a:off x="6632825" y="3177500"/>
              <a:ext cx="159175" cy="158025"/>
            </a:xfrm>
            <a:custGeom>
              <a:avLst/>
              <a:gdLst/>
              <a:ahLst/>
              <a:cxnLst/>
              <a:rect l="l" t="t" r="r" b="b"/>
              <a:pathLst>
                <a:path w="6367" h="6321" fill="none" extrusionOk="0">
                  <a:moveTo>
                    <a:pt x="6367" y="3161"/>
                  </a:moveTo>
                  <a:lnTo>
                    <a:pt x="6367" y="3161"/>
                  </a:lnTo>
                  <a:lnTo>
                    <a:pt x="6344" y="3484"/>
                  </a:lnTo>
                  <a:lnTo>
                    <a:pt x="6298" y="3806"/>
                  </a:lnTo>
                  <a:lnTo>
                    <a:pt x="6205" y="4106"/>
                  </a:lnTo>
                  <a:lnTo>
                    <a:pt x="6113" y="4383"/>
                  </a:lnTo>
                  <a:lnTo>
                    <a:pt x="5975" y="4660"/>
                  </a:lnTo>
                  <a:lnTo>
                    <a:pt x="5813" y="4937"/>
                  </a:lnTo>
                  <a:lnTo>
                    <a:pt x="5629" y="5167"/>
                  </a:lnTo>
                  <a:lnTo>
                    <a:pt x="5421" y="5398"/>
                  </a:lnTo>
                  <a:lnTo>
                    <a:pt x="5190" y="5605"/>
                  </a:lnTo>
                  <a:lnTo>
                    <a:pt x="4960" y="5790"/>
                  </a:lnTo>
                  <a:lnTo>
                    <a:pt x="4683" y="5928"/>
                  </a:lnTo>
                  <a:lnTo>
                    <a:pt x="4406" y="6067"/>
                  </a:lnTo>
                  <a:lnTo>
                    <a:pt x="4129" y="6182"/>
                  </a:lnTo>
                  <a:lnTo>
                    <a:pt x="3807" y="6251"/>
                  </a:lnTo>
                  <a:lnTo>
                    <a:pt x="3507" y="6297"/>
                  </a:lnTo>
                  <a:lnTo>
                    <a:pt x="3184" y="6320"/>
                  </a:lnTo>
                  <a:lnTo>
                    <a:pt x="3184" y="6320"/>
                  </a:lnTo>
                  <a:lnTo>
                    <a:pt x="2838" y="6297"/>
                  </a:lnTo>
                  <a:lnTo>
                    <a:pt x="2538" y="6251"/>
                  </a:lnTo>
                  <a:lnTo>
                    <a:pt x="2215" y="6182"/>
                  </a:lnTo>
                  <a:lnTo>
                    <a:pt x="1938" y="6067"/>
                  </a:lnTo>
                  <a:lnTo>
                    <a:pt x="1661" y="5928"/>
                  </a:lnTo>
                  <a:lnTo>
                    <a:pt x="1385" y="5790"/>
                  </a:lnTo>
                  <a:lnTo>
                    <a:pt x="1154" y="5605"/>
                  </a:lnTo>
                  <a:lnTo>
                    <a:pt x="923" y="5398"/>
                  </a:lnTo>
                  <a:lnTo>
                    <a:pt x="716" y="5167"/>
                  </a:lnTo>
                  <a:lnTo>
                    <a:pt x="531" y="4937"/>
                  </a:lnTo>
                  <a:lnTo>
                    <a:pt x="370" y="4660"/>
                  </a:lnTo>
                  <a:lnTo>
                    <a:pt x="231" y="4383"/>
                  </a:lnTo>
                  <a:lnTo>
                    <a:pt x="139" y="4106"/>
                  </a:lnTo>
                  <a:lnTo>
                    <a:pt x="47" y="3806"/>
                  </a:lnTo>
                  <a:lnTo>
                    <a:pt x="1" y="3484"/>
                  </a:lnTo>
                  <a:lnTo>
                    <a:pt x="1" y="3161"/>
                  </a:lnTo>
                  <a:lnTo>
                    <a:pt x="1" y="3161"/>
                  </a:lnTo>
                  <a:lnTo>
                    <a:pt x="1" y="2838"/>
                  </a:lnTo>
                  <a:lnTo>
                    <a:pt x="47" y="2515"/>
                  </a:lnTo>
                  <a:lnTo>
                    <a:pt x="139" y="2215"/>
                  </a:lnTo>
                  <a:lnTo>
                    <a:pt x="231" y="1938"/>
                  </a:lnTo>
                  <a:lnTo>
                    <a:pt x="370" y="1661"/>
                  </a:lnTo>
                  <a:lnTo>
                    <a:pt x="531" y="1408"/>
                  </a:lnTo>
                  <a:lnTo>
                    <a:pt x="716" y="1154"/>
                  </a:lnTo>
                  <a:lnTo>
                    <a:pt x="923" y="923"/>
                  </a:lnTo>
                  <a:lnTo>
                    <a:pt x="1154" y="716"/>
                  </a:lnTo>
                  <a:lnTo>
                    <a:pt x="1385" y="554"/>
                  </a:lnTo>
                  <a:lnTo>
                    <a:pt x="1661" y="393"/>
                  </a:lnTo>
                  <a:lnTo>
                    <a:pt x="1938" y="254"/>
                  </a:lnTo>
                  <a:lnTo>
                    <a:pt x="2215" y="139"/>
                  </a:lnTo>
                  <a:lnTo>
                    <a:pt x="2538" y="70"/>
                  </a:lnTo>
                  <a:lnTo>
                    <a:pt x="2838" y="24"/>
                  </a:lnTo>
                  <a:lnTo>
                    <a:pt x="3184" y="1"/>
                  </a:lnTo>
                  <a:lnTo>
                    <a:pt x="3184" y="1"/>
                  </a:lnTo>
                  <a:lnTo>
                    <a:pt x="3507" y="24"/>
                  </a:lnTo>
                  <a:lnTo>
                    <a:pt x="3807" y="70"/>
                  </a:lnTo>
                  <a:lnTo>
                    <a:pt x="4129" y="139"/>
                  </a:lnTo>
                  <a:lnTo>
                    <a:pt x="4406" y="254"/>
                  </a:lnTo>
                  <a:lnTo>
                    <a:pt x="4683" y="393"/>
                  </a:lnTo>
                  <a:lnTo>
                    <a:pt x="4960" y="554"/>
                  </a:lnTo>
                  <a:lnTo>
                    <a:pt x="5190" y="716"/>
                  </a:lnTo>
                  <a:lnTo>
                    <a:pt x="5421" y="923"/>
                  </a:lnTo>
                  <a:lnTo>
                    <a:pt x="5629" y="1154"/>
                  </a:lnTo>
                  <a:lnTo>
                    <a:pt x="5813" y="1408"/>
                  </a:lnTo>
                  <a:lnTo>
                    <a:pt x="5975" y="1661"/>
                  </a:lnTo>
                  <a:lnTo>
                    <a:pt x="6113" y="1938"/>
                  </a:lnTo>
                  <a:lnTo>
                    <a:pt x="6205" y="2215"/>
                  </a:lnTo>
                  <a:lnTo>
                    <a:pt x="6298" y="2515"/>
                  </a:lnTo>
                  <a:lnTo>
                    <a:pt x="6344" y="2838"/>
                  </a:lnTo>
                  <a:lnTo>
                    <a:pt x="6367" y="3161"/>
                  </a:lnTo>
                  <a:lnTo>
                    <a:pt x="6367" y="316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5"/>
            <p:cNvSpPr/>
            <p:nvPr/>
          </p:nvSpPr>
          <p:spPr>
            <a:xfrm>
              <a:off x="6791975" y="32565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5"/>
            <p:cNvSpPr/>
            <p:nvPr/>
          </p:nvSpPr>
          <p:spPr>
            <a:xfrm>
              <a:off x="7118350" y="3177500"/>
              <a:ext cx="159175" cy="158025"/>
            </a:xfrm>
            <a:custGeom>
              <a:avLst/>
              <a:gdLst/>
              <a:ahLst/>
              <a:cxnLst/>
              <a:rect l="l" t="t" r="r" b="b"/>
              <a:pathLst>
                <a:path w="6367" h="6321" extrusionOk="0">
                  <a:moveTo>
                    <a:pt x="3183" y="1"/>
                  </a:moveTo>
                  <a:lnTo>
                    <a:pt x="2837" y="24"/>
                  </a:lnTo>
                  <a:lnTo>
                    <a:pt x="2538" y="70"/>
                  </a:lnTo>
                  <a:lnTo>
                    <a:pt x="2215" y="139"/>
                  </a:lnTo>
                  <a:lnTo>
                    <a:pt x="1938" y="254"/>
                  </a:lnTo>
                  <a:lnTo>
                    <a:pt x="1661" y="393"/>
                  </a:lnTo>
                  <a:lnTo>
                    <a:pt x="1384" y="554"/>
                  </a:lnTo>
                  <a:lnTo>
                    <a:pt x="1154" y="716"/>
                  </a:lnTo>
                  <a:lnTo>
                    <a:pt x="923" y="923"/>
                  </a:lnTo>
                  <a:lnTo>
                    <a:pt x="715" y="1154"/>
                  </a:lnTo>
                  <a:lnTo>
                    <a:pt x="531" y="1408"/>
                  </a:lnTo>
                  <a:lnTo>
                    <a:pt x="369" y="1661"/>
                  </a:lnTo>
                  <a:lnTo>
                    <a:pt x="231" y="1938"/>
                  </a:lnTo>
                  <a:lnTo>
                    <a:pt x="139" y="2215"/>
                  </a:lnTo>
                  <a:lnTo>
                    <a:pt x="47" y="2515"/>
                  </a:lnTo>
                  <a:lnTo>
                    <a:pt x="0" y="2838"/>
                  </a:lnTo>
                  <a:lnTo>
                    <a:pt x="0" y="3161"/>
                  </a:lnTo>
                  <a:lnTo>
                    <a:pt x="0" y="3484"/>
                  </a:lnTo>
                  <a:lnTo>
                    <a:pt x="47" y="3806"/>
                  </a:lnTo>
                  <a:lnTo>
                    <a:pt x="139" y="4106"/>
                  </a:lnTo>
                  <a:lnTo>
                    <a:pt x="231" y="4383"/>
                  </a:lnTo>
                  <a:lnTo>
                    <a:pt x="369" y="4660"/>
                  </a:lnTo>
                  <a:lnTo>
                    <a:pt x="531" y="4937"/>
                  </a:lnTo>
                  <a:lnTo>
                    <a:pt x="715" y="5167"/>
                  </a:lnTo>
                  <a:lnTo>
                    <a:pt x="923" y="5398"/>
                  </a:lnTo>
                  <a:lnTo>
                    <a:pt x="1154" y="5605"/>
                  </a:lnTo>
                  <a:lnTo>
                    <a:pt x="1384" y="5790"/>
                  </a:lnTo>
                  <a:lnTo>
                    <a:pt x="1661" y="5928"/>
                  </a:lnTo>
                  <a:lnTo>
                    <a:pt x="1938" y="6067"/>
                  </a:lnTo>
                  <a:lnTo>
                    <a:pt x="2215" y="6182"/>
                  </a:lnTo>
                  <a:lnTo>
                    <a:pt x="2538" y="6251"/>
                  </a:lnTo>
                  <a:lnTo>
                    <a:pt x="2837" y="6297"/>
                  </a:lnTo>
                  <a:lnTo>
                    <a:pt x="3183" y="6320"/>
                  </a:lnTo>
                  <a:lnTo>
                    <a:pt x="3506" y="6297"/>
                  </a:lnTo>
                  <a:lnTo>
                    <a:pt x="3806" y="6251"/>
                  </a:lnTo>
                  <a:lnTo>
                    <a:pt x="4129" y="6182"/>
                  </a:lnTo>
                  <a:lnTo>
                    <a:pt x="4406" y="6067"/>
                  </a:lnTo>
                  <a:lnTo>
                    <a:pt x="4683" y="5928"/>
                  </a:lnTo>
                  <a:lnTo>
                    <a:pt x="4959" y="5790"/>
                  </a:lnTo>
                  <a:lnTo>
                    <a:pt x="5190" y="5605"/>
                  </a:lnTo>
                  <a:lnTo>
                    <a:pt x="5421" y="5398"/>
                  </a:lnTo>
                  <a:lnTo>
                    <a:pt x="5628" y="5167"/>
                  </a:lnTo>
                  <a:lnTo>
                    <a:pt x="5813" y="4937"/>
                  </a:lnTo>
                  <a:lnTo>
                    <a:pt x="5974" y="4660"/>
                  </a:lnTo>
                  <a:lnTo>
                    <a:pt x="6113" y="4383"/>
                  </a:lnTo>
                  <a:lnTo>
                    <a:pt x="6205" y="4106"/>
                  </a:lnTo>
                  <a:lnTo>
                    <a:pt x="6297" y="3806"/>
                  </a:lnTo>
                  <a:lnTo>
                    <a:pt x="6343" y="3484"/>
                  </a:lnTo>
                  <a:lnTo>
                    <a:pt x="6366" y="3161"/>
                  </a:lnTo>
                  <a:lnTo>
                    <a:pt x="6343" y="2838"/>
                  </a:lnTo>
                  <a:lnTo>
                    <a:pt x="6297" y="2515"/>
                  </a:lnTo>
                  <a:lnTo>
                    <a:pt x="6205" y="2215"/>
                  </a:lnTo>
                  <a:lnTo>
                    <a:pt x="6113" y="1938"/>
                  </a:lnTo>
                  <a:lnTo>
                    <a:pt x="5974" y="1661"/>
                  </a:lnTo>
                  <a:lnTo>
                    <a:pt x="5813" y="1408"/>
                  </a:lnTo>
                  <a:lnTo>
                    <a:pt x="5628" y="1154"/>
                  </a:lnTo>
                  <a:lnTo>
                    <a:pt x="5421" y="923"/>
                  </a:lnTo>
                  <a:lnTo>
                    <a:pt x="5190" y="716"/>
                  </a:lnTo>
                  <a:lnTo>
                    <a:pt x="4959" y="554"/>
                  </a:lnTo>
                  <a:lnTo>
                    <a:pt x="4683" y="393"/>
                  </a:lnTo>
                  <a:lnTo>
                    <a:pt x="4406" y="254"/>
                  </a:lnTo>
                  <a:lnTo>
                    <a:pt x="4129" y="139"/>
                  </a:lnTo>
                  <a:lnTo>
                    <a:pt x="3806" y="70"/>
                  </a:lnTo>
                  <a:lnTo>
                    <a:pt x="3506" y="24"/>
                  </a:lnTo>
                  <a:lnTo>
                    <a:pt x="318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5"/>
            <p:cNvSpPr/>
            <p:nvPr/>
          </p:nvSpPr>
          <p:spPr>
            <a:xfrm>
              <a:off x="7118350" y="3177500"/>
              <a:ext cx="159175" cy="158025"/>
            </a:xfrm>
            <a:custGeom>
              <a:avLst/>
              <a:gdLst/>
              <a:ahLst/>
              <a:cxnLst/>
              <a:rect l="l" t="t" r="r" b="b"/>
              <a:pathLst>
                <a:path w="6367" h="6321" fill="none" extrusionOk="0">
                  <a:moveTo>
                    <a:pt x="6366" y="3161"/>
                  </a:moveTo>
                  <a:lnTo>
                    <a:pt x="6366" y="3161"/>
                  </a:lnTo>
                  <a:lnTo>
                    <a:pt x="6343" y="3484"/>
                  </a:lnTo>
                  <a:lnTo>
                    <a:pt x="6297" y="3806"/>
                  </a:lnTo>
                  <a:lnTo>
                    <a:pt x="6205" y="4106"/>
                  </a:lnTo>
                  <a:lnTo>
                    <a:pt x="6113" y="4383"/>
                  </a:lnTo>
                  <a:lnTo>
                    <a:pt x="5974" y="4660"/>
                  </a:lnTo>
                  <a:lnTo>
                    <a:pt x="5813" y="4937"/>
                  </a:lnTo>
                  <a:lnTo>
                    <a:pt x="5628" y="5167"/>
                  </a:lnTo>
                  <a:lnTo>
                    <a:pt x="5421" y="5398"/>
                  </a:lnTo>
                  <a:lnTo>
                    <a:pt x="5190" y="5605"/>
                  </a:lnTo>
                  <a:lnTo>
                    <a:pt x="4959" y="5790"/>
                  </a:lnTo>
                  <a:lnTo>
                    <a:pt x="4683" y="5928"/>
                  </a:lnTo>
                  <a:lnTo>
                    <a:pt x="4406" y="6067"/>
                  </a:lnTo>
                  <a:lnTo>
                    <a:pt x="4129" y="6182"/>
                  </a:lnTo>
                  <a:lnTo>
                    <a:pt x="3806" y="6251"/>
                  </a:lnTo>
                  <a:lnTo>
                    <a:pt x="3506" y="6297"/>
                  </a:lnTo>
                  <a:lnTo>
                    <a:pt x="3183" y="6320"/>
                  </a:lnTo>
                  <a:lnTo>
                    <a:pt x="3183" y="6320"/>
                  </a:lnTo>
                  <a:lnTo>
                    <a:pt x="2837" y="6297"/>
                  </a:lnTo>
                  <a:lnTo>
                    <a:pt x="2538" y="6251"/>
                  </a:lnTo>
                  <a:lnTo>
                    <a:pt x="2215" y="6182"/>
                  </a:lnTo>
                  <a:lnTo>
                    <a:pt x="1938" y="6067"/>
                  </a:lnTo>
                  <a:lnTo>
                    <a:pt x="1661" y="5928"/>
                  </a:lnTo>
                  <a:lnTo>
                    <a:pt x="1384" y="5790"/>
                  </a:lnTo>
                  <a:lnTo>
                    <a:pt x="1154" y="5605"/>
                  </a:lnTo>
                  <a:lnTo>
                    <a:pt x="923" y="5398"/>
                  </a:lnTo>
                  <a:lnTo>
                    <a:pt x="715" y="5167"/>
                  </a:lnTo>
                  <a:lnTo>
                    <a:pt x="531" y="4937"/>
                  </a:lnTo>
                  <a:lnTo>
                    <a:pt x="369" y="4660"/>
                  </a:lnTo>
                  <a:lnTo>
                    <a:pt x="231" y="4383"/>
                  </a:lnTo>
                  <a:lnTo>
                    <a:pt x="139" y="4106"/>
                  </a:lnTo>
                  <a:lnTo>
                    <a:pt x="47" y="3806"/>
                  </a:lnTo>
                  <a:lnTo>
                    <a:pt x="0" y="3484"/>
                  </a:lnTo>
                  <a:lnTo>
                    <a:pt x="0" y="3161"/>
                  </a:lnTo>
                  <a:lnTo>
                    <a:pt x="0" y="3161"/>
                  </a:lnTo>
                  <a:lnTo>
                    <a:pt x="0" y="2838"/>
                  </a:lnTo>
                  <a:lnTo>
                    <a:pt x="47" y="2515"/>
                  </a:lnTo>
                  <a:lnTo>
                    <a:pt x="139" y="2215"/>
                  </a:lnTo>
                  <a:lnTo>
                    <a:pt x="231" y="1938"/>
                  </a:lnTo>
                  <a:lnTo>
                    <a:pt x="369" y="1661"/>
                  </a:lnTo>
                  <a:lnTo>
                    <a:pt x="531" y="1408"/>
                  </a:lnTo>
                  <a:lnTo>
                    <a:pt x="715" y="1154"/>
                  </a:lnTo>
                  <a:lnTo>
                    <a:pt x="923" y="923"/>
                  </a:lnTo>
                  <a:lnTo>
                    <a:pt x="1154" y="716"/>
                  </a:lnTo>
                  <a:lnTo>
                    <a:pt x="1384" y="554"/>
                  </a:lnTo>
                  <a:lnTo>
                    <a:pt x="1661" y="393"/>
                  </a:lnTo>
                  <a:lnTo>
                    <a:pt x="1938" y="254"/>
                  </a:lnTo>
                  <a:lnTo>
                    <a:pt x="2215" y="139"/>
                  </a:lnTo>
                  <a:lnTo>
                    <a:pt x="2538" y="70"/>
                  </a:lnTo>
                  <a:lnTo>
                    <a:pt x="2837" y="24"/>
                  </a:lnTo>
                  <a:lnTo>
                    <a:pt x="3183" y="1"/>
                  </a:lnTo>
                  <a:lnTo>
                    <a:pt x="3183" y="1"/>
                  </a:lnTo>
                  <a:lnTo>
                    <a:pt x="3506" y="24"/>
                  </a:lnTo>
                  <a:lnTo>
                    <a:pt x="3806" y="70"/>
                  </a:lnTo>
                  <a:lnTo>
                    <a:pt x="4129" y="139"/>
                  </a:lnTo>
                  <a:lnTo>
                    <a:pt x="4406" y="254"/>
                  </a:lnTo>
                  <a:lnTo>
                    <a:pt x="4683" y="393"/>
                  </a:lnTo>
                  <a:lnTo>
                    <a:pt x="4959" y="554"/>
                  </a:lnTo>
                  <a:lnTo>
                    <a:pt x="5190" y="716"/>
                  </a:lnTo>
                  <a:lnTo>
                    <a:pt x="5421" y="923"/>
                  </a:lnTo>
                  <a:lnTo>
                    <a:pt x="5628" y="1154"/>
                  </a:lnTo>
                  <a:lnTo>
                    <a:pt x="5813" y="1408"/>
                  </a:lnTo>
                  <a:lnTo>
                    <a:pt x="5974" y="1661"/>
                  </a:lnTo>
                  <a:lnTo>
                    <a:pt x="6113" y="1938"/>
                  </a:lnTo>
                  <a:lnTo>
                    <a:pt x="6205" y="2215"/>
                  </a:lnTo>
                  <a:lnTo>
                    <a:pt x="6297" y="2515"/>
                  </a:lnTo>
                  <a:lnTo>
                    <a:pt x="6343" y="2838"/>
                  </a:lnTo>
                  <a:lnTo>
                    <a:pt x="6366" y="3161"/>
                  </a:lnTo>
                  <a:lnTo>
                    <a:pt x="6366" y="316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5"/>
            <p:cNvSpPr/>
            <p:nvPr/>
          </p:nvSpPr>
          <p:spPr>
            <a:xfrm>
              <a:off x="7277500" y="32565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5"/>
            <p:cNvSpPr/>
            <p:nvPr/>
          </p:nvSpPr>
          <p:spPr>
            <a:xfrm>
              <a:off x="6834075" y="2643575"/>
              <a:ext cx="51925" cy="84200"/>
            </a:xfrm>
            <a:custGeom>
              <a:avLst/>
              <a:gdLst/>
              <a:ahLst/>
              <a:cxnLst/>
              <a:rect l="l" t="t" r="r" b="b"/>
              <a:pathLst>
                <a:path w="2077" h="3368" extrusionOk="0">
                  <a:moveTo>
                    <a:pt x="1038" y="0"/>
                  </a:moveTo>
                  <a:lnTo>
                    <a:pt x="831" y="23"/>
                  </a:lnTo>
                  <a:lnTo>
                    <a:pt x="646" y="69"/>
                  </a:lnTo>
                  <a:lnTo>
                    <a:pt x="462" y="185"/>
                  </a:lnTo>
                  <a:lnTo>
                    <a:pt x="300" y="300"/>
                  </a:lnTo>
                  <a:lnTo>
                    <a:pt x="185" y="461"/>
                  </a:lnTo>
                  <a:lnTo>
                    <a:pt x="93" y="623"/>
                  </a:lnTo>
                  <a:lnTo>
                    <a:pt x="24" y="830"/>
                  </a:lnTo>
                  <a:lnTo>
                    <a:pt x="0" y="1038"/>
                  </a:lnTo>
                  <a:lnTo>
                    <a:pt x="0" y="3367"/>
                  </a:lnTo>
                  <a:lnTo>
                    <a:pt x="2076" y="3367"/>
                  </a:lnTo>
                  <a:lnTo>
                    <a:pt x="2076" y="1038"/>
                  </a:lnTo>
                  <a:lnTo>
                    <a:pt x="2053" y="830"/>
                  </a:lnTo>
                  <a:lnTo>
                    <a:pt x="2007" y="623"/>
                  </a:lnTo>
                  <a:lnTo>
                    <a:pt x="1892" y="461"/>
                  </a:lnTo>
                  <a:lnTo>
                    <a:pt x="1776" y="300"/>
                  </a:lnTo>
                  <a:lnTo>
                    <a:pt x="1615" y="185"/>
                  </a:lnTo>
                  <a:lnTo>
                    <a:pt x="1454" y="69"/>
                  </a:lnTo>
                  <a:lnTo>
                    <a:pt x="1246" y="23"/>
                  </a:lnTo>
                  <a:lnTo>
                    <a:pt x="10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5"/>
            <p:cNvSpPr/>
            <p:nvPr/>
          </p:nvSpPr>
          <p:spPr>
            <a:xfrm>
              <a:off x="6834075" y="2643575"/>
              <a:ext cx="51925" cy="84200"/>
            </a:xfrm>
            <a:custGeom>
              <a:avLst/>
              <a:gdLst/>
              <a:ahLst/>
              <a:cxnLst/>
              <a:rect l="l" t="t" r="r" b="b"/>
              <a:pathLst>
                <a:path w="2077" h="3368" fill="none" extrusionOk="0">
                  <a:moveTo>
                    <a:pt x="2076" y="1038"/>
                  </a:moveTo>
                  <a:lnTo>
                    <a:pt x="2076" y="1038"/>
                  </a:lnTo>
                  <a:lnTo>
                    <a:pt x="2053" y="830"/>
                  </a:lnTo>
                  <a:lnTo>
                    <a:pt x="2007" y="623"/>
                  </a:lnTo>
                  <a:lnTo>
                    <a:pt x="1892" y="461"/>
                  </a:lnTo>
                  <a:lnTo>
                    <a:pt x="1776" y="300"/>
                  </a:lnTo>
                  <a:lnTo>
                    <a:pt x="1615" y="185"/>
                  </a:lnTo>
                  <a:lnTo>
                    <a:pt x="1454" y="69"/>
                  </a:lnTo>
                  <a:lnTo>
                    <a:pt x="1246" y="23"/>
                  </a:lnTo>
                  <a:lnTo>
                    <a:pt x="1038" y="0"/>
                  </a:lnTo>
                  <a:lnTo>
                    <a:pt x="1038" y="0"/>
                  </a:lnTo>
                  <a:lnTo>
                    <a:pt x="831" y="23"/>
                  </a:lnTo>
                  <a:lnTo>
                    <a:pt x="646" y="69"/>
                  </a:lnTo>
                  <a:lnTo>
                    <a:pt x="462" y="185"/>
                  </a:lnTo>
                  <a:lnTo>
                    <a:pt x="300" y="300"/>
                  </a:lnTo>
                  <a:lnTo>
                    <a:pt x="185" y="461"/>
                  </a:lnTo>
                  <a:lnTo>
                    <a:pt x="93" y="623"/>
                  </a:lnTo>
                  <a:lnTo>
                    <a:pt x="24" y="830"/>
                  </a:lnTo>
                  <a:lnTo>
                    <a:pt x="0" y="1038"/>
                  </a:lnTo>
                  <a:lnTo>
                    <a:pt x="0" y="3367"/>
                  </a:lnTo>
                  <a:lnTo>
                    <a:pt x="2076" y="3367"/>
                  </a:lnTo>
                  <a:lnTo>
                    <a:pt x="2076" y="103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5"/>
            <p:cNvSpPr/>
            <p:nvPr/>
          </p:nvSpPr>
          <p:spPr>
            <a:xfrm>
              <a:off x="6885975" y="26695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5"/>
            <p:cNvSpPr/>
            <p:nvPr/>
          </p:nvSpPr>
          <p:spPr>
            <a:xfrm>
              <a:off x="6496175" y="2727750"/>
              <a:ext cx="150525" cy="160900"/>
            </a:xfrm>
            <a:custGeom>
              <a:avLst/>
              <a:gdLst/>
              <a:ahLst/>
              <a:cxnLst/>
              <a:rect l="l" t="t" r="r" b="b"/>
              <a:pathLst>
                <a:path w="6021" h="6436" extrusionOk="0">
                  <a:moveTo>
                    <a:pt x="1730" y="0"/>
                  </a:moveTo>
                  <a:lnTo>
                    <a:pt x="1523" y="47"/>
                  </a:lnTo>
                  <a:lnTo>
                    <a:pt x="1338" y="93"/>
                  </a:lnTo>
                  <a:lnTo>
                    <a:pt x="1177" y="139"/>
                  </a:lnTo>
                  <a:lnTo>
                    <a:pt x="992" y="231"/>
                  </a:lnTo>
                  <a:lnTo>
                    <a:pt x="831" y="323"/>
                  </a:lnTo>
                  <a:lnTo>
                    <a:pt x="692" y="439"/>
                  </a:lnTo>
                  <a:lnTo>
                    <a:pt x="554" y="554"/>
                  </a:lnTo>
                  <a:lnTo>
                    <a:pt x="439" y="692"/>
                  </a:lnTo>
                  <a:lnTo>
                    <a:pt x="323" y="854"/>
                  </a:lnTo>
                  <a:lnTo>
                    <a:pt x="231" y="1015"/>
                  </a:lnTo>
                  <a:lnTo>
                    <a:pt x="139" y="1177"/>
                  </a:lnTo>
                  <a:lnTo>
                    <a:pt x="70" y="1361"/>
                  </a:lnTo>
                  <a:lnTo>
                    <a:pt x="24" y="1546"/>
                  </a:lnTo>
                  <a:lnTo>
                    <a:pt x="0" y="1730"/>
                  </a:lnTo>
                  <a:lnTo>
                    <a:pt x="0" y="1938"/>
                  </a:lnTo>
                  <a:lnTo>
                    <a:pt x="0" y="6435"/>
                  </a:lnTo>
                  <a:lnTo>
                    <a:pt x="6020" y="6435"/>
                  </a:lnTo>
                  <a:lnTo>
                    <a:pt x="60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5"/>
            <p:cNvSpPr/>
            <p:nvPr/>
          </p:nvSpPr>
          <p:spPr>
            <a:xfrm>
              <a:off x="6496175" y="2727750"/>
              <a:ext cx="150525" cy="160900"/>
            </a:xfrm>
            <a:custGeom>
              <a:avLst/>
              <a:gdLst/>
              <a:ahLst/>
              <a:cxnLst/>
              <a:rect l="l" t="t" r="r" b="b"/>
              <a:pathLst>
                <a:path w="6021" h="6436" fill="none" extrusionOk="0">
                  <a:moveTo>
                    <a:pt x="6020" y="0"/>
                  </a:moveTo>
                  <a:lnTo>
                    <a:pt x="1915" y="0"/>
                  </a:lnTo>
                  <a:lnTo>
                    <a:pt x="1915" y="0"/>
                  </a:lnTo>
                  <a:lnTo>
                    <a:pt x="1730" y="0"/>
                  </a:lnTo>
                  <a:lnTo>
                    <a:pt x="1523" y="47"/>
                  </a:lnTo>
                  <a:lnTo>
                    <a:pt x="1338" y="93"/>
                  </a:lnTo>
                  <a:lnTo>
                    <a:pt x="1177" y="139"/>
                  </a:lnTo>
                  <a:lnTo>
                    <a:pt x="992" y="231"/>
                  </a:lnTo>
                  <a:lnTo>
                    <a:pt x="831" y="323"/>
                  </a:lnTo>
                  <a:lnTo>
                    <a:pt x="692" y="439"/>
                  </a:lnTo>
                  <a:lnTo>
                    <a:pt x="554" y="554"/>
                  </a:lnTo>
                  <a:lnTo>
                    <a:pt x="439" y="692"/>
                  </a:lnTo>
                  <a:lnTo>
                    <a:pt x="323" y="854"/>
                  </a:lnTo>
                  <a:lnTo>
                    <a:pt x="231" y="1015"/>
                  </a:lnTo>
                  <a:lnTo>
                    <a:pt x="139" y="1177"/>
                  </a:lnTo>
                  <a:lnTo>
                    <a:pt x="70" y="1361"/>
                  </a:lnTo>
                  <a:lnTo>
                    <a:pt x="24" y="1546"/>
                  </a:lnTo>
                  <a:lnTo>
                    <a:pt x="0" y="1730"/>
                  </a:lnTo>
                  <a:lnTo>
                    <a:pt x="0" y="1938"/>
                  </a:lnTo>
                  <a:lnTo>
                    <a:pt x="0" y="6435"/>
                  </a:lnTo>
                  <a:lnTo>
                    <a:pt x="6020" y="6435"/>
                  </a:lnTo>
                  <a:lnTo>
                    <a:pt x="602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5"/>
            <p:cNvSpPr/>
            <p:nvPr/>
          </p:nvSpPr>
          <p:spPr>
            <a:xfrm>
              <a:off x="6646675" y="272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5"/>
            <p:cNvSpPr/>
            <p:nvPr/>
          </p:nvSpPr>
          <p:spPr>
            <a:xfrm>
              <a:off x="6698575" y="2727750"/>
              <a:ext cx="135525" cy="160900"/>
            </a:xfrm>
            <a:custGeom>
              <a:avLst/>
              <a:gdLst/>
              <a:ahLst/>
              <a:cxnLst/>
              <a:rect l="l" t="t" r="r" b="b"/>
              <a:pathLst>
                <a:path w="5421" h="6436" extrusionOk="0">
                  <a:moveTo>
                    <a:pt x="0" y="0"/>
                  </a:moveTo>
                  <a:lnTo>
                    <a:pt x="0" y="6435"/>
                  </a:lnTo>
                  <a:lnTo>
                    <a:pt x="5420" y="6435"/>
                  </a:lnTo>
                  <a:lnTo>
                    <a:pt x="54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5"/>
            <p:cNvSpPr/>
            <p:nvPr/>
          </p:nvSpPr>
          <p:spPr>
            <a:xfrm>
              <a:off x="6885975" y="2727750"/>
              <a:ext cx="280825" cy="160900"/>
            </a:xfrm>
            <a:custGeom>
              <a:avLst/>
              <a:gdLst/>
              <a:ahLst/>
              <a:cxnLst/>
              <a:rect l="l" t="t" r="r" b="b"/>
              <a:pathLst>
                <a:path w="11233" h="6436" extrusionOk="0">
                  <a:moveTo>
                    <a:pt x="0" y="0"/>
                  </a:moveTo>
                  <a:lnTo>
                    <a:pt x="0" y="6435"/>
                  </a:lnTo>
                  <a:lnTo>
                    <a:pt x="11233" y="6435"/>
                  </a:lnTo>
                  <a:lnTo>
                    <a:pt x="10956" y="5790"/>
                  </a:lnTo>
                  <a:lnTo>
                    <a:pt x="10633" y="5167"/>
                  </a:lnTo>
                  <a:lnTo>
                    <a:pt x="10287" y="4544"/>
                  </a:lnTo>
                  <a:lnTo>
                    <a:pt x="9872" y="3991"/>
                  </a:lnTo>
                  <a:lnTo>
                    <a:pt x="9434" y="3437"/>
                  </a:lnTo>
                  <a:lnTo>
                    <a:pt x="8949" y="2930"/>
                  </a:lnTo>
                  <a:lnTo>
                    <a:pt x="8442" y="2445"/>
                  </a:lnTo>
                  <a:lnTo>
                    <a:pt x="7888" y="1984"/>
                  </a:lnTo>
                  <a:lnTo>
                    <a:pt x="7542" y="1753"/>
                  </a:lnTo>
                  <a:lnTo>
                    <a:pt x="7220" y="1523"/>
                  </a:lnTo>
                  <a:lnTo>
                    <a:pt x="6874" y="1315"/>
                  </a:lnTo>
                  <a:lnTo>
                    <a:pt x="6505" y="1131"/>
                  </a:lnTo>
                  <a:lnTo>
                    <a:pt x="6159" y="946"/>
                  </a:lnTo>
                  <a:lnTo>
                    <a:pt x="5790" y="785"/>
                  </a:lnTo>
                  <a:lnTo>
                    <a:pt x="5421" y="646"/>
                  </a:lnTo>
                  <a:lnTo>
                    <a:pt x="5028" y="508"/>
                  </a:lnTo>
                  <a:lnTo>
                    <a:pt x="4659" y="393"/>
                  </a:lnTo>
                  <a:lnTo>
                    <a:pt x="4267" y="277"/>
                  </a:lnTo>
                  <a:lnTo>
                    <a:pt x="3875" y="208"/>
                  </a:lnTo>
                  <a:lnTo>
                    <a:pt x="3483" y="116"/>
                  </a:lnTo>
                  <a:lnTo>
                    <a:pt x="3091" y="70"/>
                  </a:lnTo>
                  <a:lnTo>
                    <a:pt x="2676" y="24"/>
                  </a:lnTo>
                  <a:lnTo>
                    <a:pt x="22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5"/>
            <p:cNvSpPr/>
            <p:nvPr/>
          </p:nvSpPr>
          <p:spPr>
            <a:xfrm>
              <a:off x="6885975" y="2727750"/>
              <a:ext cx="280825" cy="160900"/>
            </a:xfrm>
            <a:custGeom>
              <a:avLst/>
              <a:gdLst/>
              <a:ahLst/>
              <a:cxnLst/>
              <a:rect l="l" t="t" r="r" b="b"/>
              <a:pathLst>
                <a:path w="11233" h="6436" fill="none" extrusionOk="0">
                  <a:moveTo>
                    <a:pt x="11233" y="6435"/>
                  </a:moveTo>
                  <a:lnTo>
                    <a:pt x="11233" y="6435"/>
                  </a:lnTo>
                  <a:lnTo>
                    <a:pt x="10956" y="5790"/>
                  </a:lnTo>
                  <a:lnTo>
                    <a:pt x="10633" y="5167"/>
                  </a:lnTo>
                  <a:lnTo>
                    <a:pt x="10287" y="4544"/>
                  </a:lnTo>
                  <a:lnTo>
                    <a:pt x="9872" y="3991"/>
                  </a:lnTo>
                  <a:lnTo>
                    <a:pt x="9434" y="3437"/>
                  </a:lnTo>
                  <a:lnTo>
                    <a:pt x="8949" y="2930"/>
                  </a:lnTo>
                  <a:lnTo>
                    <a:pt x="8442" y="2445"/>
                  </a:lnTo>
                  <a:lnTo>
                    <a:pt x="7888" y="1984"/>
                  </a:lnTo>
                  <a:lnTo>
                    <a:pt x="7888" y="1984"/>
                  </a:lnTo>
                  <a:lnTo>
                    <a:pt x="7542" y="1753"/>
                  </a:lnTo>
                  <a:lnTo>
                    <a:pt x="7220" y="1523"/>
                  </a:lnTo>
                  <a:lnTo>
                    <a:pt x="6874" y="1315"/>
                  </a:lnTo>
                  <a:lnTo>
                    <a:pt x="6505" y="1131"/>
                  </a:lnTo>
                  <a:lnTo>
                    <a:pt x="6159" y="946"/>
                  </a:lnTo>
                  <a:lnTo>
                    <a:pt x="5790" y="785"/>
                  </a:lnTo>
                  <a:lnTo>
                    <a:pt x="5421" y="646"/>
                  </a:lnTo>
                  <a:lnTo>
                    <a:pt x="5028" y="508"/>
                  </a:lnTo>
                  <a:lnTo>
                    <a:pt x="4659" y="393"/>
                  </a:lnTo>
                  <a:lnTo>
                    <a:pt x="4267" y="277"/>
                  </a:lnTo>
                  <a:lnTo>
                    <a:pt x="3875" y="208"/>
                  </a:lnTo>
                  <a:lnTo>
                    <a:pt x="3483" y="116"/>
                  </a:lnTo>
                  <a:lnTo>
                    <a:pt x="3091" y="70"/>
                  </a:lnTo>
                  <a:lnTo>
                    <a:pt x="2676" y="24"/>
                  </a:lnTo>
                  <a:lnTo>
                    <a:pt x="2284" y="0"/>
                  </a:lnTo>
                  <a:lnTo>
                    <a:pt x="1869" y="0"/>
                  </a:lnTo>
                  <a:lnTo>
                    <a:pt x="0" y="0"/>
                  </a:lnTo>
                  <a:lnTo>
                    <a:pt x="0" y="6435"/>
                  </a:lnTo>
                  <a:lnTo>
                    <a:pt x="11233" y="643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5"/>
            <p:cNvSpPr/>
            <p:nvPr/>
          </p:nvSpPr>
          <p:spPr>
            <a:xfrm>
              <a:off x="7166775" y="28886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5"/>
            <p:cNvSpPr/>
            <p:nvPr/>
          </p:nvSpPr>
          <p:spPr>
            <a:xfrm>
              <a:off x="6496175" y="2940525"/>
              <a:ext cx="885700" cy="316000"/>
            </a:xfrm>
            <a:custGeom>
              <a:avLst/>
              <a:gdLst/>
              <a:ahLst/>
              <a:cxnLst/>
              <a:rect l="l" t="t" r="r" b="b"/>
              <a:pathLst>
                <a:path w="35428" h="12640" extrusionOk="0">
                  <a:moveTo>
                    <a:pt x="13355" y="2745"/>
                  </a:moveTo>
                  <a:lnTo>
                    <a:pt x="13563" y="2814"/>
                  </a:lnTo>
                  <a:lnTo>
                    <a:pt x="13724" y="2906"/>
                  </a:lnTo>
                  <a:lnTo>
                    <a:pt x="13885" y="3045"/>
                  </a:lnTo>
                  <a:lnTo>
                    <a:pt x="14001" y="3183"/>
                  </a:lnTo>
                  <a:lnTo>
                    <a:pt x="14093" y="3368"/>
                  </a:lnTo>
                  <a:lnTo>
                    <a:pt x="14162" y="3552"/>
                  </a:lnTo>
                  <a:lnTo>
                    <a:pt x="14185" y="3783"/>
                  </a:lnTo>
                  <a:lnTo>
                    <a:pt x="14162" y="3990"/>
                  </a:lnTo>
                  <a:lnTo>
                    <a:pt x="14093" y="4175"/>
                  </a:lnTo>
                  <a:lnTo>
                    <a:pt x="14001" y="4359"/>
                  </a:lnTo>
                  <a:lnTo>
                    <a:pt x="13885" y="4498"/>
                  </a:lnTo>
                  <a:lnTo>
                    <a:pt x="13724" y="4636"/>
                  </a:lnTo>
                  <a:lnTo>
                    <a:pt x="13563" y="4729"/>
                  </a:lnTo>
                  <a:lnTo>
                    <a:pt x="13355" y="4798"/>
                  </a:lnTo>
                  <a:lnTo>
                    <a:pt x="13147" y="4821"/>
                  </a:lnTo>
                  <a:lnTo>
                    <a:pt x="10380" y="4821"/>
                  </a:lnTo>
                  <a:lnTo>
                    <a:pt x="10172" y="4798"/>
                  </a:lnTo>
                  <a:lnTo>
                    <a:pt x="9964" y="4729"/>
                  </a:lnTo>
                  <a:lnTo>
                    <a:pt x="9803" y="4636"/>
                  </a:lnTo>
                  <a:lnTo>
                    <a:pt x="9642" y="4498"/>
                  </a:lnTo>
                  <a:lnTo>
                    <a:pt x="9526" y="4359"/>
                  </a:lnTo>
                  <a:lnTo>
                    <a:pt x="9434" y="4175"/>
                  </a:lnTo>
                  <a:lnTo>
                    <a:pt x="9365" y="3990"/>
                  </a:lnTo>
                  <a:lnTo>
                    <a:pt x="9342" y="3783"/>
                  </a:lnTo>
                  <a:lnTo>
                    <a:pt x="9365" y="3552"/>
                  </a:lnTo>
                  <a:lnTo>
                    <a:pt x="9434" y="3368"/>
                  </a:lnTo>
                  <a:lnTo>
                    <a:pt x="9526" y="3183"/>
                  </a:lnTo>
                  <a:lnTo>
                    <a:pt x="9642" y="3045"/>
                  </a:lnTo>
                  <a:lnTo>
                    <a:pt x="9803" y="2906"/>
                  </a:lnTo>
                  <a:lnTo>
                    <a:pt x="9964" y="2814"/>
                  </a:lnTo>
                  <a:lnTo>
                    <a:pt x="10172" y="2745"/>
                  </a:lnTo>
                  <a:close/>
                  <a:moveTo>
                    <a:pt x="18891" y="2745"/>
                  </a:moveTo>
                  <a:lnTo>
                    <a:pt x="19098" y="2814"/>
                  </a:lnTo>
                  <a:lnTo>
                    <a:pt x="19260" y="2906"/>
                  </a:lnTo>
                  <a:lnTo>
                    <a:pt x="19421" y="3045"/>
                  </a:lnTo>
                  <a:lnTo>
                    <a:pt x="19536" y="3183"/>
                  </a:lnTo>
                  <a:lnTo>
                    <a:pt x="19629" y="3368"/>
                  </a:lnTo>
                  <a:lnTo>
                    <a:pt x="19698" y="3552"/>
                  </a:lnTo>
                  <a:lnTo>
                    <a:pt x="19721" y="3783"/>
                  </a:lnTo>
                  <a:lnTo>
                    <a:pt x="19698" y="3990"/>
                  </a:lnTo>
                  <a:lnTo>
                    <a:pt x="19629" y="4175"/>
                  </a:lnTo>
                  <a:lnTo>
                    <a:pt x="19536" y="4359"/>
                  </a:lnTo>
                  <a:lnTo>
                    <a:pt x="19421" y="4498"/>
                  </a:lnTo>
                  <a:lnTo>
                    <a:pt x="19260" y="4636"/>
                  </a:lnTo>
                  <a:lnTo>
                    <a:pt x="19098" y="4729"/>
                  </a:lnTo>
                  <a:lnTo>
                    <a:pt x="18891" y="4798"/>
                  </a:lnTo>
                  <a:lnTo>
                    <a:pt x="18683" y="4821"/>
                  </a:lnTo>
                  <a:lnTo>
                    <a:pt x="15915" y="4821"/>
                  </a:lnTo>
                  <a:lnTo>
                    <a:pt x="15708" y="4798"/>
                  </a:lnTo>
                  <a:lnTo>
                    <a:pt x="15500" y="4729"/>
                  </a:lnTo>
                  <a:lnTo>
                    <a:pt x="15339" y="4636"/>
                  </a:lnTo>
                  <a:lnTo>
                    <a:pt x="15177" y="4498"/>
                  </a:lnTo>
                  <a:lnTo>
                    <a:pt x="15062" y="4359"/>
                  </a:lnTo>
                  <a:lnTo>
                    <a:pt x="14970" y="4175"/>
                  </a:lnTo>
                  <a:lnTo>
                    <a:pt x="14900" y="3990"/>
                  </a:lnTo>
                  <a:lnTo>
                    <a:pt x="14877" y="3783"/>
                  </a:lnTo>
                  <a:lnTo>
                    <a:pt x="14900" y="3552"/>
                  </a:lnTo>
                  <a:lnTo>
                    <a:pt x="14970" y="3368"/>
                  </a:lnTo>
                  <a:lnTo>
                    <a:pt x="15062" y="3183"/>
                  </a:lnTo>
                  <a:lnTo>
                    <a:pt x="15177" y="3045"/>
                  </a:lnTo>
                  <a:lnTo>
                    <a:pt x="15339" y="2906"/>
                  </a:lnTo>
                  <a:lnTo>
                    <a:pt x="15500" y="2814"/>
                  </a:lnTo>
                  <a:lnTo>
                    <a:pt x="15708" y="2745"/>
                  </a:lnTo>
                  <a:close/>
                  <a:moveTo>
                    <a:pt x="24426" y="2745"/>
                  </a:moveTo>
                  <a:lnTo>
                    <a:pt x="24634" y="2814"/>
                  </a:lnTo>
                  <a:lnTo>
                    <a:pt x="24795" y="2906"/>
                  </a:lnTo>
                  <a:lnTo>
                    <a:pt x="24957" y="3045"/>
                  </a:lnTo>
                  <a:lnTo>
                    <a:pt x="25072" y="3183"/>
                  </a:lnTo>
                  <a:lnTo>
                    <a:pt x="25164" y="3368"/>
                  </a:lnTo>
                  <a:lnTo>
                    <a:pt x="25233" y="3552"/>
                  </a:lnTo>
                  <a:lnTo>
                    <a:pt x="25256" y="3783"/>
                  </a:lnTo>
                  <a:lnTo>
                    <a:pt x="25233" y="3990"/>
                  </a:lnTo>
                  <a:lnTo>
                    <a:pt x="25164" y="4175"/>
                  </a:lnTo>
                  <a:lnTo>
                    <a:pt x="25072" y="4359"/>
                  </a:lnTo>
                  <a:lnTo>
                    <a:pt x="24957" y="4498"/>
                  </a:lnTo>
                  <a:lnTo>
                    <a:pt x="24795" y="4636"/>
                  </a:lnTo>
                  <a:lnTo>
                    <a:pt x="24634" y="4729"/>
                  </a:lnTo>
                  <a:lnTo>
                    <a:pt x="24426" y="4798"/>
                  </a:lnTo>
                  <a:lnTo>
                    <a:pt x="24219" y="4821"/>
                  </a:lnTo>
                  <a:lnTo>
                    <a:pt x="21451" y="4821"/>
                  </a:lnTo>
                  <a:lnTo>
                    <a:pt x="21243" y="4798"/>
                  </a:lnTo>
                  <a:lnTo>
                    <a:pt x="21036" y="4729"/>
                  </a:lnTo>
                  <a:lnTo>
                    <a:pt x="20874" y="4636"/>
                  </a:lnTo>
                  <a:lnTo>
                    <a:pt x="20713" y="4498"/>
                  </a:lnTo>
                  <a:lnTo>
                    <a:pt x="20597" y="4359"/>
                  </a:lnTo>
                  <a:lnTo>
                    <a:pt x="20505" y="4175"/>
                  </a:lnTo>
                  <a:lnTo>
                    <a:pt x="20436" y="3990"/>
                  </a:lnTo>
                  <a:lnTo>
                    <a:pt x="20413" y="3783"/>
                  </a:lnTo>
                  <a:lnTo>
                    <a:pt x="20436" y="3552"/>
                  </a:lnTo>
                  <a:lnTo>
                    <a:pt x="20505" y="3368"/>
                  </a:lnTo>
                  <a:lnTo>
                    <a:pt x="20597" y="3183"/>
                  </a:lnTo>
                  <a:lnTo>
                    <a:pt x="20713" y="3045"/>
                  </a:lnTo>
                  <a:lnTo>
                    <a:pt x="20874" y="2906"/>
                  </a:lnTo>
                  <a:lnTo>
                    <a:pt x="21036" y="2814"/>
                  </a:lnTo>
                  <a:lnTo>
                    <a:pt x="21243" y="2745"/>
                  </a:lnTo>
                  <a:close/>
                  <a:moveTo>
                    <a:pt x="0" y="0"/>
                  </a:moveTo>
                  <a:lnTo>
                    <a:pt x="0" y="2699"/>
                  </a:lnTo>
                  <a:lnTo>
                    <a:pt x="5052" y="2699"/>
                  </a:lnTo>
                  <a:lnTo>
                    <a:pt x="5259" y="2722"/>
                  </a:lnTo>
                  <a:lnTo>
                    <a:pt x="5444" y="2791"/>
                  </a:lnTo>
                  <a:lnTo>
                    <a:pt x="5628" y="2883"/>
                  </a:lnTo>
                  <a:lnTo>
                    <a:pt x="5767" y="2999"/>
                  </a:lnTo>
                  <a:lnTo>
                    <a:pt x="5905" y="3160"/>
                  </a:lnTo>
                  <a:lnTo>
                    <a:pt x="5997" y="3345"/>
                  </a:lnTo>
                  <a:lnTo>
                    <a:pt x="6067" y="3529"/>
                  </a:lnTo>
                  <a:lnTo>
                    <a:pt x="6090" y="3737"/>
                  </a:lnTo>
                  <a:lnTo>
                    <a:pt x="6067" y="3944"/>
                  </a:lnTo>
                  <a:lnTo>
                    <a:pt x="5997" y="4152"/>
                  </a:lnTo>
                  <a:lnTo>
                    <a:pt x="5905" y="4313"/>
                  </a:lnTo>
                  <a:lnTo>
                    <a:pt x="5767" y="4475"/>
                  </a:lnTo>
                  <a:lnTo>
                    <a:pt x="5628" y="4590"/>
                  </a:lnTo>
                  <a:lnTo>
                    <a:pt x="5444" y="4682"/>
                  </a:lnTo>
                  <a:lnTo>
                    <a:pt x="5259" y="4752"/>
                  </a:lnTo>
                  <a:lnTo>
                    <a:pt x="5052" y="4775"/>
                  </a:lnTo>
                  <a:lnTo>
                    <a:pt x="0" y="4775"/>
                  </a:lnTo>
                  <a:lnTo>
                    <a:pt x="0" y="7196"/>
                  </a:lnTo>
                  <a:lnTo>
                    <a:pt x="0" y="7612"/>
                  </a:lnTo>
                  <a:lnTo>
                    <a:pt x="47" y="8004"/>
                  </a:lnTo>
                  <a:lnTo>
                    <a:pt x="116" y="8396"/>
                  </a:lnTo>
                  <a:lnTo>
                    <a:pt x="231" y="8788"/>
                  </a:lnTo>
                  <a:lnTo>
                    <a:pt x="346" y="9157"/>
                  </a:lnTo>
                  <a:lnTo>
                    <a:pt x="508" y="9503"/>
                  </a:lnTo>
                  <a:lnTo>
                    <a:pt x="692" y="9849"/>
                  </a:lnTo>
                  <a:lnTo>
                    <a:pt x="877" y="10172"/>
                  </a:lnTo>
                  <a:lnTo>
                    <a:pt x="1108" y="10495"/>
                  </a:lnTo>
                  <a:lnTo>
                    <a:pt x="1338" y="10794"/>
                  </a:lnTo>
                  <a:lnTo>
                    <a:pt x="1615" y="11071"/>
                  </a:lnTo>
                  <a:lnTo>
                    <a:pt x="1892" y="11325"/>
                  </a:lnTo>
                  <a:lnTo>
                    <a:pt x="2192" y="11556"/>
                  </a:lnTo>
                  <a:lnTo>
                    <a:pt x="2515" y="11786"/>
                  </a:lnTo>
                  <a:lnTo>
                    <a:pt x="2837" y="11971"/>
                  </a:lnTo>
                  <a:lnTo>
                    <a:pt x="3183" y="12155"/>
                  </a:lnTo>
                  <a:lnTo>
                    <a:pt x="3253" y="11648"/>
                  </a:lnTo>
                  <a:lnTo>
                    <a:pt x="3368" y="11140"/>
                  </a:lnTo>
                  <a:lnTo>
                    <a:pt x="3529" y="10656"/>
                  </a:lnTo>
                  <a:lnTo>
                    <a:pt x="3737" y="10218"/>
                  </a:lnTo>
                  <a:lnTo>
                    <a:pt x="3991" y="9780"/>
                  </a:lnTo>
                  <a:lnTo>
                    <a:pt x="4267" y="9364"/>
                  </a:lnTo>
                  <a:lnTo>
                    <a:pt x="4590" y="8995"/>
                  </a:lnTo>
                  <a:lnTo>
                    <a:pt x="4936" y="8649"/>
                  </a:lnTo>
                  <a:lnTo>
                    <a:pt x="5328" y="8327"/>
                  </a:lnTo>
                  <a:lnTo>
                    <a:pt x="5721" y="8050"/>
                  </a:lnTo>
                  <a:lnTo>
                    <a:pt x="6159" y="7796"/>
                  </a:lnTo>
                  <a:lnTo>
                    <a:pt x="6620" y="7589"/>
                  </a:lnTo>
                  <a:lnTo>
                    <a:pt x="7104" y="7427"/>
                  </a:lnTo>
                  <a:lnTo>
                    <a:pt x="7589" y="7312"/>
                  </a:lnTo>
                  <a:lnTo>
                    <a:pt x="8119" y="7243"/>
                  </a:lnTo>
                  <a:lnTo>
                    <a:pt x="8650" y="7219"/>
                  </a:lnTo>
                  <a:lnTo>
                    <a:pt x="8927" y="7219"/>
                  </a:lnTo>
                  <a:lnTo>
                    <a:pt x="9203" y="7243"/>
                  </a:lnTo>
                  <a:lnTo>
                    <a:pt x="9734" y="7312"/>
                  </a:lnTo>
                  <a:lnTo>
                    <a:pt x="10264" y="7450"/>
                  </a:lnTo>
                  <a:lnTo>
                    <a:pt x="10772" y="7635"/>
                  </a:lnTo>
                  <a:lnTo>
                    <a:pt x="11256" y="7865"/>
                  </a:lnTo>
                  <a:lnTo>
                    <a:pt x="11694" y="8142"/>
                  </a:lnTo>
                  <a:lnTo>
                    <a:pt x="12109" y="8442"/>
                  </a:lnTo>
                  <a:lnTo>
                    <a:pt x="12502" y="8811"/>
                  </a:lnTo>
                  <a:lnTo>
                    <a:pt x="12871" y="9180"/>
                  </a:lnTo>
                  <a:lnTo>
                    <a:pt x="13170" y="9595"/>
                  </a:lnTo>
                  <a:lnTo>
                    <a:pt x="13447" y="10056"/>
                  </a:lnTo>
                  <a:lnTo>
                    <a:pt x="13678" y="10518"/>
                  </a:lnTo>
                  <a:lnTo>
                    <a:pt x="13862" y="11025"/>
                  </a:lnTo>
                  <a:lnTo>
                    <a:pt x="14001" y="11556"/>
                  </a:lnTo>
                  <a:lnTo>
                    <a:pt x="14047" y="11809"/>
                  </a:lnTo>
                  <a:lnTo>
                    <a:pt x="14093" y="12086"/>
                  </a:lnTo>
                  <a:lnTo>
                    <a:pt x="14093" y="12363"/>
                  </a:lnTo>
                  <a:lnTo>
                    <a:pt x="14116" y="12640"/>
                  </a:lnTo>
                  <a:lnTo>
                    <a:pt x="22581" y="12640"/>
                  </a:lnTo>
                  <a:lnTo>
                    <a:pt x="22604" y="12363"/>
                  </a:lnTo>
                  <a:lnTo>
                    <a:pt x="22604" y="12086"/>
                  </a:lnTo>
                  <a:lnTo>
                    <a:pt x="22650" y="11809"/>
                  </a:lnTo>
                  <a:lnTo>
                    <a:pt x="22696" y="11556"/>
                  </a:lnTo>
                  <a:lnTo>
                    <a:pt x="22835" y="11025"/>
                  </a:lnTo>
                  <a:lnTo>
                    <a:pt x="23019" y="10518"/>
                  </a:lnTo>
                  <a:lnTo>
                    <a:pt x="23250" y="10056"/>
                  </a:lnTo>
                  <a:lnTo>
                    <a:pt x="23527" y="9595"/>
                  </a:lnTo>
                  <a:lnTo>
                    <a:pt x="23826" y="9180"/>
                  </a:lnTo>
                  <a:lnTo>
                    <a:pt x="24195" y="8811"/>
                  </a:lnTo>
                  <a:lnTo>
                    <a:pt x="24588" y="8442"/>
                  </a:lnTo>
                  <a:lnTo>
                    <a:pt x="25003" y="8142"/>
                  </a:lnTo>
                  <a:lnTo>
                    <a:pt x="25441" y="7865"/>
                  </a:lnTo>
                  <a:lnTo>
                    <a:pt x="25925" y="7635"/>
                  </a:lnTo>
                  <a:lnTo>
                    <a:pt x="26433" y="7450"/>
                  </a:lnTo>
                  <a:lnTo>
                    <a:pt x="26963" y="7312"/>
                  </a:lnTo>
                  <a:lnTo>
                    <a:pt x="27494" y="7243"/>
                  </a:lnTo>
                  <a:lnTo>
                    <a:pt x="27770" y="7219"/>
                  </a:lnTo>
                  <a:lnTo>
                    <a:pt x="28070" y="7219"/>
                  </a:lnTo>
                  <a:lnTo>
                    <a:pt x="28601" y="7243"/>
                  </a:lnTo>
                  <a:lnTo>
                    <a:pt x="29131" y="7312"/>
                  </a:lnTo>
                  <a:lnTo>
                    <a:pt x="29639" y="7450"/>
                  </a:lnTo>
                  <a:lnTo>
                    <a:pt x="30123" y="7612"/>
                  </a:lnTo>
                  <a:lnTo>
                    <a:pt x="30584" y="7819"/>
                  </a:lnTo>
                  <a:lnTo>
                    <a:pt x="31023" y="8073"/>
                  </a:lnTo>
                  <a:lnTo>
                    <a:pt x="31438" y="8373"/>
                  </a:lnTo>
                  <a:lnTo>
                    <a:pt x="31830" y="8696"/>
                  </a:lnTo>
                  <a:lnTo>
                    <a:pt x="32176" y="9065"/>
                  </a:lnTo>
                  <a:lnTo>
                    <a:pt x="32499" y="9457"/>
                  </a:lnTo>
                  <a:lnTo>
                    <a:pt x="32776" y="9895"/>
                  </a:lnTo>
                  <a:lnTo>
                    <a:pt x="33006" y="10333"/>
                  </a:lnTo>
                  <a:lnTo>
                    <a:pt x="33214" y="10818"/>
                  </a:lnTo>
                  <a:lnTo>
                    <a:pt x="33375" y="11302"/>
                  </a:lnTo>
                  <a:lnTo>
                    <a:pt x="33468" y="11809"/>
                  </a:lnTo>
                  <a:lnTo>
                    <a:pt x="33514" y="12340"/>
                  </a:lnTo>
                  <a:lnTo>
                    <a:pt x="33721" y="12248"/>
                  </a:lnTo>
                  <a:lnTo>
                    <a:pt x="33929" y="12132"/>
                  </a:lnTo>
                  <a:lnTo>
                    <a:pt x="34113" y="11994"/>
                  </a:lnTo>
                  <a:lnTo>
                    <a:pt x="34298" y="11855"/>
                  </a:lnTo>
                  <a:lnTo>
                    <a:pt x="34459" y="11694"/>
                  </a:lnTo>
                  <a:lnTo>
                    <a:pt x="34621" y="11533"/>
                  </a:lnTo>
                  <a:lnTo>
                    <a:pt x="34759" y="11348"/>
                  </a:lnTo>
                  <a:lnTo>
                    <a:pt x="34898" y="11163"/>
                  </a:lnTo>
                  <a:lnTo>
                    <a:pt x="35013" y="10979"/>
                  </a:lnTo>
                  <a:lnTo>
                    <a:pt x="35105" y="10771"/>
                  </a:lnTo>
                  <a:lnTo>
                    <a:pt x="35197" y="10564"/>
                  </a:lnTo>
                  <a:lnTo>
                    <a:pt x="35290" y="10333"/>
                  </a:lnTo>
                  <a:lnTo>
                    <a:pt x="35336" y="10103"/>
                  </a:lnTo>
                  <a:lnTo>
                    <a:pt x="35382" y="9872"/>
                  </a:lnTo>
                  <a:lnTo>
                    <a:pt x="35405" y="9641"/>
                  </a:lnTo>
                  <a:lnTo>
                    <a:pt x="35428" y="9411"/>
                  </a:lnTo>
                  <a:lnTo>
                    <a:pt x="35428" y="5928"/>
                  </a:lnTo>
                  <a:lnTo>
                    <a:pt x="35382" y="5374"/>
                  </a:lnTo>
                  <a:lnTo>
                    <a:pt x="35313" y="4821"/>
                  </a:lnTo>
                  <a:lnTo>
                    <a:pt x="30700" y="4821"/>
                  </a:lnTo>
                  <a:lnTo>
                    <a:pt x="30492" y="4798"/>
                  </a:lnTo>
                  <a:lnTo>
                    <a:pt x="30285" y="4729"/>
                  </a:lnTo>
                  <a:lnTo>
                    <a:pt x="30123" y="4636"/>
                  </a:lnTo>
                  <a:lnTo>
                    <a:pt x="29962" y="4498"/>
                  </a:lnTo>
                  <a:lnTo>
                    <a:pt x="29823" y="4359"/>
                  </a:lnTo>
                  <a:lnTo>
                    <a:pt x="29731" y="4175"/>
                  </a:lnTo>
                  <a:lnTo>
                    <a:pt x="29685" y="3990"/>
                  </a:lnTo>
                  <a:lnTo>
                    <a:pt x="29662" y="3783"/>
                  </a:lnTo>
                  <a:lnTo>
                    <a:pt x="29685" y="3552"/>
                  </a:lnTo>
                  <a:lnTo>
                    <a:pt x="29731" y="3368"/>
                  </a:lnTo>
                  <a:lnTo>
                    <a:pt x="29823" y="3183"/>
                  </a:lnTo>
                  <a:lnTo>
                    <a:pt x="29962" y="3045"/>
                  </a:lnTo>
                  <a:lnTo>
                    <a:pt x="30123" y="2906"/>
                  </a:lnTo>
                  <a:lnTo>
                    <a:pt x="30285" y="2814"/>
                  </a:lnTo>
                  <a:lnTo>
                    <a:pt x="30492" y="2745"/>
                  </a:lnTo>
                  <a:lnTo>
                    <a:pt x="34482" y="2745"/>
                  </a:lnTo>
                  <a:lnTo>
                    <a:pt x="34275" y="2422"/>
                  </a:lnTo>
                  <a:lnTo>
                    <a:pt x="34044" y="2145"/>
                  </a:lnTo>
                  <a:lnTo>
                    <a:pt x="33790" y="1869"/>
                  </a:lnTo>
                  <a:lnTo>
                    <a:pt x="33537" y="1615"/>
                  </a:lnTo>
                  <a:lnTo>
                    <a:pt x="33260" y="1361"/>
                  </a:lnTo>
                  <a:lnTo>
                    <a:pt x="32960" y="1154"/>
                  </a:lnTo>
                  <a:lnTo>
                    <a:pt x="32660" y="946"/>
                  </a:lnTo>
                  <a:lnTo>
                    <a:pt x="32360" y="761"/>
                  </a:lnTo>
                  <a:lnTo>
                    <a:pt x="32014" y="577"/>
                  </a:lnTo>
                  <a:lnTo>
                    <a:pt x="31692" y="439"/>
                  </a:lnTo>
                  <a:lnTo>
                    <a:pt x="31322" y="300"/>
                  </a:lnTo>
                  <a:lnTo>
                    <a:pt x="30977" y="185"/>
                  </a:lnTo>
                  <a:lnTo>
                    <a:pt x="30607" y="116"/>
                  </a:lnTo>
                  <a:lnTo>
                    <a:pt x="30215" y="46"/>
                  </a:lnTo>
                  <a:lnTo>
                    <a:pt x="29846" y="23"/>
                  </a:lnTo>
                  <a:lnTo>
                    <a:pt x="294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5"/>
            <p:cNvSpPr/>
            <p:nvPr/>
          </p:nvSpPr>
          <p:spPr>
            <a:xfrm>
              <a:off x="6496175" y="2940525"/>
              <a:ext cx="885700" cy="316000"/>
            </a:xfrm>
            <a:custGeom>
              <a:avLst/>
              <a:gdLst/>
              <a:ahLst/>
              <a:cxnLst/>
              <a:rect l="l" t="t" r="r" b="b"/>
              <a:pathLst>
                <a:path w="35428" h="12640" fill="none" extrusionOk="0">
                  <a:moveTo>
                    <a:pt x="35313" y="4821"/>
                  </a:moveTo>
                  <a:lnTo>
                    <a:pt x="30700" y="4821"/>
                  </a:lnTo>
                  <a:lnTo>
                    <a:pt x="30700" y="4821"/>
                  </a:lnTo>
                  <a:lnTo>
                    <a:pt x="30492" y="4798"/>
                  </a:lnTo>
                  <a:lnTo>
                    <a:pt x="30285" y="4729"/>
                  </a:lnTo>
                  <a:lnTo>
                    <a:pt x="30123" y="4636"/>
                  </a:lnTo>
                  <a:lnTo>
                    <a:pt x="29962" y="4498"/>
                  </a:lnTo>
                  <a:lnTo>
                    <a:pt x="29823" y="4359"/>
                  </a:lnTo>
                  <a:lnTo>
                    <a:pt x="29731" y="4175"/>
                  </a:lnTo>
                  <a:lnTo>
                    <a:pt x="29685" y="3990"/>
                  </a:lnTo>
                  <a:lnTo>
                    <a:pt x="29662" y="3783"/>
                  </a:lnTo>
                  <a:lnTo>
                    <a:pt x="29662" y="3783"/>
                  </a:lnTo>
                  <a:lnTo>
                    <a:pt x="29685" y="3552"/>
                  </a:lnTo>
                  <a:lnTo>
                    <a:pt x="29731" y="3368"/>
                  </a:lnTo>
                  <a:lnTo>
                    <a:pt x="29823" y="3183"/>
                  </a:lnTo>
                  <a:lnTo>
                    <a:pt x="29962" y="3045"/>
                  </a:lnTo>
                  <a:lnTo>
                    <a:pt x="30123" y="2906"/>
                  </a:lnTo>
                  <a:lnTo>
                    <a:pt x="30285" y="2814"/>
                  </a:lnTo>
                  <a:lnTo>
                    <a:pt x="30492" y="2745"/>
                  </a:lnTo>
                  <a:lnTo>
                    <a:pt x="30700" y="2745"/>
                  </a:lnTo>
                  <a:lnTo>
                    <a:pt x="34482" y="2745"/>
                  </a:lnTo>
                  <a:lnTo>
                    <a:pt x="34482" y="2745"/>
                  </a:lnTo>
                  <a:lnTo>
                    <a:pt x="34275" y="2422"/>
                  </a:lnTo>
                  <a:lnTo>
                    <a:pt x="34044" y="2145"/>
                  </a:lnTo>
                  <a:lnTo>
                    <a:pt x="33790" y="1869"/>
                  </a:lnTo>
                  <a:lnTo>
                    <a:pt x="33537" y="1615"/>
                  </a:lnTo>
                  <a:lnTo>
                    <a:pt x="33260" y="1361"/>
                  </a:lnTo>
                  <a:lnTo>
                    <a:pt x="32960" y="1154"/>
                  </a:lnTo>
                  <a:lnTo>
                    <a:pt x="32660" y="946"/>
                  </a:lnTo>
                  <a:lnTo>
                    <a:pt x="32360" y="761"/>
                  </a:lnTo>
                  <a:lnTo>
                    <a:pt x="32014" y="577"/>
                  </a:lnTo>
                  <a:lnTo>
                    <a:pt x="31692" y="439"/>
                  </a:lnTo>
                  <a:lnTo>
                    <a:pt x="31322" y="300"/>
                  </a:lnTo>
                  <a:lnTo>
                    <a:pt x="30977" y="185"/>
                  </a:lnTo>
                  <a:lnTo>
                    <a:pt x="30607" y="116"/>
                  </a:lnTo>
                  <a:lnTo>
                    <a:pt x="30215" y="46"/>
                  </a:lnTo>
                  <a:lnTo>
                    <a:pt x="29846" y="23"/>
                  </a:lnTo>
                  <a:lnTo>
                    <a:pt x="29454" y="0"/>
                  </a:lnTo>
                  <a:lnTo>
                    <a:pt x="0" y="0"/>
                  </a:lnTo>
                  <a:lnTo>
                    <a:pt x="0" y="2699"/>
                  </a:lnTo>
                  <a:lnTo>
                    <a:pt x="5052" y="2699"/>
                  </a:lnTo>
                  <a:lnTo>
                    <a:pt x="5052" y="2699"/>
                  </a:lnTo>
                  <a:lnTo>
                    <a:pt x="5259" y="2722"/>
                  </a:lnTo>
                  <a:lnTo>
                    <a:pt x="5444" y="2791"/>
                  </a:lnTo>
                  <a:lnTo>
                    <a:pt x="5628" y="2883"/>
                  </a:lnTo>
                  <a:lnTo>
                    <a:pt x="5767" y="2999"/>
                  </a:lnTo>
                  <a:lnTo>
                    <a:pt x="5905" y="3160"/>
                  </a:lnTo>
                  <a:lnTo>
                    <a:pt x="5997" y="3345"/>
                  </a:lnTo>
                  <a:lnTo>
                    <a:pt x="6067" y="3529"/>
                  </a:lnTo>
                  <a:lnTo>
                    <a:pt x="6090" y="3737"/>
                  </a:lnTo>
                  <a:lnTo>
                    <a:pt x="6090" y="3737"/>
                  </a:lnTo>
                  <a:lnTo>
                    <a:pt x="6067" y="3944"/>
                  </a:lnTo>
                  <a:lnTo>
                    <a:pt x="5997" y="4152"/>
                  </a:lnTo>
                  <a:lnTo>
                    <a:pt x="5905" y="4313"/>
                  </a:lnTo>
                  <a:lnTo>
                    <a:pt x="5767" y="4475"/>
                  </a:lnTo>
                  <a:lnTo>
                    <a:pt x="5628" y="4590"/>
                  </a:lnTo>
                  <a:lnTo>
                    <a:pt x="5444" y="4682"/>
                  </a:lnTo>
                  <a:lnTo>
                    <a:pt x="5259" y="4752"/>
                  </a:lnTo>
                  <a:lnTo>
                    <a:pt x="5052" y="4775"/>
                  </a:lnTo>
                  <a:lnTo>
                    <a:pt x="0" y="4775"/>
                  </a:lnTo>
                  <a:lnTo>
                    <a:pt x="0" y="7196"/>
                  </a:lnTo>
                  <a:lnTo>
                    <a:pt x="0" y="7196"/>
                  </a:lnTo>
                  <a:lnTo>
                    <a:pt x="0" y="7612"/>
                  </a:lnTo>
                  <a:lnTo>
                    <a:pt x="47" y="8004"/>
                  </a:lnTo>
                  <a:lnTo>
                    <a:pt x="116" y="8396"/>
                  </a:lnTo>
                  <a:lnTo>
                    <a:pt x="231" y="8788"/>
                  </a:lnTo>
                  <a:lnTo>
                    <a:pt x="346" y="9157"/>
                  </a:lnTo>
                  <a:lnTo>
                    <a:pt x="508" y="9503"/>
                  </a:lnTo>
                  <a:lnTo>
                    <a:pt x="692" y="9849"/>
                  </a:lnTo>
                  <a:lnTo>
                    <a:pt x="877" y="10172"/>
                  </a:lnTo>
                  <a:lnTo>
                    <a:pt x="1108" y="10495"/>
                  </a:lnTo>
                  <a:lnTo>
                    <a:pt x="1338" y="10794"/>
                  </a:lnTo>
                  <a:lnTo>
                    <a:pt x="1615" y="11071"/>
                  </a:lnTo>
                  <a:lnTo>
                    <a:pt x="1892" y="11325"/>
                  </a:lnTo>
                  <a:lnTo>
                    <a:pt x="2192" y="11556"/>
                  </a:lnTo>
                  <a:lnTo>
                    <a:pt x="2515" y="11786"/>
                  </a:lnTo>
                  <a:lnTo>
                    <a:pt x="2837" y="11971"/>
                  </a:lnTo>
                  <a:lnTo>
                    <a:pt x="3183" y="12155"/>
                  </a:lnTo>
                  <a:lnTo>
                    <a:pt x="3183" y="12155"/>
                  </a:lnTo>
                  <a:lnTo>
                    <a:pt x="3253" y="11648"/>
                  </a:lnTo>
                  <a:lnTo>
                    <a:pt x="3368" y="11140"/>
                  </a:lnTo>
                  <a:lnTo>
                    <a:pt x="3529" y="10656"/>
                  </a:lnTo>
                  <a:lnTo>
                    <a:pt x="3737" y="10218"/>
                  </a:lnTo>
                  <a:lnTo>
                    <a:pt x="3991" y="9780"/>
                  </a:lnTo>
                  <a:lnTo>
                    <a:pt x="4267" y="9364"/>
                  </a:lnTo>
                  <a:lnTo>
                    <a:pt x="4590" y="8995"/>
                  </a:lnTo>
                  <a:lnTo>
                    <a:pt x="4936" y="8649"/>
                  </a:lnTo>
                  <a:lnTo>
                    <a:pt x="5328" y="8327"/>
                  </a:lnTo>
                  <a:lnTo>
                    <a:pt x="5721" y="8050"/>
                  </a:lnTo>
                  <a:lnTo>
                    <a:pt x="6159" y="7796"/>
                  </a:lnTo>
                  <a:lnTo>
                    <a:pt x="6620" y="7589"/>
                  </a:lnTo>
                  <a:lnTo>
                    <a:pt x="7104" y="7427"/>
                  </a:lnTo>
                  <a:lnTo>
                    <a:pt x="7589" y="7312"/>
                  </a:lnTo>
                  <a:lnTo>
                    <a:pt x="8119" y="7243"/>
                  </a:lnTo>
                  <a:lnTo>
                    <a:pt x="8650" y="7219"/>
                  </a:lnTo>
                  <a:lnTo>
                    <a:pt x="8650" y="7219"/>
                  </a:lnTo>
                  <a:lnTo>
                    <a:pt x="8927" y="7219"/>
                  </a:lnTo>
                  <a:lnTo>
                    <a:pt x="9203" y="7243"/>
                  </a:lnTo>
                  <a:lnTo>
                    <a:pt x="9734" y="7312"/>
                  </a:lnTo>
                  <a:lnTo>
                    <a:pt x="10264" y="7450"/>
                  </a:lnTo>
                  <a:lnTo>
                    <a:pt x="10772" y="7635"/>
                  </a:lnTo>
                  <a:lnTo>
                    <a:pt x="11256" y="7865"/>
                  </a:lnTo>
                  <a:lnTo>
                    <a:pt x="11694" y="8142"/>
                  </a:lnTo>
                  <a:lnTo>
                    <a:pt x="12109" y="8442"/>
                  </a:lnTo>
                  <a:lnTo>
                    <a:pt x="12502" y="8811"/>
                  </a:lnTo>
                  <a:lnTo>
                    <a:pt x="12871" y="9180"/>
                  </a:lnTo>
                  <a:lnTo>
                    <a:pt x="13170" y="9595"/>
                  </a:lnTo>
                  <a:lnTo>
                    <a:pt x="13447" y="10056"/>
                  </a:lnTo>
                  <a:lnTo>
                    <a:pt x="13678" y="10518"/>
                  </a:lnTo>
                  <a:lnTo>
                    <a:pt x="13862" y="11025"/>
                  </a:lnTo>
                  <a:lnTo>
                    <a:pt x="14001" y="11556"/>
                  </a:lnTo>
                  <a:lnTo>
                    <a:pt x="14047" y="11809"/>
                  </a:lnTo>
                  <a:lnTo>
                    <a:pt x="14093" y="12086"/>
                  </a:lnTo>
                  <a:lnTo>
                    <a:pt x="14093" y="12363"/>
                  </a:lnTo>
                  <a:lnTo>
                    <a:pt x="14116" y="12640"/>
                  </a:lnTo>
                  <a:lnTo>
                    <a:pt x="22581" y="12640"/>
                  </a:lnTo>
                  <a:lnTo>
                    <a:pt x="22581" y="12640"/>
                  </a:lnTo>
                  <a:lnTo>
                    <a:pt x="22604" y="12363"/>
                  </a:lnTo>
                  <a:lnTo>
                    <a:pt x="22604" y="12086"/>
                  </a:lnTo>
                  <a:lnTo>
                    <a:pt x="22650" y="11809"/>
                  </a:lnTo>
                  <a:lnTo>
                    <a:pt x="22696" y="11556"/>
                  </a:lnTo>
                  <a:lnTo>
                    <a:pt x="22835" y="11025"/>
                  </a:lnTo>
                  <a:lnTo>
                    <a:pt x="23019" y="10518"/>
                  </a:lnTo>
                  <a:lnTo>
                    <a:pt x="23250" y="10056"/>
                  </a:lnTo>
                  <a:lnTo>
                    <a:pt x="23527" y="9595"/>
                  </a:lnTo>
                  <a:lnTo>
                    <a:pt x="23826" y="9180"/>
                  </a:lnTo>
                  <a:lnTo>
                    <a:pt x="24195" y="8811"/>
                  </a:lnTo>
                  <a:lnTo>
                    <a:pt x="24588" y="8442"/>
                  </a:lnTo>
                  <a:lnTo>
                    <a:pt x="25003" y="8142"/>
                  </a:lnTo>
                  <a:lnTo>
                    <a:pt x="25441" y="7865"/>
                  </a:lnTo>
                  <a:lnTo>
                    <a:pt x="25925" y="7635"/>
                  </a:lnTo>
                  <a:lnTo>
                    <a:pt x="26433" y="7450"/>
                  </a:lnTo>
                  <a:lnTo>
                    <a:pt x="26963" y="7312"/>
                  </a:lnTo>
                  <a:lnTo>
                    <a:pt x="27494" y="7243"/>
                  </a:lnTo>
                  <a:lnTo>
                    <a:pt x="27770" y="7219"/>
                  </a:lnTo>
                  <a:lnTo>
                    <a:pt x="28070" y="7219"/>
                  </a:lnTo>
                  <a:lnTo>
                    <a:pt x="28070" y="7219"/>
                  </a:lnTo>
                  <a:lnTo>
                    <a:pt x="28601" y="7243"/>
                  </a:lnTo>
                  <a:lnTo>
                    <a:pt x="29131" y="7312"/>
                  </a:lnTo>
                  <a:lnTo>
                    <a:pt x="29639" y="7450"/>
                  </a:lnTo>
                  <a:lnTo>
                    <a:pt x="30123" y="7612"/>
                  </a:lnTo>
                  <a:lnTo>
                    <a:pt x="30584" y="7819"/>
                  </a:lnTo>
                  <a:lnTo>
                    <a:pt x="31023" y="8073"/>
                  </a:lnTo>
                  <a:lnTo>
                    <a:pt x="31438" y="8373"/>
                  </a:lnTo>
                  <a:lnTo>
                    <a:pt x="31830" y="8696"/>
                  </a:lnTo>
                  <a:lnTo>
                    <a:pt x="32176" y="9065"/>
                  </a:lnTo>
                  <a:lnTo>
                    <a:pt x="32499" y="9457"/>
                  </a:lnTo>
                  <a:lnTo>
                    <a:pt x="32776" y="9895"/>
                  </a:lnTo>
                  <a:lnTo>
                    <a:pt x="33006" y="10333"/>
                  </a:lnTo>
                  <a:lnTo>
                    <a:pt x="33214" y="10818"/>
                  </a:lnTo>
                  <a:lnTo>
                    <a:pt x="33375" y="11302"/>
                  </a:lnTo>
                  <a:lnTo>
                    <a:pt x="33468" y="11809"/>
                  </a:lnTo>
                  <a:lnTo>
                    <a:pt x="33514" y="12340"/>
                  </a:lnTo>
                  <a:lnTo>
                    <a:pt x="33514" y="12340"/>
                  </a:lnTo>
                  <a:lnTo>
                    <a:pt x="33721" y="12248"/>
                  </a:lnTo>
                  <a:lnTo>
                    <a:pt x="33929" y="12132"/>
                  </a:lnTo>
                  <a:lnTo>
                    <a:pt x="34113" y="11994"/>
                  </a:lnTo>
                  <a:lnTo>
                    <a:pt x="34298" y="11855"/>
                  </a:lnTo>
                  <a:lnTo>
                    <a:pt x="34459" y="11694"/>
                  </a:lnTo>
                  <a:lnTo>
                    <a:pt x="34621" y="11533"/>
                  </a:lnTo>
                  <a:lnTo>
                    <a:pt x="34759" y="11348"/>
                  </a:lnTo>
                  <a:lnTo>
                    <a:pt x="34898" y="11163"/>
                  </a:lnTo>
                  <a:lnTo>
                    <a:pt x="35013" y="10979"/>
                  </a:lnTo>
                  <a:lnTo>
                    <a:pt x="35105" y="10771"/>
                  </a:lnTo>
                  <a:lnTo>
                    <a:pt x="35197" y="10564"/>
                  </a:lnTo>
                  <a:lnTo>
                    <a:pt x="35290" y="10333"/>
                  </a:lnTo>
                  <a:lnTo>
                    <a:pt x="35336" y="10103"/>
                  </a:lnTo>
                  <a:lnTo>
                    <a:pt x="35382" y="9872"/>
                  </a:lnTo>
                  <a:lnTo>
                    <a:pt x="35405" y="9641"/>
                  </a:lnTo>
                  <a:lnTo>
                    <a:pt x="35428" y="9411"/>
                  </a:lnTo>
                  <a:lnTo>
                    <a:pt x="35428" y="5928"/>
                  </a:lnTo>
                  <a:lnTo>
                    <a:pt x="35428" y="5928"/>
                  </a:lnTo>
                  <a:lnTo>
                    <a:pt x="35382" y="5374"/>
                  </a:lnTo>
                  <a:lnTo>
                    <a:pt x="35313" y="4821"/>
                  </a:lnTo>
                  <a:lnTo>
                    <a:pt x="35313" y="482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5"/>
            <p:cNvSpPr/>
            <p:nvPr/>
          </p:nvSpPr>
          <p:spPr>
            <a:xfrm>
              <a:off x="6729700" y="3009125"/>
              <a:ext cx="121125" cy="51925"/>
            </a:xfrm>
            <a:custGeom>
              <a:avLst/>
              <a:gdLst/>
              <a:ahLst/>
              <a:cxnLst/>
              <a:rect l="l" t="t" r="r" b="b"/>
              <a:pathLst>
                <a:path w="4845" h="2077" fill="none" extrusionOk="0">
                  <a:moveTo>
                    <a:pt x="3806" y="2077"/>
                  </a:moveTo>
                  <a:lnTo>
                    <a:pt x="1039" y="2077"/>
                  </a:lnTo>
                  <a:lnTo>
                    <a:pt x="1039" y="2077"/>
                  </a:lnTo>
                  <a:lnTo>
                    <a:pt x="831" y="2054"/>
                  </a:lnTo>
                  <a:lnTo>
                    <a:pt x="623" y="1985"/>
                  </a:lnTo>
                  <a:lnTo>
                    <a:pt x="462" y="1892"/>
                  </a:lnTo>
                  <a:lnTo>
                    <a:pt x="301" y="1754"/>
                  </a:lnTo>
                  <a:lnTo>
                    <a:pt x="185" y="1615"/>
                  </a:lnTo>
                  <a:lnTo>
                    <a:pt x="93" y="1431"/>
                  </a:lnTo>
                  <a:lnTo>
                    <a:pt x="24" y="1246"/>
                  </a:lnTo>
                  <a:lnTo>
                    <a:pt x="1" y="1039"/>
                  </a:lnTo>
                  <a:lnTo>
                    <a:pt x="1" y="1039"/>
                  </a:lnTo>
                  <a:lnTo>
                    <a:pt x="24" y="808"/>
                  </a:lnTo>
                  <a:lnTo>
                    <a:pt x="93" y="624"/>
                  </a:lnTo>
                  <a:lnTo>
                    <a:pt x="185" y="439"/>
                  </a:lnTo>
                  <a:lnTo>
                    <a:pt x="301" y="301"/>
                  </a:lnTo>
                  <a:lnTo>
                    <a:pt x="462" y="162"/>
                  </a:lnTo>
                  <a:lnTo>
                    <a:pt x="623" y="70"/>
                  </a:lnTo>
                  <a:lnTo>
                    <a:pt x="831" y="1"/>
                  </a:lnTo>
                  <a:lnTo>
                    <a:pt x="1039" y="1"/>
                  </a:lnTo>
                  <a:lnTo>
                    <a:pt x="3806" y="1"/>
                  </a:lnTo>
                  <a:lnTo>
                    <a:pt x="3806" y="1"/>
                  </a:lnTo>
                  <a:lnTo>
                    <a:pt x="4014" y="1"/>
                  </a:lnTo>
                  <a:lnTo>
                    <a:pt x="4222" y="70"/>
                  </a:lnTo>
                  <a:lnTo>
                    <a:pt x="4383" y="162"/>
                  </a:lnTo>
                  <a:lnTo>
                    <a:pt x="4544" y="301"/>
                  </a:lnTo>
                  <a:lnTo>
                    <a:pt x="4660" y="439"/>
                  </a:lnTo>
                  <a:lnTo>
                    <a:pt x="4752" y="624"/>
                  </a:lnTo>
                  <a:lnTo>
                    <a:pt x="4821" y="808"/>
                  </a:lnTo>
                  <a:lnTo>
                    <a:pt x="4844" y="1039"/>
                  </a:lnTo>
                  <a:lnTo>
                    <a:pt x="4844" y="1039"/>
                  </a:lnTo>
                  <a:lnTo>
                    <a:pt x="4821" y="1246"/>
                  </a:lnTo>
                  <a:lnTo>
                    <a:pt x="4752" y="1431"/>
                  </a:lnTo>
                  <a:lnTo>
                    <a:pt x="4660" y="1615"/>
                  </a:lnTo>
                  <a:lnTo>
                    <a:pt x="4544" y="1754"/>
                  </a:lnTo>
                  <a:lnTo>
                    <a:pt x="4383" y="1892"/>
                  </a:lnTo>
                  <a:lnTo>
                    <a:pt x="4222" y="1985"/>
                  </a:lnTo>
                  <a:lnTo>
                    <a:pt x="4014" y="2054"/>
                  </a:lnTo>
                  <a:lnTo>
                    <a:pt x="3806" y="2077"/>
                  </a:lnTo>
                  <a:lnTo>
                    <a:pt x="3806" y="207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5"/>
            <p:cNvSpPr/>
            <p:nvPr/>
          </p:nvSpPr>
          <p:spPr>
            <a:xfrm>
              <a:off x="6868100" y="3009125"/>
              <a:ext cx="121100" cy="51925"/>
            </a:xfrm>
            <a:custGeom>
              <a:avLst/>
              <a:gdLst/>
              <a:ahLst/>
              <a:cxnLst/>
              <a:rect l="l" t="t" r="r" b="b"/>
              <a:pathLst>
                <a:path w="4844" h="2077" fill="none" extrusionOk="0">
                  <a:moveTo>
                    <a:pt x="3806" y="2077"/>
                  </a:moveTo>
                  <a:lnTo>
                    <a:pt x="1038" y="2077"/>
                  </a:lnTo>
                  <a:lnTo>
                    <a:pt x="1038" y="2077"/>
                  </a:lnTo>
                  <a:lnTo>
                    <a:pt x="831" y="2054"/>
                  </a:lnTo>
                  <a:lnTo>
                    <a:pt x="623" y="1985"/>
                  </a:lnTo>
                  <a:lnTo>
                    <a:pt x="462" y="1892"/>
                  </a:lnTo>
                  <a:lnTo>
                    <a:pt x="300" y="1754"/>
                  </a:lnTo>
                  <a:lnTo>
                    <a:pt x="185" y="1615"/>
                  </a:lnTo>
                  <a:lnTo>
                    <a:pt x="93" y="1431"/>
                  </a:lnTo>
                  <a:lnTo>
                    <a:pt x="23" y="1246"/>
                  </a:lnTo>
                  <a:lnTo>
                    <a:pt x="0" y="1039"/>
                  </a:lnTo>
                  <a:lnTo>
                    <a:pt x="0" y="1039"/>
                  </a:lnTo>
                  <a:lnTo>
                    <a:pt x="23" y="808"/>
                  </a:lnTo>
                  <a:lnTo>
                    <a:pt x="93" y="624"/>
                  </a:lnTo>
                  <a:lnTo>
                    <a:pt x="185" y="439"/>
                  </a:lnTo>
                  <a:lnTo>
                    <a:pt x="300" y="301"/>
                  </a:lnTo>
                  <a:lnTo>
                    <a:pt x="462" y="162"/>
                  </a:lnTo>
                  <a:lnTo>
                    <a:pt x="623" y="70"/>
                  </a:lnTo>
                  <a:lnTo>
                    <a:pt x="831" y="1"/>
                  </a:lnTo>
                  <a:lnTo>
                    <a:pt x="1038" y="1"/>
                  </a:lnTo>
                  <a:lnTo>
                    <a:pt x="3806" y="1"/>
                  </a:lnTo>
                  <a:lnTo>
                    <a:pt x="3806" y="1"/>
                  </a:lnTo>
                  <a:lnTo>
                    <a:pt x="4014" y="1"/>
                  </a:lnTo>
                  <a:lnTo>
                    <a:pt x="4221" y="70"/>
                  </a:lnTo>
                  <a:lnTo>
                    <a:pt x="4383" y="162"/>
                  </a:lnTo>
                  <a:lnTo>
                    <a:pt x="4544" y="301"/>
                  </a:lnTo>
                  <a:lnTo>
                    <a:pt x="4659" y="439"/>
                  </a:lnTo>
                  <a:lnTo>
                    <a:pt x="4752" y="624"/>
                  </a:lnTo>
                  <a:lnTo>
                    <a:pt x="4821" y="808"/>
                  </a:lnTo>
                  <a:lnTo>
                    <a:pt x="4844" y="1039"/>
                  </a:lnTo>
                  <a:lnTo>
                    <a:pt x="4844" y="1039"/>
                  </a:lnTo>
                  <a:lnTo>
                    <a:pt x="4821" y="1246"/>
                  </a:lnTo>
                  <a:lnTo>
                    <a:pt x="4752" y="1431"/>
                  </a:lnTo>
                  <a:lnTo>
                    <a:pt x="4659" y="1615"/>
                  </a:lnTo>
                  <a:lnTo>
                    <a:pt x="4544" y="1754"/>
                  </a:lnTo>
                  <a:lnTo>
                    <a:pt x="4383" y="1892"/>
                  </a:lnTo>
                  <a:lnTo>
                    <a:pt x="4221" y="1985"/>
                  </a:lnTo>
                  <a:lnTo>
                    <a:pt x="4014" y="2054"/>
                  </a:lnTo>
                  <a:lnTo>
                    <a:pt x="3806" y="2077"/>
                  </a:lnTo>
                  <a:lnTo>
                    <a:pt x="3806" y="207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5"/>
            <p:cNvSpPr/>
            <p:nvPr/>
          </p:nvSpPr>
          <p:spPr>
            <a:xfrm>
              <a:off x="7006475" y="3009125"/>
              <a:ext cx="121125" cy="51925"/>
            </a:xfrm>
            <a:custGeom>
              <a:avLst/>
              <a:gdLst/>
              <a:ahLst/>
              <a:cxnLst/>
              <a:rect l="l" t="t" r="r" b="b"/>
              <a:pathLst>
                <a:path w="4845" h="2077" fill="none" extrusionOk="0">
                  <a:moveTo>
                    <a:pt x="3807" y="2077"/>
                  </a:moveTo>
                  <a:lnTo>
                    <a:pt x="1039" y="2077"/>
                  </a:lnTo>
                  <a:lnTo>
                    <a:pt x="1039" y="2077"/>
                  </a:lnTo>
                  <a:lnTo>
                    <a:pt x="831" y="2054"/>
                  </a:lnTo>
                  <a:lnTo>
                    <a:pt x="624" y="1985"/>
                  </a:lnTo>
                  <a:lnTo>
                    <a:pt x="462" y="1892"/>
                  </a:lnTo>
                  <a:lnTo>
                    <a:pt x="301" y="1754"/>
                  </a:lnTo>
                  <a:lnTo>
                    <a:pt x="185" y="1615"/>
                  </a:lnTo>
                  <a:lnTo>
                    <a:pt x="93" y="1431"/>
                  </a:lnTo>
                  <a:lnTo>
                    <a:pt x="24" y="1246"/>
                  </a:lnTo>
                  <a:lnTo>
                    <a:pt x="1" y="1039"/>
                  </a:lnTo>
                  <a:lnTo>
                    <a:pt x="1" y="1039"/>
                  </a:lnTo>
                  <a:lnTo>
                    <a:pt x="24" y="808"/>
                  </a:lnTo>
                  <a:lnTo>
                    <a:pt x="93" y="624"/>
                  </a:lnTo>
                  <a:lnTo>
                    <a:pt x="185" y="439"/>
                  </a:lnTo>
                  <a:lnTo>
                    <a:pt x="301" y="301"/>
                  </a:lnTo>
                  <a:lnTo>
                    <a:pt x="462" y="162"/>
                  </a:lnTo>
                  <a:lnTo>
                    <a:pt x="624" y="70"/>
                  </a:lnTo>
                  <a:lnTo>
                    <a:pt x="831" y="1"/>
                  </a:lnTo>
                  <a:lnTo>
                    <a:pt x="1039" y="1"/>
                  </a:lnTo>
                  <a:lnTo>
                    <a:pt x="3807" y="1"/>
                  </a:lnTo>
                  <a:lnTo>
                    <a:pt x="3807" y="1"/>
                  </a:lnTo>
                  <a:lnTo>
                    <a:pt x="4014" y="1"/>
                  </a:lnTo>
                  <a:lnTo>
                    <a:pt x="4222" y="70"/>
                  </a:lnTo>
                  <a:lnTo>
                    <a:pt x="4383" y="162"/>
                  </a:lnTo>
                  <a:lnTo>
                    <a:pt x="4545" y="301"/>
                  </a:lnTo>
                  <a:lnTo>
                    <a:pt x="4660" y="439"/>
                  </a:lnTo>
                  <a:lnTo>
                    <a:pt x="4752" y="624"/>
                  </a:lnTo>
                  <a:lnTo>
                    <a:pt x="4821" y="808"/>
                  </a:lnTo>
                  <a:lnTo>
                    <a:pt x="4844" y="1039"/>
                  </a:lnTo>
                  <a:lnTo>
                    <a:pt x="4844" y="1039"/>
                  </a:lnTo>
                  <a:lnTo>
                    <a:pt x="4821" y="1246"/>
                  </a:lnTo>
                  <a:lnTo>
                    <a:pt x="4752" y="1431"/>
                  </a:lnTo>
                  <a:lnTo>
                    <a:pt x="4660" y="1615"/>
                  </a:lnTo>
                  <a:lnTo>
                    <a:pt x="4545" y="1754"/>
                  </a:lnTo>
                  <a:lnTo>
                    <a:pt x="4383" y="1892"/>
                  </a:lnTo>
                  <a:lnTo>
                    <a:pt x="4222" y="1985"/>
                  </a:lnTo>
                  <a:lnTo>
                    <a:pt x="4014" y="2054"/>
                  </a:lnTo>
                  <a:lnTo>
                    <a:pt x="3807" y="2077"/>
                  </a:lnTo>
                  <a:lnTo>
                    <a:pt x="3807" y="207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5"/>
            <p:cNvSpPr/>
            <p:nvPr/>
          </p:nvSpPr>
          <p:spPr>
            <a:xfrm>
              <a:off x="7101625" y="30610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2" name="Google Shape;542;p35"/>
          <p:cNvGrpSpPr/>
          <p:nvPr/>
        </p:nvGrpSpPr>
        <p:grpSpPr>
          <a:xfrm>
            <a:off x="3143760" y="2252442"/>
            <a:ext cx="405562" cy="406448"/>
            <a:chOff x="238125" y="2467700"/>
            <a:chExt cx="885700" cy="885700"/>
          </a:xfrm>
        </p:grpSpPr>
        <p:sp>
          <p:nvSpPr>
            <p:cNvPr id="543" name="Google Shape;543;p35"/>
            <p:cNvSpPr/>
            <p:nvPr/>
          </p:nvSpPr>
          <p:spPr>
            <a:xfrm>
              <a:off x="599075" y="2467700"/>
              <a:ext cx="163775" cy="885700"/>
            </a:xfrm>
            <a:custGeom>
              <a:avLst/>
              <a:gdLst/>
              <a:ahLst/>
              <a:cxnLst/>
              <a:rect l="l" t="t" r="r" b="b"/>
              <a:pathLst>
                <a:path w="6551" h="35428" extrusionOk="0">
                  <a:moveTo>
                    <a:pt x="3276" y="0"/>
                  </a:moveTo>
                  <a:lnTo>
                    <a:pt x="2930" y="23"/>
                  </a:lnTo>
                  <a:lnTo>
                    <a:pt x="2607" y="70"/>
                  </a:lnTo>
                  <a:lnTo>
                    <a:pt x="2307" y="162"/>
                  </a:lnTo>
                  <a:lnTo>
                    <a:pt x="2007" y="254"/>
                  </a:lnTo>
                  <a:lnTo>
                    <a:pt x="1707" y="393"/>
                  </a:lnTo>
                  <a:lnTo>
                    <a:pt x="1454" y="554"/>
                  </a:lnTo>
                  <a:lnTo>
                    <a:pt x="1200" y="762"/>
                  </a:lnTo>
                  <a:lnTo>
                    <a:pt x="969" y="969"/>
                  </a:lnTo>
                  <a:lnTo>
                    <a:pt x="762" y="1200"/>
                  </a:lnTo>
                  <a:lnTo>
                    <a:pt x="577" y="1453"/>
                  </a:lnTo>
                  <a:lnTo>
                    <a:pt x="393" y="1707"/>
                  </a:lnTo>
                  <a:lnTo>
                    <a:pt x="254" y="2007"/>
                  </a:lnTo>
                  <a:lnTo>
                    <a:pt x="162" y="2307"/>
                  </a:lnTo>
                  <a:lnTo>
                    <a:pt x="70" y="2607"/>
                  </a:lnTo>
                  <a:lnTo>
                    <a:pt x="24" y="2930"/>
                  </a:lnTo>
                  <a:lnTo>
                    <a:pt x="1" y="3276"/>
                  </a:lnTo>
                  <a:lnTo>
                    <a:pt x="1" y="32175"/>
                  </a:lnTo>
                  <a:lnTo>
                    <a:pt x="24" y="32498"/>
                  </a:lnTo>
                  <a:lnTo>
                    <a:pt x="70" y="32821"/>
                  </a:lnTo>
                  <a:lnTo>
                    <a:pt x="162" y="33144"/>
                  </a:lnTo>
                  <a:lnTo>
                    <a:pt x="254" y="33444"/>
                  </a:lnTo>
                  <a:lnTo>
                    <a:pt x="393" y="33721"/>
                  </a:lnTo>
                  <a:lnTo>
                    <a:pt x="577" y="33997"/>
                  </a:lnTo>
                  <a:lnTo>
                    <a:pt x="762" y="34251"/>
                  </a:lnTo>
                  <a:lnTo>
                    <a:pt x="969" y="34482"/>
                  </a:lnTo>
                  <a:lnTo>
                    <a:pt x="1200" y="34689"/>
                  </a:lnTo>
                  <a:lnTo>
                    <a:pt x="1454" y="34874"/>
                  </a:lnTo>
                  <a:lnTo>
                    <a:pt x="1707" y="35035"/>
                  </a:lnTo>
                  <a:lnTo>
                    <a:pt x="2007" y="35174"/>
                  </a:lnTo>
                  <a:lnTo>
                    <a:pt x="2307" y="35289"/>
                  </a:lnTo>
                  <a:lnTo>
                    <a:pt x="2607" y="35358"/>
                  </a:lnTo>
                  <a:lnTo>
                    <a:pt x="2930" y="35404"/>
                  </a:lnTo>
                  <a:lnTo>
                    <a:pt x="3276" y="35427"/>
                  </a:lnTo>
                  <a:lnTo>
                    <a:pt x="3599" y="35404"/>
                  </a:lnTo>
                  <a:lnTo>
                    <a:pt x="3922" y="35358"/>
                  </a:lnTo>
                  <a:lnTo>
                    <a:pt x="4245" y="35289"/>
                  </a:lnTo>
                  <a:lnTo>
                    <a:pt x="4544" y="35174"/>
                  </a:lnTo>
                  <a:lnTo>
                    <a:pt x="4821" y="35035"/>
                  </a:lnTo>
                  <a:lnTo>
                    <a:pt x="5098" y="34874"/>
                  </a:lnTo>
                  <a:lnTo>
                    <a:pt x="5352" y="34689"/>
                  </a:lnTo>
                  <a:lnTo>
                    <a:pt x="5582" y="34482"/>
                  </a:lnTo>
                  <a:lnTo>
                    <a:pt x="5790" y="34251"/>
                  </a:lnTo>
                  <a:lnTo>
                    <a:pt x="5974" y="33997"/>
                  </a:lnTo>
                  <a:lnTo>
                    <a:pt x="6136" y="33721"/>
                  </a:lnTo>
                  <a:lnTo>
                    <a:pt x="6274" y="33444"/>
                  </a:lnTo>
                  <a:lnTo>
                    <a:pt x="6390" y="33144"/>
                  </a:lnTo>
                  <a:lnTo>
                    <a:pt x="6482" y="32821"/>
                  </a:lnTo>
                  <a:lnTo>
                    <a:pt x="6528" y="32498"/>
                  </a:lnTo>
                  <a:lnTo>
                    <a:pt x="6551" y="32175"/>
                  </a:lnTo>
                  <a:lnTo>
                    <a:pt x="6551" y="3276"/>
                  </a:lnTo>
                  <a:lnTo>
                    <a:pt x="6528" y="2930"/>
                  </a:lnTo>
                  <a:lnTo>
                    <a:pt x="6482" y="2607"/>
                  </a:lnTo>
                  <a:lnTo>
                    <a:pt x="6390" y="2307"/>
                  </a:lnTo>
                  <a:lnTo>
                    <a:pt x="6274" y="2007"/>
                  </a:lnTo>
                  <a:lnTo>
                    <a:pt x="6136" y="1707"/>
                  </a:lnTo>
                  <a:lnTo>
                    <a:pt x="5974" y="1453"/>
                  </a:lnTo>
                  <a:lnTo>
                    <a:pt x="5790" y="1200"/>
                  </a:lnTo>
                  <a:lnTo>
                    <a:pt x="5582" y="969"/>
                  </a:lnTo>
                  <a:lnTo>
                    <a:pt x="5352" y="762"/>
                  </a:lnTo>
                  <a:lnTo>
                    <a:pt x="5098" y="554"/>
                  </a:lnTo>
                  <a:lnTo>
                    <a:pt x="4821" y="393"/>
                  </a:lnTo>
                  <a:lnTo>
                    <a:pt x="4544" y="254"/>
                  </a:lnTo>
                  <a:lnTo>
                    <a:pt x="4245" y="162"/>
                  </a:lnTo>
                  <a:lnTo>
                    <a:pt x="3922" y="70"/>
                  </a:lnTo>
                  <a:lnTo>
                    <a:pt x="3599" y="23"/>
                  </a:lnTo>
                  <a:lnTo>
                    <a:pt x="32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5"/>
            <p:cNvSpPr/>
            <p:nvPr/>
          </p:nvSpPr>
          <p:spPr>
            <a:xfrm>
              <a:off x="599075" y="2467700"/>
              <a:ext cx="163775" cy="885700"/>
            </a:xfrm>
            <a:custGeom>
              <a:avLst/>
              <a:gdLst/>
              <a:ahLst/>
              <a:cxnLst/>
              <a:rect l="l" t="t" r="r" b="b"/>
              <a:pathLst>
                <a:path w="6551" h="35428" fill="none" extrusionOk="0">
                  <a:moveTo>
                    <a:pt x="3276" y="0"/>
                  </a:moveTo>
                  <a:lnTo>
                    <a:pt x="3276" y="0"/>
                  </a:lnTo>
                  <a:lnTo>
                    <a:pt x="2930" y="23"/>
                  </a:lnTo>
                  <a:lnTo>
                    <a:pt x="2607" y="70"/>
                  </a:lnTo>
                  <a:lnTo>
                    <a:pt x="2307" y="162"/>
                  </a:lnTo>
                  <a:lnTo>
                    <a:pt x="2007" y="254"/>
                  </a:lnTo>
                  <a:lnTo>
                    <a:pt x="1707" y="393"/>
                  </a:lnTo>
                  <a:lnTo>
                    <a:pt x="1454" y="554"/>
                  </a:lnTo>
                  <a:lnTo>
                    <a:pt x="1200" y="762"/>
                  </a:lnTo>
                  <a:lnTo>
                    <a:pt x="969" y="969"/>
                  </a:lnTo>
                  <a:lnTo>
                    <a:pt x="762" y="1200"/>
                  </a:lnTo>
                  <a:lnTo>
                    <a:pt x="577" y="1453"/>
                  </a:lnTo>
                  <a:lnTo>
                    <a:pt x="393" y="1707"/>
                  </a:lnTo>
                  <a:lnTo>
                    <a:pt x="254" y="2007"/>
                  </a:lnTo>
                  <a:lnTo>
                    <a:pt x="162" y="2307"/>
                  </a:lnTo>
                  <a:lnTo>
                    <a:pt x="70" y="2607"/>
                  </a:lnTo>
                  <a:lnTo>
                    <a:pt x="24" y="2930"/>
                  </a:lnTo>
                  <a:lnTo>
                    <a:pt x="1" y="3276"/>
                  </a:lnTo>
                  <a:lnTo>
                    <a:pt x="1" y="32175"/>
                  </a:lnTo>
                  <a:lnTo>
                    <a:pt x="1" y="32175"/>
                  </a:lnTo>
                  <a:lnTo>
                    <a:pt x="24" y="32498"/>
                  </a:lnTo>
                  <a:lnTo>
                    <a:pt x="70" y="32821"/>
                  </a:lnTo>
                  <a:lnTo>
                    <a:pt x="162" y="33144"/>
                  </a:lnTo>
                  <a:lnTo>
                    <a:pt x="254" y="33444"/>
                  </a:lnTo>
                  <a:lnTo>
                    <a:pt x="393" y="33721"/>
                  </a:lnTo>
                  <a:lnTo>
                    <a:pt x="577" y="33997"/>
                  </a:lnTo>
                  <a:lnTo>
                    <a:pt x="762" y="34251"/>
                  </a:lnTo>
                  <a:lnTo>
                    <a:pt x="969" y="34482"/>
                  </a:lnTo>
                  <a:lnTo>
                    <a:pt x="1200" y="34689"/>
                  </a:lnTo>
                  <a:lnTo>
                    <a:pt x="1454" y="34874"/>
                  </a:lnTo>
                  <a:lnTo>
                    <a:pt x="1707" y="35035"/>
                  </a:lnTo>
                  <a:lnTo>
                    <a:pt x="2007" y="35174"/>
                  </a:lnTo>
                  <a:lnTo>
                    <a:pt x="2307" y="35289"/>
                  </a:lnTo>
                  <a:lnTo>
                    <a:pt x="2607" y="35358"/>
                  </a:lnTo>
                  <a:lnTo>
                    <a:pt x="2930" y="35404"/>
                  </a:lnTo>
                  <a:lnTo>
                    <a:pt x="3276" y="35427"/>
                  </a:lnTo>
                  <a:lnTo>
                    <a:pt x="3276" y="35427"/>
                  </a:lnTo>
                  <a:lnTo>
                    <a:pt x="3599" y="35404"/>
                  </a:lnTo>
                  <a:lnTo>
                    <a:pt x="3922" y="35358"/>
                  </a:lnTo>
                  <a:lnTo>
                    <a:pt x="4245" y="35289"/>
                  </a:lnTo>
                  <a:lnTo>
                    <a:pt x="4544" y="35174"/>
                  </a:lnTo>
                  <a:lnTo>
                    <a:pt x="4821" y="35035"/>
                  </a:lnTo>
                  <a:lnTo>
                    <a:pt x="5098" y="34874"/>
                  </a:lnTo>
                  <a:lnTo>
                    <a:pt x="5352" y="34689"/>
                  </a:lnTo>
                  <a:lnTo>
                    <a:pt x="5582" y="34482"/>
                  </a:lnTo>
                  <a:lnTo>
                    <a:pt x="5790" y="34251"/>
                  </a:lnTo>
                  <a:lnTo>
                    <a:pt x="5974" y="33997"/>
                  </a:lnTo>
                  <a:lnTo>
                    <a:pt x="6136" y="33721"/>
                  </a:lnTo>
                  <a:lnTo>
                    <a:pt x="6274" y="33444"/>
                  </a:lnTo>
                  <a:lnTo>
                    <a:pt x="6390" y="33144"/>
                  </a:lnTo>
                  <a:lnTo>
                    <a:pt x="6482" y="32821"/>
                  </a:lnTo>
                  <a:lnTo>
                    <a:pt x="6528" y="32498"/>
                  </a:lnTo>
                  <a:lnTo>
                    <a:pt x="6551" y="32175"/>
                  </a:lnTo>
                  <a:lnTo>
                    <a:pt x="6551" y="3276"/>
                  </a:lnTo>
                  <a:lnTo>
                    <a:pt x="6551" y="3276"/>
                  </a:lnTo>
                  <a:lnTo>
                    <a:pt x="6528" y="2930"/>
                  </a:lnTo>
                  <a:lnTo>
                    <a:pt x="6482" y="2607"/>
                  </a:lnTo>
                  <a:lnTo>
                    <a:pt x="6390" y="2307"/>
                  </a:lnTo>
                  <a:lnTo>
                    <a:pt x="6274" y="2007"/>
                  </a:lnTo>
                  <a:lnTo>
                    <a:pt x="6136" y="1707"/>
                  </a:lnTo>
                  <a:lnTo>
                    <a:pt x="5974" y="1453"/>
                  </a:lnTo>
                  <a:lnTo>
                    <a:pt x="5790" y="1200"/>
                  </a:lnTo>
                  <a:lnTo>
                    <a:pt x="5582" y="969"/>
                  </a:lnTo>
                  <a:lnTo>
                    <a:pt x="5352" y="762"/>
                  </a:lnTo>
                  <a:lnTo>
                    <a:pt x="5098" y="554"/>
                  </a:lnTo>
                  <a:lnTo>
                    <a:pt x="4821" y="393"/>
                  </a:lnTo>
                  <a:lnTo>
                    <a:pt x="4544" y="254"/>
                  </a:lnTo>
                  <a:lnTo>
                    <a:pt x="4245" y="162"/>
                  </a:lnTo>
                  <a:lnTo>
                    <a:pt x="3922" y="70"/>
                  </a:lnTo>
                  <a:lnTo>
                    <a:pt x="3599" y="23"/>
                  </a:lnTo>
                  <a:lnTo>
                    <a:pt x="3276" y="0"/>
                  </a:lnTo>
                  <a:lnTo>
                    <a:pt x="3276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5"/>
            <p:cNvSpPr/>
            <p:nvPr/>
          </p:nvSpPr>
          <p:spPr>
            <a:xfrm>
              <a:off x="680950" y="24677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5"/>
            <p:cNvSpPr/>
            <p:nvPr/>
          </p:nvSpPr>
          <p:spPr>
            <a:xfrm>
              <a:off x="814725" y="2536900"/>
              <a:ext cx="309100" cy="269875"/>
            </a:xfrm>
            <a:custGeom>
              <a:avLst/>
              <a:gdLst/>
              <a:ahLst/>
              <a:cxnLst/>
              <a:rect l="l" t="t" r="r" b="b"/>
              <a:pathLst>
                <a:path w="12364" h="10795" extrusionOk="0">
                  <a:moveTo>
                    <a:pt x="1" y="0"/>
                  </a:moveTo>
                  <a:lnTo>
                    <a:pt x="1" y="10794"/>
                  </a:lnTo>
                  <a:lnTo>
                    <a:pt x="6667" y="10794"/>
                  </a:lnTo>
                  <a:lnTo>
                    <a:pt x="6897" y="10771"/>
                  </a:lnTo>
                  <a:lnTo>
                    <a:pt x="7082" y="10748"/>
                  </a:lnTo>
                  <a:lnTo>
                    <a:pt x="7289" y="10702"/>
                  </a:lnTo>
                  <a:lnTo>
                    <a:pt x="7497" y="10633"/>
                  </a:lnTo>
                  <a:lnTo>
                    <a:pt x="7681" y="10541"/>
                  </a:lnTo>
                  <a:lnTo>
                    <a:pt x="7866" y="10448"/>
                  </a:lnTo>
                  <a:lnTo>
                    <a:pt x="8027" y="10333"/>
                  </a:lnTo>
                  <a:lnTo>
                    <a:pt x="8189" y="10195"/>
                  </a:lnTo>
                  <a:lnTo>
                    <a:pt x="11625" y="7081"/>
                  </a:lnTo>
                  <a:lnTo>
                    <a:pt x="11787" y="6919"/>
                  </a:lnTo>
                  <a:lnTo>
                    <a:pt x="11925" y="6735"/>
                  </a:lnTo>
                  <a:lnTo>
                    <a:pt x="12064" y="6527"/>
                  </a:lnTo>
                  <a:lnTo>
                    <a:pt x="12156" y="6320"/>
                  </a:lnTo>
                  <a:lnTo>
                    <a:pt x="12248" y="6089"/>
                  </a:lnTo>
                  <a:lnTo>
                    <a:pt x="12317" y="5859"/>
                  </a:lnTo>
                  <a:lnTo>
                    <a:pt x="12340" y="5628"/>
                  </a:lnTo>
                  <a:lnTo>
                    <a:pt x="12364" y="5397"/>
                  </a:lnTo>
                  <a:lnTo>
                    <a:pt x="12340" y="5144"/>
                  </a:lnTo>
                  <a:lnTo>
                    <a:pt x="12317" y="4913"/>
                  </a:lnTo>
                  <a:lnTo>
                    <a:pt x="12248" y="4682"/>
                  </a:lnTo>
                  <a:lnTo>
                    <a:pt x="12156" y="4475"/>
                  </a:lnTo>
                  <a:lnTo>
                    <a:pt x="12064" y="4267"/>
                  </a:lnTo>
                  <a:lnTo>
                    <a:pt x="11925" y="4060"/>
                  </a:lnTo>
                  <a:lnTo>
                    <a:pt x="11787" y="3875"/>
                  </a:lnTo>
                  <a:lnTo>
                    <a:pt x="11625" y="3690"/>
                  </a:lnTo>
                  <a:lnTo>
                    <a:pt x="8189" y="600"/>
                  </a:lnTo>
                  <a:lnTo>
                    <a:pt x="8027" y="461"/>
                  </a:lnTo>
                  <a:lnTo>
                    <a:pt x="7866" y="346"/>
                  </a:lnTo>
                  <a:lnTo>
                    <a:pt x="7681" y="231"/>
                  </a:lnTo>
                  <a:lnTo>
                    <a:pt x="7497" y="162"/>
                  </a:lnTo>
                  <a:lnTo>
                    <a:pt x="7289" y="92"/>
                  </a:lnTo>
                  <a:lnTo>
                    <a:pt x="7082" y="46"/>
                  </a:lnTo>
                  <a:lnTo>
                    <a:pt x="68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5"/>
            <p:cNvSpPr/>
            <p:nvPr/>
          </p:nvSpPr>
          <p:spPr>
            <a:xfrm>
              <a:off x="814725" y="2536900"/>
              <a:ext cx="309100" cy="269875"/>
            </a:xfrm>
            <a:custGeom>
              <a:avLst/>
              <a:gdLst/>
              <a:ahLst/>
              <a:cxnLst/>
              <a:rect l="l" t="t" r="r" b="b"/>
              <a:pathLst>
                <a:path w="12364" h="10795" fill="none" extrusionOk="0">
                  <a:moveTo>
                    <a:pt x="11625" y="3690"/>
                  </a:moveTo>
                  <a:lnTo>
                    <a:pt x="8189" y="600"/>
                  </a:lnTo>
                  <a:lnTo>
                    <a:pt x="8189" y="600"/>
                  </a:lnTo>
                  <a:lnTo>
                    <a:pt x="8027" y="461"/>
                  </a:lnTo>
                  <a:lnTo>
                    <a:pt x="7866" y="346"/>
                  </a:lnTo>
                  <a:lnTo>
                    <a:pt x="7681" y="231"/>
                  </a:lnTo>
                  <a:lnTo>
                    <a:pt x="7497" y="162"/>
                  </a:lnTo>
                  <a:lnTo>
                    <a:pt x="7289" y="92"/>
                  </a:lnTo>
                  <a:lnTo>
                    <a:pt x="7082" y="46"/>
                  </a:lnTo>
                  <a:lnTo>
                    <a:pt x="6897" y="0"/>
                  </a:lnTo>
                  <a:lnTo>
                    <a:pt x="6667" y="0"/>
                  </a:lnTo>
                  <a:lnTo>
                    <a:pt x="1" y="0"/>
                  </a:lnTo>
                  <a:lnTo>
                    <a:pt x="1" y="10794"/>
                  </a:lnTo>
                  <a:lnTo>
                    <a:pt x="6667" y="10794"/>
                  </a:lnTo>
                  <a:lnTo>
                    <a:pt x="6667" y="10794"/>
                  </a:lnTo>
                  <a:lnTo>
                    <a:pt x="6897" y="10771"/>
                  </a:lnTo>
                  <a:lnTo>
                    <a:pt x="7082" y="10748"/>
                  </a:lnTo>
                  <a:lnTo>
                    <a:pt x="7289" y="10702"/>
                  </a:lnTo>
                  <a:lnTo>
                    <a:pt x="7497" y="10633"/>
                  </a:lnTo>
                  <a:lnTo>
                    <a:pt x="7681" y="10541"/>
                  </a:lnTo>
                  <a:lnTo>
                    <a:pt x="7866" y="10448"/>
                  </a:lnTo>
                  <a:lnTo>
                    <a:pt x="8027" y="10333"/>
                  </a:lnTo>
                  <a:lnTo>
                    <a:pt x="8189" y="10195"/>
                  </a:lnTo>
                  <a:lnTo>
                    <a:pt x="11625" y="7081"/>
                  </a:lnTo>
                  <a:lnTo>
                    <a:pt x="11625" y="7081"/>
                  </a:lnTo>
                  <a:lnTo>
                    <a:pt x="11787" y="6919"/>
                  </a:lnTo>
                  <a:lnTo>
                    <a:pt x="11925" y="6735"/>
                  </a:lnTo>
                  <a:lnTo>
                    <a:pt x="12064" y="6527"/>
                  </a:lnTo>
                  <a:lnTo>
                    <a:pt x="12156" y="6320"/>
                  </a:lnTo>
                  <a:lnTo>
                    <a:pt x="12248" y="6089"/>
                  </a:lnTo>
                  <a:lnTo>
                    <a:pt x="12317" y="5859"/>
                  </a:lnTo>
                  <a:lnTo>
                    <a:pt x="12340" y="5628"/>
                  </a:lnTo>
                  <a:lnTo>
                    <a:pt x="12364" y="5397"/>
                  </a:lnTo>
                  <a:lnTo>
                    <a:pt x="12364" y="5397"/>
                  </a:lnTo>
                  <a:lnTo>
                    <a:pt x="12340" y="5144"/>
                  </a:lnTo>
                  <a:lnTo>
                    <a:pt x="12317" y="4913"/>
                  </a:lnTo>
                  <a:lnTo>
                    <a:pt x="12248" y="4682"/>
                  </a:lnTo>
                  <a:lnTo>
                    <a:pt x="12156" y="4475"/>
                  </a:lnTo>
                  <a:lnTo>
                    <a:pt x="12064" y="4267"/>
                  </a:lnTo>
                  <a:lnTo>
                    <a:pt x="11925" y="4060"/>
                  </a:lnTo>
                  <a:lnTo>
                    <a:pt x="11787" y="3875"/>
                  </a:lnTo>
                  <a:lnTo>
                    <a:pt x="11625" y="3690"/>
                  </a:lnTo>
                  <a:lnTo>
                    <a:pt x="11625" y="369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5"/>
            <p:cNvSpPr/>
            <p:nvPr/>
          </p:nvSpPr>
          <p:spPr>
            <a:xfrm>
              <a:off x="238125" y="2754850"/>
              <a:ext cx="309075" cy="269300"/>
            </a:xfrm>
            <a:custGeom>
              <a:avLst/>
              <a:gdLst/>
              <a:ahLst/>
              <a:cxnLst/>
              <a:rect l="l" t="t" r="r" b="b"/>
              <a:pathLst>
                <a:path w="12363" h="10772" extrusionOk="0">
                  <a:moveTo>
                    <a:pt x="5466" y="1"/>
                  </a:moveTo>
                  <a:lnTo>
                    <a:pt x="5259" y="24"/>
                  </a:lnTo>
                  <a:lnTo>
                    <a:pt x="5074" y="70"/>
                  </a:lnTo>
                  <a:lnTo>
                    <a:pt x="4867" y="139"/>
                  </a:lnTo>
                  <a:lnTo>
                    <a:pt x="4682" y="231"/>
                  </a:lnTo>
                  <a:lnTo>
                    <a:pt x="4498" y="323"/>
                  </a:lnTo>
                  <a:lnTo>
                    <a:pt x="4336" y="439"/>
                  </a:lnTo>
                  <a:lnTo>
                    <a:pt x="4175" y="577"/>
                  </a:lnTo>
                  <a:lnTo>
                    <a:pt x="738" y="3691"/>
                  </a:lnTo>
                  <a:lnTo>
                    <a:pt x="577" y="3852"/>
                  </a:lnTo>
                  <a:lnTo>
                    <a:pt x="438" y="4060"/>
                  </a:lnTo>
                  <a:lnTo>
                    <a:pt x="300" y="4244"/>
                  </a:lnTo>
                  <a:lnTo>
                    <a:pt x="185" y="4452"/>
                  </a:lnTo>
                  <a:lnTo>
                    <a:pt x="115" y="4683"/>
                  </a:lnTo>
                  <a:lnTo>
                    <a:pt x="46" y="4913"/>
                  </a:lnTo>
                  <a:lnTo>
                    <a:pt x="0" y="5144"/>
                  </a:lnTo>
                  <a:lnTo>
                    <a:pt x="0" y="5375"/>
                  </a:lnTo>
                  <a:lnTo>
                    <a:pt x="0" y="5628"/>
                  </a:lnTo>
                  <a:lnTo>
                    <a:pt x="46" y="5859"/>
                  </a:lnTo>
                  <a:lnTo>
                    <a:pt x="115" y="6090"/>
                  </a:lnTo>
                  <a:lnTo>
                    <a:pt x="185" y="6320"/>
                  </a:lnTo>
                  <a:lnTo>
                    <a:pt x="300" y="6528"/>
                  </a:lnTo>
                  <a:lnTo>
                    <a:pt x="438" y="6712"/>
                  </a:lnTo>
                  <a:lnTo>
                    <a:pt x="577" y="6897"/>
                  </a:lnTo>
                  <a:lnTo>
                    <a:pt x="738" y="7081"/>
                  </a:lnTo>
                  <a:lnTo>
                    <a:pt x="4175" y="10195"/>
                  </a:lnTo>
                  <a:lnTo>
                    <a:pt x="4336" y="10333"/>
                  </a:lnTo>
                  <a:lnTo>
                    <a:pt x="4498" y="10449"/>
                  </a:lnTo>
                  <a:lnTo>
                    <a:pt x="4682" y="10541"/>
                  </a:lnTo>
                  <a:lnTo>
                    <a:pt x="4867" y="10633"/>
                  </a:lnTo>
                  <a:lnTo>
                    <a:pt x="5074" y="10702"/>
                  </a:lnTo>
                  <a:lnTo>
                    <a:pt x="5259" y="10749"/>
                  </a:lnTo>
                  <a:lnTo>
                    <a:pt x="5466" y="10772"/>
                  </a:lnTo>
                  <a:lnTo>
                    <a:pt x="12363" y="10772"/>
                  </a:lnTo>
                  <a:lnTo>
                    <a:pt x="123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5"/>
            <p:cNvSpPr/>
            <p:nvPr/>
          </p:nvSpPr>
          <p:spPr>
            <a:xfrm>
              <a:off x="238125" y="2754850"/>
              <a:ext cx="309075" cy="269300"/>
            </a:xfrm>
            <a:custGeom>
              <a:avLst/>
              <a:gdLst/>
              <a:ahLst/>
              <a:cxnLst/>
              <a:rect l="l" t="t" r="r" b="b"/>
              <a:pathLst>
                <a:path w="12363" h="10772" fill="none" extrusionOk="0">
                  <a:moveTo>
                    <a:pt x="4175" y="577"/>
                  </a:moveTo>
                  <a:lnTo>
                    <a:pt x="738" y="3691"/>
                  </a:lnTo>
                  <a:lnTo>
                    <a:pt x="738" y="3691"/>
                  </a:lnTo>
                  <a:lnTo>
                    <a:pt x="577" y="3852"/>
                  </a:lnTo>
                  <a:lnTo>
                    <a:pt x="438" y="4060"/>
                  </a:lnTo>
                  <a:lnTo>
                    <a:pt x="300" y="4244"/>
                  </a:lnTo>
                  <a:lnTo>
                    <a:pt x="185" y="4452"/>
                  </a:lnTo>
                  <a:lnTo>
                    <a:pt x="115" y="4683"/>
                  </a:lnTo>
                  <a:lnTo>
                    <a:pt x="46" y="4913"/>
                  </a:lnTo>
                  <a:lnTo>
                    <a:pt x="0" y="5144"/>
                  </a:lnTo>
                  <a:lnTo>
                    <a:pt x="0" y="5375"/>
                  </a:lnTo>
                  <a:lnTo>
                    <a:pt x="0" y="5375"/>
                  </a:lnTo>
                  <a:lnTo>
                    <a:pt x="0" y="5628"/>
                  </a:lnTo>
                  <a:lnTo>
                    <a:pt x="46" y="5859"/>
                  </a:lnTo>
                  <a:lnTo>
                    <a:pt x="115" y="6090"/>
                  </a:lnTo>
                  <a:lnTo>
                    <a:pt x="185" y="6320"/>
                  </a:lnTo>
                  <a:lnTo>
                    <a:pt x="300" y="6528"/>
                  </a:lnTo>
                  <a:lnTo>
                    <a:pt x="438" y="6712"/>
                  </a:lnTo>
                  <a:lnTo>
                    <a:pt x="577" y="6897"/>
                  </a:lnTo>
                  <a:lnTo>
                    <a:pt x="738" y="7081"/>
                  </a:lnTo>
                  <a:lnTo>
                    <a:pt x="4175" y="10195"/>
                  </a:lnTo>
                  <a:lnTo>
                    <a:pt x="4175" y="10195"/>
                  </a:lnTo>
                  <a:lnTo>
                    <a:pt x="4336" y="10333"/>
                  </a:lnTo>
                  <a:lnTo>
                    <a:pt x="4498" y="10449"/>
                  </a:lnTo>
                  <a:lnTo>
                    <a:pt x="4682" y="10541"/>
                  </a:lnTo>
                  <a:lnTo>
                    <a:pt x="4867" y="10633"/>
                  </a:lnTo>
                  <a:lnTo>
                    <a:pt x="5074" y="10702"/>
                  </a:lnTo>
                  <a:lnTo>
                    <a:pt x="5259" y="10749"/>
                  </a:lnTo>
                  <a:lnTo>
                    <a:pt x="5466" y="10772"/>
                  </a:lnTo>
                  <a:lnTo>
                    <a:pt x="5674" y="10772"/>
                  </a:lnTo>
                  <a:lnTo>
                    <a:pt x="12363" y="10772"/>
                  </a:lnTo>
                  <a:lnTo>
                    <a:pt x="12363" y="1"/>
                  </a:lnTo>
                  <a:lnTo>
                    <a:pt x="5674" y="1"/>
                  </a:lnTo>
                  <a:lnTo>
                    <a:pt x="5674" y="1"/>
                  </a:lnTo>
                  <a:lnTo>
                    <a:pt x="5466" y="1"/>
                  </a:lnTo>
                  <a:lnTo>
                    <a:pt x="5259" y="24"/>
                  </a:lnTo>
                  <a:lnTo>
                    <a:pt x="5074" y="70"/>
                  </a:lnTo>
                  <a:lnTo>
                    <a:pt x="4867" y="139"/>
                  </a:lnTo>
                  <a:lnTo>
                    <a:pt x="4682" y="231"/>
                  </a:lnTo>
                  <a:lnTo>
                    <a:pt x="4498" y="323"/>
                  </a:lnTo>
                  <a:lnTo>
                    <a:pt x="4336" y="439"/>
                  </a:lnTo>
                  <a:lnTo>
                    <a:pt x="4175" y="577"/>
                  </a:lnTo>
                  <a:lnTo>
                    <a:pt x="4175" y="57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0" name="Google Shape;550;p35"/>
          <p:cNvGrpSpPr/>
          <p:nvPr/>
        </p:nvGrpSpPr>
        <p:grpSpPr>
          <a:xfrm>
            <a:off x="457188" y="929611"/>
            <a:ext cx="2485642" cy="680388"/>
            <a:chOff x="457188" y="1140988"/>
            <a:chExt cx="2485642" cy="680388"/>
          </a:xfrm>
        </p:grpSpPr>
        <p:sp>
          <p:nvSpPr>
            <p:cNvPr id="551" name="Google Shape;551;p35"/>
            <p:cNvSpPr txBox="1"/>
            <p:nvPr/>
          </p:nvSpPr>
          <p:spPr>
            <a:xfrm>
              <a:off x="1177629" y="1212376"/>
              <a:ext cx="1765200" cy="60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05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 b="1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Strong identity as India’s No.1 bike-taxi brand</a:t>
              </a:r>
              <a:r>
                <a:rPr lang="en" sz="11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, instantly recognized by its yellow branding.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52" name="Google Shape;552;p35"/>
            <p:cNvSpPr/>
            <p:nvPr/>
          </p:nvSpPr>
          <p:spPr>
            <a:xfrm>
              <a:off x="457188" y="1140988"/>
              <a:ext cx="609000" cy="609000"/>
            </a:xfrm>
            <a:prstGeom prst="ellipse">
              <a:avLst/>
            </a:prstGeom>
            <a:solidFill>
              <a:srgbClr val="FDB813"/>
            </a:solidFill>
            <a:ln w="19050" cap="flat" cmpd="sng">
              <a:solidFill>
                <a:srgbClr val="FDB81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>
                <a:solidFill>
                  <a:srgbClr val="FFFFFF"/>
                </a:solidFill>
              </a:endParaRPr>
            </a:p>
          </p:txBody>
        </p:sp>
      </p:grpSp>
      <p:grpSp>
        <p:nvGrpSpPr>
          <p:cNvPr id="553" name="Google Shape;553;p35"/>
          <p:cNvGrpSpPr/>
          <p:nvPr/>
        </p:nvGrpSpPr>
        <p:grpSpPr>
          <a:xfrm>
            <a:off x="6236450" y="929611"/>
            <a:ext cx="2450350" cy="680388"/>
            <a:chOff x="6236450" y="1140988"/>
            <a:chExt cx="2450350" cy="680388"/>
          </a:xfrm>
        </p:grpSpPr>
        <p:sp>
          <p:nvSpPr>
            <p:cNvPr id="554" name="Google Shape;554;p35"/>
            <p:cNvSpPr txBox="1"/>
            <p:nvPr/>
          </p:nvSpPr>
          <p:spPr>
            <a:xfrm>
              <a:off x="6236450" y="1212376"/>
              <a:ext cx="1765200" cy="60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05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 b="1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Fast, simple, no-confusion app experience</a:t>
              </a:r>
              <a:r>
                <a:rPr lang="en" sz="11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designed for quick one-tap bookings.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55" name="Google Shape;555;p35"/>
            <p:cNvSpPr/>
            <p:nvPr/>
          </p:nvSpPr>
          <p:spPr>
            <a:xfrm>
              <a:off x="8077800" y="1140988"/>
              <a:ext cx="609000" cy="609000"/>
            </a:xfrm>
            <a:prstGeom prst="ellipse">
              <a:avLst/>
            </a:prstGeom>
            <a:solidFill>
              <a:srgbClr val="DDA216"/>
            </a:solidFill>
            <a:ln w="19050" cap="flat" cmpd="sng">
              <a:solidFill>
                <a:srgbClr val="DDA2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>
                <a:solidFill>
                  <a:srgbClr val="FFFFFF"/>
                </a:solidFill>
              </a:endParaRPr>
            </a:p>
          </p:txBody>
        </p:sp>
      </p:grpSp>
      <p:grpSp>
        <p:nvGrpSpPr>
          <p:cNvPr id="556" name="Google Shape;556;p35"/>
          <p:cNvGrpSpPr/>
          <p:nvPr/>
        </p:nvGrpSpPr>
        <p:grpSpPr>
          <a:xfrm>
            <a:off x="457188" y="2179997"/>
            <a:ext cx="2450413" cy="743634"/>
            <a:chOff x="457188" y="2391373"/>
            <a:chExt cx="2450413" cy="743634"/>
          </a:xfrm>
        </p:grpSpPr>
        <p:sp>
          <p:nvSpPr>
            <p:cNvPr id="557" name="Google Shape;557;p35"/>
            <p:cNvSpPr/>
            <p:nvPr/>
          </p:nvSpPr>
          <p:spPr>
            <a:xfrm>
              <a:off x="654342" y="2551286"/>
              <a:ext cx="10" cy="1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5"/>
            <p:cNvSpPr/>
            <p:nvPr/>
          </p:nvSpPr>
          <p:spPr>
            <a:xfrm>
              <a:off x="595629" y="2551286"/>
              <a:ext cx="10" cy="1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5"/>
            <p:cNvSpPr txBox="1"/>
            <p:nvPr/>
          </p:nvSpPr>
          <p:spPr>
            <a:xfrm>
              <a:off x="1142400" y="2526008"/>
              <a:ext cx="1765200" cy="60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05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 b="1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Brand message: “Smart, fast and affordable rides”</a:t>
              </a:r>
              <a:r>
                <a:rPr lang="en" sz="11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clearly differentiates Rapido from cab-focused competitors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60" name="Google Shape;560;p35"/>
            <p:cNvSpPr/>
            <p:nvPr/>
          </p:nvSpPr>
          <p:spPr>
            <a:xfrm>
              <a:off x="457188" y="2391373"/>
              <a:ext cx="609000" cy="609000"/>
            </a:xfrm>
            <a:prstGeom prst="ellipse">
              <a:avLst/>
            </a:prstGeom>
            <a:solidFill>
              <a:srgbClr val="BC8B19"/>
            </a:solidFill>
            <a:ln w="19050" cap="flat" cmpd="sng">
              <a:solidFill>
                <a:srgbClr val="BC8B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>
                <a:solidFill>
                  <a:srgbClr val="FFFFFF"/>
                </a:solidFill>
              </a:endParaRPr>
            </a:p>
          </p:txBody>
        </p:sp>
      </p:grpSp>
      <p:grpSp>
        <p:nvGrpSpPr>
          <p:cNvPr id="561" name="Google Shape;561;p35"/>
          <p:cNvGrpSpPr/>
          <p:nvPr/>
        </p:nvGrpSpPr>
        <p:grpSpPr>
          <a:xfrm>
            <a:off x="6236450" y="2179997"/>
            <a:ext cx="2450350" cy="866941"/>
            <a:chOff x="6236450" y="2391373"/>
            <a:chExt cx="2450350" cy="866941"/>
          </a:xfrm>
        </p:grpSpPr>
        <p:sp>
          <p:nvSpPr>
            <p:cNvPr id="562" name="Google Shape;562;p35"/>
            <p:cNvSpPr txBox="1"/>
            <p:nvPr/>
          </p:nvSpPr>
          <p:spPr>
            <a:xfrm>
              <a:off x="6236450" y="2649314"/>
              <a:ext cx="1765200" cy="60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 b="1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Safe Drop Call adds extra safety &amp; trust</a:t>
              </a:r>
              <a:r>
                <a:rPr lang="en" sz="11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, making Rapido stand out.</a:t>
              </a:r>
              <a:br>
                <a:rPr lang="en" sz="11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</a:b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63" name="Google Shape;563;p35"/>
            <p:cNvSpPr/>
            <p:nvPr/>
          </p:nvSpPr>
          <p:spPr>
            <a:xfrm>
              <a:off x="8077800" y="2391373"/>
              <a:ext cx="609000" cy="609000"/>
            </a:xfrm>
            <a:prstGeom prst="ellipse">
              <a:avLst/>
            </a:prstGeom>
            <a:solidFill>
              <a:srgbClr val="666666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>
                <a:solidFill>
                  <a:srgbClr val="FFFFFF"/>
                </a:solidFill>
              </a:endParaRPr>
            </a:p>
          </p:txBody>
        </p:sp>
      </p:grpSp>
      <p:grpSp>
        <p:nvGrpSpPr>
          <p:cNvPr id="564" name="Google Shape;564;p35"/>
          <p:cNvGrpSpPr/>
          <p:nvPr/>
        </p:nvGrpSpPr>
        <p:grpSpPr>
          <a:xfrm>
            <a:off x="457188" y="3430398"/>
            <a:ext cx="2450413" cy="947774"/>
            <a:chOff x="457188" y="3641775"/>
            <a:chExt cx="2450413" cy="947774"/>
          </a:xfrm>
        </p:grpSpPr>
        <p:sp>
          <p:nvSpPr>
            <p:cNvPr id="565" name="Google Shape;565;p35"/>
            <p:cNvSpPr txBox="1"/>
            <p:nvPr/>
          </p:nvSpPr>
          <p:spPr>
            <a:xfrm>
              <a:off x="1142400" y="3980549"/>
              <a:ext cx="1765200" cy="60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05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 b="1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Consistent customer experience</a:t>
              </a:r>
              <a:r>
                <a:rPr lang="en" sz="11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with verified captains and reliable short-distance rides.</a:t>
              </a:r>
              <a:br>
                <a:rPr lang="en" sz="11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</a:b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66" name="Google Shape;566;p35"/>
            <p:cNvSpPr/>
            <p:nvPr/>
          </p:nvSpPr>
          <p:spPr>
            <a:xfrm>
              <a:off x="457188" y="3641775"/>
              <a:ext cx="609000" cy="609000"/>
            </a:xfrm>
            <a:prstGeom prst="ellipse">
              <a:avLst/>
            </a:prstGeom>
            <a:solidFill>
              <a:srgbClr val="292929"/>
            </a:solidFill>
            <a:ln w="19050" cap="flat" cmpd="sng">
              <a:solidFill>
                <a:srgbClr val="29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05</a:t>
              </a:r>
              <a:endParaRPr>
                <a:solidFill>
                  <a:srgbClr val="FFFFFF"/>
                </a:solidFill>
              </a:endParaRPr>
            </a:p>
          </p:txBody>
        </p:sp>
      </p:grpSp>
      <p:grpSp>
        <p:nvGrpSpPr>
          <p:cNvPr id="567" name="Google Shape;567;p35"/>
          <p:cNvGrpSpPr/>
          <p:nvPr/>
        </p:nvGrpSpPr>
        <p:grpSpPr>
          <a:xfrm>
            <a:off x="6236450" y="3430398"/>
            <a:ext cx="2450350" cy="806856"/>
            <a:chOff x="6236450" y="3641775"/>
            <a:chExt cx="2450350" cy="806856"/>
          </a:xfrm>
        </p:grpSpPr>
        <p:sp>
          <p:nvSpPr>
            <p:cNvPr id="568" name="Google Shape;568;p35"/>
            <p:cNvSpPr txBox="1"/>
            <p:nvPr/>
          </p:nvSpPr>
          <p:spPr>
            <a:xfrm>
              <a:off x="6236450" y="3839631"/>
              <a:ext cx="1765200" cy="60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05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 b="1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Youth-friendly, budget-focused positioning</a:t>
              </a:r>
              <a:r>
                <a:rPr lang="en" sz="11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, appealing to students and office commuters.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69" name="Google Shape;569;p35"/>
            <p:cNvSpPr/>
            <p:nvPr/>
          </p:nvSpPr>
          <p:spPr>
            <a:xfrm>
              <a:off x="8077800" y="3641775"/>
              <a:ext cx="609000" cy="609000"/>
            </a:xfrm>
            <a:prstGeom prst="ellipse">
              <a:avLst/>
            </a:prstGeom>
            <a:solidFill>
              <a:srgbClr val="76A5AF"/>
            </a:solidFill>
            <a:ln w="19050" cap="flat" cmpd="sng">
              <a:solidFill>
                <a:srgbClr val="7F9E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06</a:t>
              </a:r>
              <a:endParaRPr>
                <a:solidFill>
                  <a:srgbClr val="FFFFFF"/>
                </a:solidFill>
              </a:endParaRPr>
            </a:p>
          </p:txBody>
        </p:sp>
      </p:grpSp>
      <p:grpSp>
        <p:nvGrpSpPr>
          <p:cNvPr id="570" name="Google Shape;570;p35"/>
          <p:cNvGrpSpPr/>
          <p:nvPr/>
        </p:nvGrpSpPr>
        <p:grpSpPr>
          <a:xfrm>
            <a:off x="3621927" y="3331352"/>
            <a:ext cx="420577" cy="365762"/>
            <a:chOff x="3558875" y="6212325"/>
            <a:chExt cx="1047775" cy="912125"/>
          </a:xfrm>
        </p:grpSpPr>
        <p:sp>
          <p:nvSpPr>
            <p:cNvPr id="571" name="Google Shape;571;p35"/>
            <p:cNvSpPr/>
            <p:nvPr/>
          </p:nvSpPr>
          <p:spPr>
            <a:xfrm>
              <a:off x="3913900" y="6212325"/>
              <a:ext cx="334850" cy="323300"/>
            </a:xfrm>
            <a:custGeom>
              <a:avLst/>
              <a:gdLst/>
              <a:ahLst/>
              <a:cxnLst/>
              <a:rect l="l" t="t" r="r" b="b"/>
              <a:pathLst>
                <a:path w="13394" h="12932" extrusionOk="0">
                  <a:moveTo>
                    <a:pt x="6697" y="1"/>
                  </a:moveTo>
                  <a:lnTo>
                    <a:pt x="6119" y="116"/>
                  </a:lnTo>
                  <a:lnTo>
                    <a:pt x="5542" y="347"/>
                  </a:lnTo>
                  <a:lnTo>
                    <a:pt x="5080" y="809"/>
                  </a:lnTo>
                  <a:lnTo>
                    <a:pt x="4734" y="1502"/>
                  </a:lnTo>
                  <a:lnTo>
                    <a:pt x="4157" y="3349"/>
                  </a:lnTo>
                  <a:lnTo>
                    <a:pt x="2194" y="3349"/>
                  </a:lnTo>
                  <a:lnTo>
                    <a:pt x="1501" y="3465"/>
                  </a:lnTo>
                  <a:lnTo>
                    <a:pt x="924" y="3696"/>
                  </a:lnTo>
                  <a:lnTo>
                    <a:pt x="462" y="4157"/>
                  </a:lnTo>
                  <a:lnTo>
                    <a:pt x="116" y="4735"/>
                  </a:lnTo>
                  <a:lnTo>
                    <a:pt x="0" y="5427"/>
                  </a:lnTo>
                  <a:lnTo>
                    <a:pt x="116" y="6120"/>
                  </a:lnTo>
                  <a:lnTo>
                    <a:pt x="462" y="6697"/>
                  </a:lnTo>
                  <a:lnTo>
                    <a:pt x="924" y="7159"/>
                  </a:lnTo>
                  <a:lnTo>
                    <a:pt x="2540" y="8314"/>
                  </a:lnTo>
                  <a:lnTo>
                    <a:pt x="1848" y="10161"/>
                  </a:lnTo>
                  <a:lnTo>
                    <a:pt x="1848" y="10854"/>
                  </a:lnTo>
                  <a:lnTo>
                    <a:pt x="1848" y="11431"/>
                  </a:lnTo>
                  <a:lnTo>
                    <a:pt x="2194" y="12008"/>
                  </a:lnTo>
                  <a:lnTo>
                    <a:pt x="2656" y="12470"/>
                  </a:lnTo>
                  <a:lnTo>
                    <a:pt x="3233" y="12816"/>
                  </a:lnTo>
                  <a:lnTo>
                    <a:pt x="3926" y="12932"/>
                  </a:lnTo>
                  <a:lnTo>
                    <a:pt x="4503" y="12816"/>
                  </a:lnTo>
                  <a:lnTo>
                    <a:pt x="5196" y="12470"/>
                  </a:lnTo>
                  <a:lnTo>
                    <a:pt x="6697" y="11316"/>
                  </a:lnTo>
                  <a:lnTo>
                    <a:pt x="8313" y="12470"/>
                  </a:lnTo>
                  <a:lnTo>
                    <a:pt x="8890" y="12816"/>
                  </a:lnTo>
                  <a:lnTo>
                    <a:pt x="9583" y="12932"/>
                  </a:lnTo>
                  <a:lnTo>
                    <a:pt x="10276" y="12816"/>
                  </a:lnTo>
                  <a:lnTo>
                    <a:pt x="10853" y="12470"/>
                  </a:lnTo>
                  <a:lnTo>
                    <a:pt x="11315" y="12008"/>
                  </a:lnTo>
                  <a:lnTo>
                    <a:pt x="11546" y="11431"/>
                  </a:lnTo>
                  <a:lnTo>
                    <a:pt x="11661" y="10854"/>
                  </a:lnTo>
                  <a:lnTo>
                    <a:pt x="11546" y="10161"/>
                  </a:lnTo>
                  <a:lnTo>
                    <a:pt x="10969" y="8314"/>
                  </a:lnTo>
                  <a:lnTo>
                    <a:pt x="12585" y="7159"/>
                  </a:lnTo>
                  <a:lnTo>
                    <a:pt x="13047" y="6697"/>
                  </a:lnTo>
                  <a:lnTo>
                    <a:pt x="13393" y="6120"/>
                  </a:lnTo>
                  <a:lnTo>
                    <a:pt x="13393" y="5427"/>
                  </a:lnTo>
                  <a:lnTo>
                    <a:pt x="13393" y="4735"/>
                  </a:lnTo>
                  <a:lnTo>
                    <a:pt x="13047" y="4157"/>
                  </a:lnTo>
                  <a:lnTo>
                    <a:pt x="12585" y="3696"/>
                  </a:lnTo>
                  <a:lnTo>
                    <a:pt x="12008" y="3465"/>
                  </a:lnTo>
                  <a:lnTo>
                    <a:pt x="11315" y="3349"/>
                  </a:lnTo>
                  <a:lnTo>
                    <a:pt x="9352" y="3349"/>
                  </a:lnTo>
                  <a:lnTo>
                    <a:pt x="8775" y="1502"/>
                  </a:lnTo>
                  <a:lnTo>
                    <a:pt x="8429" y="809"/>
                  </a:lnTo>
                  <a:lnTo>
                    <a:pt x="7967" y="347"/>
                  </a:lnTo>
                  <a:lnTo>
                    <a:pt x="7389" y="116"/>
                  </a:lnTo>
                  <a:lnTo>
                    <a:pt x="66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5"/>
            <p:cNvSpPr/>
            <p:nvPr/>
          </p:nvSpPr>
          <p:spPr>
            <a:xfrm>
              <a:off x="3913900" y="6212325"/>
              <a:ext cx="334850" cy="323300"/>
            </a:xfrm>
            <a:custGeom>
              <a:avLst/>
              <a:gdLst/>
              <a:ahLst/>
              <a:cxnLst/>
              <a:rect l="l" t="t" r="r" b="b"/>
              <a:pathLst>
                <a:path w="13394" h="12932" fill="none" extrusionOk="0">
                  <a:moveTo>
                    <a:pt x="924" y="7159"/>
                  </a:moveTo>
                  <a:lnTo>
                    <a:pt x="2540" y="8314"/>
                  </a:lnTo>
                  <a:lnTo>
                    <a:pt x="1848" y="10161"/>
                  </a:lnTo>
                  <a:lnTo>
                    <a:pt x="1848" y="10161"/>
                  </a:lnTo>
                  <a:lnTo>
                    <a:pt x="1848" y="10854"/>
                  </a:lnTo>
                  <a:lnTo>
                    <a:pt x="1848" y="11431"/>
                  </a:lnTo>
                  <a:lnTo>
                    <a:pt x="2194" y="12008"/>
                  </a:lnTo>
                  <a:lnTo>
                    <a:pt x="2656" y="12470"/>
                  </a:lnTo>
                  <a:lnTo>
                    <a:pt x="2656" y="12470"/>
                  </a:lnTo>
                  <a:lnTo>
                    <a:pt x="3233" y="12816"/>
                  </a:lnTo>
                  <a:lnTo>
                    <a:pt x="3926" y="12932"/>
                  </a:lnTo>
                  <a:lnTo>
                    <a:pt x="4503" y="12816"/>
                  </a:lnTo>
                  <a:lnTo>
                    <a:pt x="5196" y="12470"/>
                  </a:lnTo>
                  <a:lnTo>
                    <a:pt x="6697" y="11316"/>
                  </a:lnTo>
                  <a:lnTo>
                    <a:pt x="8313" y="12470"/>
                  </a:lnTo>
                  <a:lnTo>
                    <a:pt x="8313" y="12470"/>
                  </a:lnTo>
                  <a:lnTo>
                    <a:pt x="8890" y="12816"/>
                  </a:lnTo>
                  <a:lnTo>
                    <a:pt x="9583" y="12932"/>
                  </a:lnTo>
                  <a:lnTo>
                    <a:pt x="9583" y="12932"/>
                  </a:lnTo>
                  <a:lnTo>
                    <a:pt x="10276" y="12816"/>
                  </a:lnTo>
                  <a:lnTo>
                    <a:pt x="10853" y="12470"/>
                  </a:lnTo>
                  <a:lnTo>
                    <a:pt x="10853" y="12470"/>
                  </a:lnTo>
                  <a:lnTo>
                    <a:pt x="11315" y="12008"/>
                  </a:lnTo>
                  <a:lnTo>
                    <a:pt x="11546" y="11431"/>
                  </a:lnTo>
                  <a:lnTo>
                    <a:pt x="11661" y="10854"/>
                  </a:lnTo>
                  <a:lnTo>
                    <a:pt x="11546" y="10161"/>
                  </a:lnTo>
                  <a:lnTo>
                    <a:pt x="10969" y="8314"/>
                  </a:lnTo>
                  <a:lnTo>
                    <a:pt x="12585" y="7159"/>
                  </a:lnTo>
                  <a:lnTo>
                    <a:pt x="12585" y="7159"/>
                  </a:lnTo>
                  <a:lnTo>
                    <a:pt x="13047" y="6697"/>
                  </a:lnTo>
                  <a:lnTo>
                    <a:pt x="13393" y="6120"/>
                  </a:lnTo>
                  <a:lnTo>
                    <a:pt x="13393" y="5427"/>
                  </a:lnTo>
                  <a:lnTo>
                    <a:pt x="13393" y="4735"/>
                  </a:lnTo>
                  <a:lnTo>
                    <a:pt x="13393" y="4735"/>
                  </a:lnTo>
                  <a:lnTo>
                    <a:pt x="13047" y="4157"/>
                  </a:lnTo>
                  <a:lnTo>
                    <a:pt x="12585" y="3696"/>
                  </a:lnTo>
                  <a:lnTo>
                    <a:pt x="12008" y="3465"/>
                  </a:lnTo>
                  <a:lnTo>
                    <a:pt x="11315" y="3349"/>
                  </a:lnTo>
                  <a:lnTo>
                    <a:pt x="9352" y="3349"/>
                  </a:lnTo>
                  <a:lnTo>
                    <a:pt x="8775" y="1502"/>
                  </a:lnTo>
                  <a:lnTo>
                    <a:pt x="8775" y="1502"/>
                  </a:lnTo>
                  <a:lnTo>
                    <a:pt x="8429" y="809"/>
                  </a:lnTo>
                  <a:lnTo>
                    <a:pt x="7967" y="347"/>
                  </a:lnTo>
                  <a:lnTo>
                    <a:pt x="7389" y="116"/>
                  </a:lnTo>
                  <a:lnTo>
                    <a:pt x="6697" y="1"/>
                  </a:lnTo>
                  <a:lnTo>
                    <a:pt x="6697" y="1"/>
                  </a:lnTo>
                  <a:lnTo>
                    <a:pt x="6119" y="116"/>
                  </a:lnTo>
                  <a:lnTo>
                    <a:pt x="5542" y="347"/>
                  </a:lnTo>
                  <a:lnTo>
                    <a:pt x="5080" y="809"/>
                  </a:lnTo>
                  <a:lnTo>
                    <a:pt x="4734" y="1502"/>
                  </a:lnTo>
                  <a:lnTo>
                    <a:pt x="4157" y="3349"/>
                  </a:lnTo>
                  <a:lnTo>
                    <a:pt x="2194" y="3349"/>
                  </a:lnTo>
                  <a:lnTo>
                    <a:pt x="2194" y="3349"/>
                  </a:lnTo>
                  <a:lnTo>
                    <a:pt x="1501" y="3465"/>
                  </a:lnTo>
                  <a:lnTo>
                    <a:pt x="924" y="3696"/>
                  </a:lnTo>
                  <a:lnTo>
                    <a:pt x="462" y="4157"/>
                  </a:lnTo>
                  <a:lnTo>
                    <a:pt x="116" y="4735"/>
                  </a:lnTo>
                  <a:lnTo>
                    <a:pt x="116" y="4735"/>
                  </a:lnTo>
                  <a:lnTo>
                    <a:pt x="0" y="5427"/>
                  </a:lnTo>
                  <a:lnTo>
                    <a:pt x="116" y="6120"/>
                  </a:lnTo>
                  <a:lnTo>
                    <a:pt x="462" y="6697"/>
                  </a:lnTo>
                  <a:lnTo>
                    <a:pt x="924" y="7159"/>
                  </a:lnTo>
                  <a:lnTo>
                    <a:pt x="924" y="715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5"/>
            <p:cNvSpPr/>
            <p:nvPr/>
          </p:nvSpPr>
          <p:spPr>
            <a:xfrm>
              <a:off x="3937000" y="6391300"/>
              <a:ext cx="0" cy="25"/>
            </a:xfrm>
            <a:custGeom>
              <a:avLst/>
              <a:gdLst/>
              <a:ahLst/>
              <a:cxnLst/>
              <a:rect l="l" t="t" r="r" b="b"/>
              <a:pathLst>
                <a:path h="1" fill="none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5"/>
            <p:cNvSpPr/>
            <p:nvPr/>
          </p:nvSpPr>
          <p:spPr>
            <a:xfrm>
              <a:off x="3558875" y="6212325"/>
              <a:ext cx="334850" cy="323300"/>
            </a:xfrm>
            <a:custGeom>
              <a:avLst/>
              <a:gdLst/>
              <a:ahLst/>
              <a:cxnLst/>
              <a:rect l="l" t="t" r="r" b="b"/>
              <a:pathLst>
                <a:path w="13394" h="12932" extrusionOk="0">
                  <a:moveTo>
                    <a:pt x="6697" y="1"/>
                  </a:moveTo>
                  <a:lnTo>
                    <a:pt x="6004" y="116"/>
                  </a:lnTo>
                  <a:lnTo>
                    <a:pt x="5427" y="347"/>
                  </a:lnTo>
                  <a:lnTo>
                    <a:pt x="4965" y="809"/>
                  </a:lnTo>
                  <a:lnTo>
                    <a:pt x="4734" y="1502"/>
                  </a:lnTo>
                  <a:lnTo>
                    <a:pt x="4041" y="3349"/>
                  </a:lnTo>
                  <a:lnTo>
                    <a:pt x="2079" y="3349"/>
                  </a:lnTo>
                  <a:lnTo>
                    <a:pt x="1386" y="3465"/>
                  </a:lnTo>
                  <a:lnTo>
                    <a:pt x="809" y="3696"/>
                  </a:lnTo>
                  <a:lnTo>
                    <a:pt x="347" y="4157"/>
                  </a:lnTo>
                  <a:lnTo>
                    <a:pt x="116" y="4735"/>
                  </a:lnTo>
                  <a:lnTo>
                    <a:pt x="0" y="5427"/>
                  </a:lnTo>
                  <a:lnTo>
                    <a:pt x="116" y="6120"/>
                  </a:lnTo>
                  <a:lnTo>
                    <a:pt x="347" y="6697"/>
                  </a:lnTo>
                  <a:lnTo>
                    <a:pt x="809" y="7159"/>
                  </a:lnTo>
                  <a:lnTo>
                    <a:pt x="2425" y="8314"/>
                  </a:lnTo>
                  <a:lnTo>
                    <a:pt x="1848" y="10161"/>
                  </a:lnTo>
                  <a:lnTo>
                    <a:pt x="1732" y="10854"/>
                  </a:lnTo>
                  <a:lnTo>
                    <a:pt x="1848" y="11431"/>
                  </a:lnTo>
                  <a:lnTo>
                    <a:pt x="2079" y="12008"/>
                  </a:lnTo>
                  <a:lnTo>
                    <a:pt x="2656" y="12470"/>
                  </a:lnTo>
                  <a:lnTo>
                    <a:pt x="3233" y="12816"/>
                  </a:lnTo>
                  <a:lnTo>
                    <a:pt x="3810" y="12932"/>
                  </a:lnTo>
                  <a:lnTo>
                    <a:pt x="4503" y="12816"/>
                  </a:lnTo>
                  <a:lnTo>
                    <a:pt x="5080" y="12470"/>
                  </a:lnTo>
                  <a:lnTo>
                    <a:pt x="6697" y="11316"/>
                  </a:lnTo>
                  <a:lnTo>
                    <a:pt x="8313" y="12470"/>
                  </a:lnTo>
                  <a:lnTo>
                    <a:pt x="8890" y="12816"/>
                  </a:lnTo>
                  <a:lnTo>
                    <a:pt x="9583" y="12932"/>
                  </a:lnTo>
                  <a:lnTo>
                    <a:pt x="10160" y="12816"/>
                  </a:lnTo>
                  <a:lnTo>
                    <a:pt x="10738" y="12470"/>
                  </a:lnTo>
                  <a:lnTo>
                    <a:pt x="11200" y="12008"/>
                  </a:lnTo>
                  <a:lnTo>
                    <a:pt x="11546" y="11431"/>
                  </a:lnTo>
                  <a:lnTo>
                    <a:pt x="11661" y="10854"/>
                  </a:lnTo>
                  <a:lnTo>
                    <a:pt x="11546" y="10161"/>
                  </a:lnTo>
                  <a:lnTo>
                    <a:pt x="10969" y="8314"/>
                  </a:lnTo>
                  <a:lnTo>
                    <a:pt x="12470" y="7159"/>
                  </a:lnTo>
                  <a:lnTo>
                    <a:pt x="13047" y="6697"/>
                  </a:lnTo>
                  <a:lnTo>
                    <a:pt x="13278" y="6120"/>
                  </a:lnTo>
                  <a:lnTo>
                    <a:pt x="13393" y="5427"/>
                  </a:lnTo>
                  <a:lnTo>
                    <a:pt x="13278" y="4735"/>
                  </a:lnTo>
                  <a:lnTo>
                    <a:pt x="13047" y="4157"/>
                  </a:lnTo>
                  <a:lnTo>
                    <a:pt x="12585" y="3696"/>
                  </a:lnTo>
                  <a:lnTo>
                    <a:pt x="11892" y="3465"/>
                  </a:lnTo>
                  <a:lnTo>
                    <a:pt x="11315" y="3349"/>
                  </a:lnTo>
                  <a:lnTo>
                    <a:pt x="9352" y="3349"/>
                  </a:lnTo>
                  <a:lnTo>
                    <a:pt x="8660" y="1502"/>
                  </a:lnTo>
                  <a:lnTo>
                    <a:pt x="8429" y="809"/>
                  </a:lnTo>
                  <a:lnTo>
                    <a:pt x="7967" y="347"/>
                  </a:lnTo>
                  <a:lnTo>
                    <a:pt x="7390" y="116"/>
                  </a:lnTo>
                  <a:lnTo>
                    <a:pt x="66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5"/>
            <p:cNvSpPr/>
            <p:nvPr/>
          </p:nvSpPr>
          <p:spPr>
            <a:xfrm>
              <a:off x="3558875" y="6212325"/>
              <a:ext cx="334850" cy="323300"/>
            </a:xfrm>
            <a:custGeom>
              <a:avLst/>
              <a:gdLst/>
              <a:ahLst/>
              <a:cxnLst/>
              <a:rect l="l" t="t" r="r" b="b"/>
              <a:pathLst>
                <a:path w="13394" h="12932" fill="none" extrusionOk="0">
                  <a:moveTo>
                    <a:pt x="809" y="7159"/>
                  </a:moveTo>
                  <a:lnTo>
                    <a:pt x="2425" y="8314"/>
                  </a:lnTo>
                  <a:lnTo>
                    <a:pt x="1848" y="10161"/>
                  </a:lnTo>
                  <a:lnTo>
                    <a:pt x="1848" y="10161"/>
                  </a:lnTo>
                  <a:lnTo>
                    <a:pt x="1732" y="10854"/>
                  </a:lnTo>
                  <a:lnTo>
                    <a:pt x="1848" y="11431"/>
                  </a:lnTo>
                  <a:lnTo>
                    <a:pt x="2079" y="12008"/>
                  </a:lnTo>
                  <a:lnTo>
                    <a:pt x="2656" y="12470"/>
                  </a:lnTo>
                  <a:lnTo>
                    <a:pt x="2656" y="12470"/>
                  </a:lnTo>
                  <a:lnTo>
                    <a:pt x="3233" y="12816"/>
                  </a:lnTo>
                  <a:lnTo>
                    <a:pt x="3810" y="12932"/>
                  </a:lnTo>
                  <a:lnTo>
                    <a:pt x="3810" y="12932"/>
                  </a:lnTo>
                  <a:lnTo>
                    <a:pt x="4503" y="12816"/>
                  </a:lnTo>
                  <a:lnTo>
                    <a:pt x="5080" y="12470"/>
                  </a:lnTo>
                  <a:lnTo>
                    <a:pt x="6697" y="11316"/>
                  </a:lnTo>
                  <a:lnTo>
                    <a:pt x="8313" y="12470"/>
                  </a:lnTo>
                  <a:lnTo>
                    <a:pt x="8313" y="12470"/>
                  </a:lnTo>
                  <a:lnTo>
                    <a:pt x="8890" y="12816"/>
                  </a:lnTo>
                  <a:lnTo>
                    <a:pt x="9583" y="12932"/>
                  </a:lnTo>
                  <a:lnTo>
                    <a:pt x="10160" y="12816"/>
                  </a:lnTo>
                  <a:lnTo>
                    <a:pt x="10738" y="12470"/>
                  </a:lnTo>
                  <a:lnTo>
                    <a:pt x="10738" y="12470"/>
                  </a:lnTo>
                  <a:lnTo>
                    <a:pt x="11200" y="12008"/>
                  </a:lnTo>
                  <a:lnTo>
                    <a:pt x="11546" y="11431"/>
                  </a:lnTo>
                  <a:lnTo>
                    <a:pt x="11661" y="10854"/>
                  </a:lnTo>
                  <a:lnTo>
                    <a:pt x="11546" y="10161"/>
                  </a:lnTo>
                  <a:lnTo>
                    <a:pt x="10969" y="8314"/>
                  </a:lnTo>
                  <a:lnTo>
                    <a:pt x="12470" y="7159"/>
                  </a:lnTo>
                  <a:lnTo>
                    <a:pt x="12470" y="7159"/>
                  </a:lnTo>
                  <a:lnTo>
                    <a:pt x="13047" y="6697"/>
                  </a:lnTo>
                  <a:lnTo>
                    <a:pt x="13278" y="6120"/>
                  </a:lnTo>
                  <a:lnTo>
                    <a:pt x="13393" y="5427"/>
                  </a:lnTo>
                  <a:lnTo>
                    <a:pt x="13278" y="4735"/>
                  </a:lnTo>
                  <a:lnTo>
                    <a:pt x="13278" y="4735"/>
                  </a:lnTo>
                  <a:lnTo>
                    <a:pt x="13047" y="4157"/>
                  </a:lnTo>
                  <a:lnTo>
                    <a:pt x="12585" y="3696"/>
                  </a:lnTo>
                  <a:lnTo>
                    <a:pt x="11892" y="3465"/>
                  </a:lnTo>
                  <a:lnTo>
                    <a:pt x="11315" y="3349"/>
                  </a:lnTo>
                  <a:lnTo>
                    <a:pt x="9352" y="3349"/>
                  </a:lnTo>
                  <a:lnTo>
                    <a:pt x="8660" y="1502"/>
                  </a:lnTo>
                  <a:lnTo>
                    <a:pt x="8660" y="1502"/>
                  </a:lnTo>
                  <a:lnTo>
                    <a:pt x="8660" y="1502"/>
                  </a:lnTo>
                  <a:lnTo>
                    <a:pt x="8429" y="809"/>
                  </a:lnTo>
                  <a:lnTo>
                    <a:pt x="7967" y="347"/>
                  </a:lnTo>
                  <a:lnTo>
                    <a:pt x="7390" y="116"/>
                  </a:lnTo>
                  <a:lnTo>
                    <a:pt x="6697" y="1"/>
                  </a:lnTo>
                  <a:lnTo>
                    <a:pt x="6697" y="1"/>
                  </a:lnTo>
                  <a:lnTo>
                    <a:pt x="6004" y="116"/>
                  </a:lnTo>
                  <a:lnTo>
                    <a:pt x="5427" y="347"/>
                  </a:lnTo>
                  <a:lnTo>
                    <a:pt x="4965" y="809"/>
                  </a:lnTo>
                  <a:lnTo>
                    <a:pt x="4734" y="1502"/>
                  </a:lnTo>
                  <a:lnTo>
                    <a:pt x="4041" y="3349"/>
                  </a:lnTo>
                  <a:lnTo>
                    <a:pt x="2079" y="3349"/>
                  </a:lnTo>
                  <a:lnTo>
                    <a:pt x="2079" y="3349"/>
                  </a:lnTo>
                  <a:lnTo>
                    <a:pt x="1386" y="3465"/>
                  </a:lnTo>
                  <a:lnTo>
                    <a:pt x="809" y="3696"/>
                  </a:lnTo>
                  <a:lnTo>
                    <a:pt x="347" y="4157"/>
                  </a:lnTo>
                  <a:lnTo>
                    <a:pt x="116" y="4735"/>
                  </a:lnTo>
                  <a:lnTo>
                    <a:pt x="116" y="4735"/>
                  </a:lnTo>
                  <a:lnTo>
                    <a:pt x="0" y="5427"/>
                  </a:lnTo>
                  <a:lnTo>
                    <a:pt x="116" y="6120"/>
                  </a:lnTo>
                  <a:lnTo>
                    <a:pt x="347" y="6697"/>
                  </a:lnTo>
                  <a:lnTo>
                    <a:pt x="809" y="7159"/>
                  </a:lnTo>
                  <a:lnTo>
                    <a:pt x="809" y="715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5"/>
            <p:cNvSpPr/>
            <p:nvPr/>
          </p:nvSpPr>
          <p:spPr>
            <a:xfrm>
              <a:off x="3579075" y="63913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5"/>
            <p:cNvSpPr/>
            <p:nvPr/>
          </p:nvSpPr>
          <p:spPr>
            <a:xfrm>
              <a:off x="4271800" y="6212325"/>
              <a:ext cx="334850" cy="323300"/>
            </a:xfrm>
            <a:custGeom>
              <a:avLst/>
              <a:gdLst/>
              <a:ahLst/>
              <a:cxnLst/>
              <a:rect l="l" t="t" r="r" b="b"/>
              <a:pathLst>
                <a:path w="13394" h="12932" extrusionOk="0">
                  <a:moveTo>
                    <a:pt x="6697" y="1"/>
                  </a:moveTo>
                  <a:lnTo>
                    <a:pt x="6120" y="116"/>
                  </a:lnTo>
                  <a:lnTo>
                    <a:pt x="5427" y="347"/>
                  </a:lnTo>
                  <a:lnTo>
                    <a:pt x="4965" y="809"/>
                  </a:lnTo>
                  <a:lnTo>
                    <a:pt x="4734" y="1502"/>
                  </a:lnTo>
                  <a:lnTo>
                    <a:pt x="4157" y="3349"/>
                  </a:lnTo>
                  <a:lnTo>
                    <a:pt x="2079" y="3349"/>
                  </a:lnTo>
                  <a:lnTo>
                    <a:pt x="1502" y="3465"/>
                  </a:lnTo>
                  <a:lnTo>
                    <a:pt x="924" y="3696"/>
                  </a:lnTo>
                  <a:lnTo>
                    <a:pt x="463" y="4157"/>
                  </a:lnTo>
                  <a:lnTo>
                    <a:pt x="116" y="4735"/>
                  </a:lnTo>
                  <a:lnTo>
                    <a:pt x="1" y="5427"/>
                  </a:lnTo>
                  <a:lnTo>
                    <a:pt x="116" y="6120"/>
                  </a:lnTo>
                  <a:lnTo>
                    <a:pt x="463" y="6697"/>
                  </a:lnTo>
                  <a:lnTo>
                    <a:pt x="924" y="7159"/>
                  </a:lnTo>
                  <a:lnTo>
                    <a:pt x="2541" y="8314"/>
                  </a:lnTo>
                  <a:lnTo>
                    <a:pt x="1848" y="10161"/>
                  </a:lnTo>
                  <a:lnTo>
                    <a:pt x="1733" y="10854"/>
                  </a:lnTo>
                  <a:lnTo>
                    <a:pt x="1848" y="11431"/>
                  </a:lnTo>
                  <a:lnTo>
                    <a:pt x="2194" y="12008"/>
                  </a:lnTo>
                  <a:lnTo>
                    <a:pt x="2656" y="12470"/>
                  </a:lnTo>
                  <a:lnTo>
                    <a:pt x="3233" y="12816"/>
                  </a:lnTo>
                  <a:lnTo>
                    <a:pt x="3926" y="12932"/>
                  </a:lnTo>
                  <a:lnTo>
                    <a:pt x="4503" y="12816"/>
                  </a:lnTo>
                  <a:lnTo>
                    <a:pt x="5081" y="12470"/>
                  </a:lnTo>
                  <a:lnTo>
                    <a:pt x="6697" y="11316"/>
                  </a:lnTo>
                  <a:lnTo>
                    <a:pt x="8313" y="12470"/>
                  </a:lnTo>
                  <a:lnTo>
                    <a:pt x="8891" y="12816"/>
                  </a:lnTo>
                  <a:lnTo>
                    <a:pt x="9583" y="12932"/>
                  </a:lnTo>
                  <a:lnTo>
                    <a:pt x="10161" y="12816"/>
                  </a:lnTo>
                  <a:lnTo>
                    <a:pt x="10853" y="12470"/>
                  </a:lnTo>
                  <a:lnTo>
                    <a:pt x="11315" y="12008"/>
                  </a:lnTo>
                  <a:lnTo>
                    <a:pt x="11546" y="11431"/>
                  </a:lnTo>
                  <a:lnTo>
                    <a:pt x="11662" y="10854"/>
                  </a:lnTo>
                  <a:lnTo>
                    <a:pt x="11546" y="10161"/>
                  </a:lnTo>
                  <a:lnTo>
                    <a:pt x="10969" y="8314"/>
                  </a:lnTo>
                  <a:lnTo>
                    <a:pt x="12585" y="7159"/>
                  </a:lnTo>
                  <a:lnTo>
                    <a:pt x="13047" y="6697"/>
                  </a:lnTo>
                  <a:lnTo>
                    <a:pt x="13278" y="6120"/>
                  </a:lnTo>
                  <a:lnTo>
                    <a:pt x="13393" y="5427"/>
                  </a:lnTo>
                  <a:lnTo>
                    <a:pt x="13278" y="4735"/>
                  </a:lnTo>
                  <a:lnTo>
                    <a:pt x="13047" y="4157"/>
                  </a:lnTo>
                  <a:lnTo>
                    <a:pt x="12585" y="3696"/>
                  </a:lnTo>
                  <a:lnTo>
                    <a:pt x="12008" y="3465"/>
                  </a:lnTo>
                  <a:lnTo>
                    <a:pt x="11315" y="3349"/>
                  </a:lnTo>
                  <a:lnTo>
                    <a:pt x="9353" y="3349"/>
                  </a:lnTo>
                  <a:lnTo>
                    <a:pt x="8775" y="1502"/>
                  </a:lnTo>
                  <a:lnTo>
                    <a:pt x="8429" y="809"/>
                  </a:lnTo>
                  <a:lnTo>
                    <a:pt x="7967" y="347"/>
                  </a:lnTo>
                  <a:lnTo>
                    <a:pt x="7390" y="116"/>
                  </a:lnTo>
                  <a:lnTo>
                    <a:pt x="66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5"/>
            <p:cNvSpPr/>
            <p:nvPr/>
          </p:nvSpPr>
          <p:spPr>
            <a:xfrm>
              <a:off x="4271800" y="6212325"/>
              <a:ext cx="334850" cy="323300"/>
            </a:xfrm>
            <a:custGeom>
              <a:avLst/>
              <a:gdLst/>
              <a:ahLst/>
              <a:cxnLst/>
              <a:rect l="l" t="t" r="r" b="b"/>
              <a:pathLst>
                <a:path w="13394" h="12932" fill="none" extrusionOk="0">
                  <a:moveTo>
                    <a:pt x="924" y="7159"/>
                  </a:moveTo>
                  <a:lnTo>
                    <a:pt x="2541" y="8314"/>
                  </a:lnTo>
                  <a:lnTo>
                    <a:pt x="1848" y="10161"/>
                  </a:lnTo>
                  <a:lnTo>
                    <a:pt x="1848" y="10161"/>
                  </a:lnTo>
                  <a:lnTo>
                    <a:pt x="1733" y="10854"/>
                  </a:lnTo>
                  <a:lnTo>
                    <a:pt x="1848" y="11431"/>
                  </a:lnTo>
                  <a:lnTo>
                    <a:pt x="2194" y="12008"/>
                  </a:lnTo>
                  <a:lnTo>
                    <a:pt x="2656" y="12470"/>
                  </a:lnTo>
                  <a:lnTo>
                    <a:pt x="2656" y="12470"/>
                  </a:lnTo>
                  <a:lnTo>
                    <a:pt x="3233" y="12816"/>
                  </a:lnTo>
                  <a:lnTo>
                    <a:pt x="3926" y="12932"/>
                  </a:lnTo>
                  <a:lnTo>
                    <a:pt x="4503" y="12816"/>
                  </a:lnTo>
                  <a:lnTo>
                    <a:pt x="5081" y="12470"/>
                  </a:lnTo>
                  <a:lnTo>
                    <a:pt x="6697" y="11316"/>
                  </a:lnTo>
                  <a:lnTo>
                    <a:pt x="8313" y="12470"/>
                  </a:lnTo>
                  <a:lnTo>
                    <a:pt x="8313" y="12470"/>
                  </a:lnTo>
                  <a:lnTo>
                    <a:pt x="8891" y="12816"/>
                  </a:lnTo>
                  <a:lnTo>
                    <a:pt x="9583" y="12932"/>
                  </a:lnTo>
                  <a:lnTo>
                    <a:pt x="9583" y="12932"/>
                  </a:lnTo>
                  <a:lnTo>
                    <a:pt x="10161" y="12816"/>
                  </a:lnTo>
                  <a:lnTo>
                    <a:pt x="10853" y="12470"/>
                  </a:lnTo>
                  <a:lnTo>
                    <a:pt x="10853" y="12470"/>
                  </a:lnTo>
                  <a:lnTo>
                    <a:pt x="11315" y="12008"/>
                  </a:lnTo>
                  <a:lnTo>
                    <a:pt x="11546" y="11431"/>
                  </a:lnTo>
                  <a:lnTo>
                    <a:pt x="11662" y="10854"/>
                  </a:lnTo>
                  <a:lnTo>
                    <a:pt x="11546" y="10161"/>
                  </a:lnTo>
                  <a:lnTo>
                    <a:pt x="10969" y="8314"/>
                  </a:lnTo>
                  <a:lnTo>
                    <a:pt x="12585" y="7159"/>
                  </a:lnTo>
                  <a:lnTo>
                    <a:pt x="12585" y="7159"/>
                  </a:lnTo>
                  <a:lnTo>
                    <a:pt x="13047" y="6697"/>
                  </a:lnTo>
                  <a:lnTo>
                    <a:pt x="13278" y="6120"/>
                  </a:lnTo>
                  <a:lnTo>
                    <a:pt x="13393" y="5427"/>
                  </a:lnTo>
                  <a:lnTo>
                    <a:pt x="13278" y="4735"/>
                  </a:lnTo>
                  <a:lnTo>
                    <a:pt x="13278" y="4735"/>
                  </a:lnTo>
                  <a:lnTo>
                    <a:pt x="13047" y="4157"/>
                  </a:lnTo>
                  <a:lnTo>
                    <a:pt x="12585" y="3696"/>
                  </a:lnTo>
                  <a:lnTo>
                    <a:pt x="12008" y="3465"/>
                  </a:lnTo>
                  <a:lnTo>
                    <a:pt x="11315" y="3349"/>
                  </a:lnTo>
                  <a:lnTo>
                    <a:pt x="9353" y="3349"/>
                  </a:lnTo>
                  <a:lnTo>
                    <a:pt x="8775" y="1502"/>
                  </a:lnTo>
                  <a:lnTo>
                    <a:pt x="8775" y="1502"/>
                  </a:lnTo>
                  <a:lnTo>
                    <a:pt x="8775" y="1502"/>
                  </a:lnTo>
                  <a:lnTo>
                    <a:pt x="8429" y="809"/>
                  </a:lnTo>
                  <a:lnTo>
                    <a:pt x="7967" y="347"/>
                  </a:lnTo>
                  <a:lnTo>
                    <a:pt x="7390" y="116"/>
                  </a:lnTo>
                  <a:lnTo>
                    <a:pt x="6697" y="1"/>
                  </a:lnTo>
                  <a:lnTo>
                    <a:pt x="6697" y="1"/>
                  </a:lnTo>
                  <a:lnTo>
                    <a:pt x="6120" y="116"/>
                  </a:lnTo>
                  <a:lnTo>
                    <a:pt x="5427" y="347"/>
                  </a:lnTo>
                  <a:lnTo>
                    <a:pt x="4965" y="809"/>
                  </a:lnTo>
                  <a:lnTo>
                    <a:pt x="4734" y="1502"/>
                  </a:lnTo>
                  <a:lnTo>
                    <a:pt x="4157" y="3349"/>
                  </a:lnTo>
                  <a:lnTo>
                    <a:pt x="2079" y="3349"/>
                  </a:lnTo>
                  <a:lnTo>
                    <a:pt x="2079" y="3349"/>
                  </a:lnTo>
                  <a:lnTo>
                    <a:pt x="1502" y="3465"/>
                  </a:lnTo>
                  <a:lnTo>
                    <a:pt x="924" y="3696"/>
                  </a:lnTo>
                  <a:lnTo>
                    <a:pt x="463" y="4157"/>
                  </a:lnTo>
                  <a:lnTo>
                    <a:pt x="116" y="4735"/>
                  </a:lnTo>
                  <a:lnTo>
                    <a:pt x="116" y="4735"/>
                  </a:lnTo>
                  <a:lnTo>
                    <a:pt x="1" y="5427"/>
                  </a:lnTo>
                  <a:lnTo>
                    <a:pt x="116" y="6120"/>
                  </a:lnTo>
                  <a:lnTo>
                    <a:pt x="463" y="6697"/>
                  </a:lnTo>
                  <a:lnTo>
                    <a:pt x="924" y="7159"/>
                  </a:lnTo>
                  <a:lnTo>
                    <a:pt x="924" y="715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5"/>
            <p:cNvSpPr/>
            <p:nvPr/>
          </p:nvSpPr>
          <p:spPr>
            <a:xfrm>
              <a:off x="4294900" y="63913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5"/>
            <p:cNvSpPr/>
            <p:nvPr/>
          </p:nvSpPr>
          <p:spPr>
            <a:xfrm>
              <a:off x="3714750" y="6951250"/>
              <a:ext cx="285750" cy="173200"/>
            </a:xfrm>
            <a:custGeom>
              <a:avLst/>
              <a:gdLst/>
              <a:ahLst/>
              <a:cxnLst/>
              <a:rect l="l" t="t" r="r" b="b"/>
              <a:pathLst>
                <a:path w="11430" h="6928" extrusionOk="0">
                  <a:moveTo>
                    <a:pt x="5657" y="0"/>
                  </a:moveTo>
                  <a:lnTo>
                    <a:pt x="4503" y="116"/>
                  </a:lnTo>
                  <a:lnTo>
                    <a:pt x="3464" y="347"/>
                  </a:lnTo>
                  <a:lnTo>
                    <a:pt x="2540" y="924"/>
                  </a:lnTo>
                  <a:lnTo>
                    <a:pt x="1616" y="1617"/>
                  </a:lnTo>
                  <a:lnTo>
                    <a:pt x="924" y="2425"/>
                  </a:lnTo>
                  <a:lnTo>
                    <a:pt x="462" y="3464"/>
                  </a:lnTo>
                  <a:lnTo>
                    <a:pt x="115" y="4503"/>
                  </a:lnTo>
                  <a:lnTo>
                    <a:pt x="0" y="5658"/>
                  </a:lnTo>
                  <a:lnTo>
                    <a:pt x="115" y="6928"/>
                  </a:lnTo>
                  <a:lnTo>
                    <a:pt x="11315" y="6928"/>
                  </a:lnTo>
                  <a:lnTo>
                    <a:pt x="11430" y="5658"/>
                  </a:lnTo>
                  <a:lnTo>
                    <a:pt x="11315" y="4503"/>
                  </a:lnTo>
                  <a:lnTo>
                    <a:pt x="10968" y="3464"/>
                  </a:lnTo>
                  <a:lnTo>
                    <a:pt x="10391" y="2425"/>
                  </a:lnTo>
                  <a:lnTo>
                    <a:pt x="9698" y="1617"/>
                  </a:lnTo>
                  <a:lnTo>
                    <a:pt x="8890" y="924"/>
                  </a:lnTo>
                  <a:lnTo>
                    <a:pt x="7966" y="347"/>
                  </a:lnTo>
                  <a:lnTo>
                    <a:pt x="6812" y="116"/>
                  </a:lnTo>
                  <a:lnTo>
                    <a:pt x="56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5"/>
            <p:cNvSpPr/>
            <p:nvPr/>
          </p:nvSpPr>
          <p:spPr>
            <a:xfrm>
              <a:off x="3714750" y="6951250"/>
              <a:ext cx="285750" cy="173200"/>
            </a:xfrm>
            <a:custGeom>
              <a:avLst/>
              <a:gdLst/>
              <a:ahLst/>
              <a:cxnLst/>
              <a:rect l="l" t="t" r="r" b="b"/>
              <a:pathLst>
                <a:path w="11430" h="6928" fill="none" extrusionOk="0">
                  <a:moveTo>
                    <a:pt x="5657" y="0"/>
                  </a:moveTo>
                  <a:lnTo>
                    <a:pt x="5657" y="0"/>
                  </a:lnTo>
                  <a:lnTo>
                    <a:pt x="4503" y="116"/>
                  </a:lnTo>
                  <a:lnTo>
                    <a:pt x="3464" y="347"/>
                  </a:lnTo>
                  <a:lnTo>
                    <a:pt x="2540" y="924"/>
                  </a:lnTo>
                  <a:lnTo>
                    <a:pt x="1616" y="1617"/>
                  </a:lnTo>
                  <a:lnTo>
                    <a:pt x="924" y="2425"/>
                  </a:lnTo>
                  <a:lnTo>
                    <a:pt x="462" y="3464"/>
                  </a:lnTo>
                  <a:lnTo>
                    <a:pt x="115" y="4503"/>
                  </a:lnTo>
                  <a:lnTo>
                    <a:pt x="0" y="5658"/>
                  </a:lnTo>
                  <a:lnTo>
                    <a:pt x="0" y="5658"/>
                  </a:lnTo>
                  <a:lnTo>
                    <a:pt x="115" y="6928"/>
                  </a:lnTo>
                  <a:lnTo>
                    <a:pt x="11315" y="6928"/>
                  </a:lnTo>
                  <a:lnTo>
                    <a:pt x="11315" y="6928"/>
                  </a:lnTo>
                  <a:lnTo>
                    <a:pt x="11430" y="5658"/>
                  </a:lnTo>
                  <a:lnTo>
                    <a:pt x="11430" y="5658"/>
                  </a:lnTo>
                  <a:lnTo>
                    <a:pt x="11315" y="4503"/>
                  </a:lnTo>
                  <a:lnTo>
                    <a:pt x="10968" y="3464"/>
                  </a:lnTo>
                  <a:lnTo>
                    <a:pt x="10391" y="2425"/>
                  </a:lnTo>
                  <a:lnTo>
                    <a:pt x="9698" y="1617"/>
                  </a:lnTo>
                  <a:lnTo>
                    <a:pt x="8890" y="924"/>
                  </a:lnTo>
                  <a:lnTo>
                    <a:pt x="7966" y="347"/>
                  </a:lnTo>
                  <a:lnTo>
                    <a:pt x="6812" y="116"/>
                  </a:lnTo>
                  <a:lnTo>
                    <a:pt x="5657" y="0"/>
                  </a:lnTo>
                  <a:lnTo>
                    <a:pt x="5657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5"/>
            <p:cNvSpPr/>
            <p:nvPr/>
          </p:nvSpPr>
          <p:spPr>
            <a:xfrm>
              <a:off x="3856175" y="69512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5"/>
            <p:cNvSpPr/>
            <p:nvPr/>
          </p:nvSpPr>
          <p:spPr>
            <a:xfrm>
              <a:off x="3798450" y="6769400"/>
              <a:ext cx="118350" cy="118375"/>
            </a:xfrm>
            <a:custGeom>
              <a:avLst/>
              <a:gdLst/>
              <a:ahLst/>
              <a:cxnLst/>
              <a:rect l="l" t="t" r="r" b="b"/>
              <a:pathLst>
                <a:path w="4734" h="4735" extrusionOk="0">
                  <a:moveTo>
                    <a:pt x="2309" y="1"/>
                  </a:moveTo>
                  <a:lnTo>
                    <a:pt x="1847" y="116"/>
                  </a:lnTo>
                  <a:lnTo>
                    <a:pt x="1386" y="232"/>
                  </a:lnTo>
                  <a:lnTo>
                    <a:pt x="1039" y="462"/>
                  </a:lnTo>
                  <a:lnTo>
                    <a:pt x="693" y="693"/>
                  </a:lnTo>
                  <a:lnTo>
                    <a:pt x="347" y="1040"/>
                  </a:lnTo>
                  <a:lnTo>
                    <a:pt x="231" y="1502"/>
                  </a:lnTo>
                  <a:lnTo>
                    <a:pt x="0" y="1963"/>
                  </a:lnTo>
                  <a:lnTo>
                    <a:pt x="0" y="2425"/>
                  </a:lnTo>
                  <a:lnTo>
                    <a:pt x="0" y="2887"/>
                  </a:lnTo>
                  <a:lnTo>
                    <a:pt x="231" y="3349"/>
                  </a:lnTo>
                  <a:lnTo>
                    <a:pt x="347" y="3695"/>
                  </a:lnTo>
                  <a:lnTo>
                    <a:pt x="693" y="4042"/>
                  </a:lnTo>
                  <a:lnTo>
                    <a:pt x="1039" y="4388"/>
                  </a:lnTo>
                  <a:lnTo>
                    <a:pt x="1386" y="4619"/>
                  </a:lnTo>
                  <a:lnTo>
                    <a:pt x="1847" y="4734"/>
                  </a:lnTo>
                  <a:lnTo>
                    <a:pt x="2771" y="4734"/>
                  </a:lnTo>
                  <a:lnTo>
                    <a:pt x="3233" y="4619"/>
                  </a:lnTo>
                  <a:lnTo>
                    <a:pt x="3695" y="4388"/>
                  </a:lnTo>
                  <a:lnTo>
                    <a:pt x="4041" y="4042"/>
                  </a:lnTo>
                  <a:lnTo>
                    <a:pt x="4272" y="3695"/>
                  </a:lnTo>
                  <a:lnTo>
                    <a:pt x="4503" y="3349"/>
                  </a:lnTo>
                  <a:lnTo>
                    <a:pt x="4618" y="2887"/>
                  </a:lnTo>
                  <a:lnTo>
                    <a:pt x="4734" y="2425"/>
                  </a:lnTo>
                  <a:lnTo>
                    <a:pt x="4618" y="1963"/>
                  </a:lnTo>
                  <a:lnTo>
                    <a:pt x="4503" y="1502"/>
                  </a:lnTo>
                  <a:lnTo>
                    <a:pt x="4272" y="1040"/>
                  </a:lnTo>
                  <a:lnTo>
                    <a:pt x="4041" y="693"/>
                  </a:lnTo>
                  <a:lnTo>
                    <a:pt x="3695" y="462"/>
                  </a:lnTo>
                  <a:lnTo>
                    <a:pt x="3233" y="232"/>
                  </a:lnTo>
                  <a:lnTo>
                    <a:pt x="2771" y="116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5"/>
            <p:cNvSpPr/>
            <p:nvPr/>
          </p:nvSpPr>
          <p:spPr>
            <a:xfrm>
              <a:off x="3798450" y="6769400"/>
              <a:ext cx="118350" cy="118375"/>
            </a:xfrm>
            <a:custGeom>
              <a:avLst/>
              <a:gdLst/>
              <a:ahLst/>
              <a:cxnLst/>
              <a:rect l="l" t="t" r="r" b="b"/>
              <a:pathLst>
                <a:path w="4734" h="4735" fill="none" extrusionOk="0">
                  <a:moveTo>
                    <a:pt x="4734" y="2425"/>
                  </a:moveTo>
                  <a:lnTo>
                    <a:pt x="4734" y="2425"/>
                  </a:lnTo>
                  <a:lnTo>
                    <a:pt x="4618" y="1963"/>
                  </a:lnTo>
                  <a:lnTo>
                    <a:pt x="4503" y="1502"/>
                  </a:lnTo>
                  <a:lnTo>
                    <a:pt x="4272" y="1040"/>
                  </a:lnTo>
                  <a:lnTo>
                    <a:pt x="4041" y="693"/>
                  </a:lnTo>
                  <a:lnTo>
                    <a:pt x="3695" y="462"/>
                  </a:lnTo>
                  <a:lnTo>
                    <a:pt x="3233" y="232"/>
                  </a:lnTo>
                  <a:lnTo>
                    <a:pt x="2771" y="116"/>
                  </a:lnTo>
                  <a:lnTo>
                    <a:pt x="2309" y="1"/>
                  </a:lnTo>
                  <a:lnTo>
                    <a:pt x="2309" y="1"/>
                  </a:lnTo>
                  <a:lnTo>
                    <a:pt x="1847" y="116"/>
                  </a:lnTo>
                  <a:lnTo>
                    <a:pt x="1386" y="232"/>
                  </a:lnTo>
                  <a:lnTo>
                    <a:pt x="1039" y="462"/>
                  </a:lnTo>
                  <a:lnTo>
                    <a:pt x="693" y="693"/>
                  </a:lnTo>
                  <a:lnTo>
                    <a:pt x="347" y="1040"/>
                  </a:lnTo>
                  <a:lnTo>
                    <a:pt x="231" y="1502"/>
                  </a:lnTo>
                  <a:lnTo>
                    <a:pt x="0" y="1963"/>
                  </a:lnTo>
                  <a:lnTo>
                    <a:pt x="0" y="2425"/>
                  </a:lnTo>
                  <a:lnTo>
                    <a:pt x="0" y="2425"/>
                  </a:lnTo>
                  <a:lnTo>
                    <a:pt x="0" y="2887"/>
                  </a:lnTo>
                  <a:lnTo>
                    <a:pt x="231" y="3349"/>
                  </a:lnTo>
                  <a:lnTo>
                    <a:pt x="347" y="3695"/>
                  </a:lnTo>
                  <a:lnTo>
                    <a:pt x="693" y="4042"/>
                  </a:lnTo>
                  <a:lnTo>
                    <a:pt x="1039" y="4388"/>
                  </a:lnTo>
                  <a:lnTo>
                    <a:pt x="1386" y="4619"/>
                  </a:lnTo>
                  <a:lnTo>
                    <a:pt x="1847" y="4734"/>
                  </a:lnTo>
                  <a:lnTo>
                    <a:pt x="2309" y="4734"/>
                  </a:lnTo>
                  <a:lnTo>
                    <a:pt x="2309" y="4734"/>
                  </a:lnTo>
                  <a:lnTo>
                    <a:pt x="2771" y="4734"/>
                  </a:lnTo>
                  <a:lnTo>
                    <a:pt x="3233" y="4619"/>
                  </a:lnTo>
                  <a:lnTo>
                    <a:pt x="3695" y="4388"/>
                  </a:lnTo>
                  <a:lnTo>
                    <a:pt x="4041" y="4042"/>
                  </a:lnTo>
                  <a:lnTo>
                    <a:pt x="4272" y="3695"/>
                  </a:lnTo>
                  <a:lnTo>
                    <a:pt x="4503" y="3349"/>
                  </a:lnTo>
                  <a:lnTo>
                    <a:pt x="4618" y="2887"/>
                  </a:lnTo>
                  <a:lnTo>
                    <a:pt x="4734" y="2425"/>
                  </a:lnTo>
                  <a:lnTo>
                    <a:pt x="4734" y="242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5"/>
            <p:cNvSpPr/>
            <p:nvPr/>
          </p:nvSpPr>
          <p:spPr>
            <a:xfrm>
              <a:off x="3916775" y="68300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5"/>
            <p:cNvSpPr/>
            <p:nvPr/>
          </p:nvSpPr>
          <p:spPr>
            <a:xfrm>
              <a:off x="3558875" y="6599100"/>
              <a:ext cx="1047775" cy="525350"/>
            </a:xfrm>
            <a:custGeom>
              <a:avLst/>
              <a:gdLst/>
              <a:ahLst/>
              <a:cxnLst/>
              <a:rect l="l" t="t" r="r" b="b"/>
              <a:pathLst>
                <a:path w="41911" h="21014" extrusionOk="0">
                  <a:moveTo>
                    <a:pt x="36022" y="4388"/>
                  </a:moveTo>
                  <a:lnTo>
                    <a:pt x="36600" y="4504"/>
                  </a:lnTo>
                  <a:lnTo>
                    <a:pt x="36946" y="4734"/>
                  </a:lnTo>
                  <a:lnTo>
                    <a:pt x="37177" y="5196"/>
                  </a:lnTo>
                  <a:lnTo>
                    <a:pt x="37292" y="5658"/>
                  </a:lnTo>
                  <a:lnTo>
                    <a:pt x="37177" y="6120"/>
                  </a:lnTo>
                  <a:lnTo>
                    <a:pt x="36946" y="6466"/>
                  </a:lnTo>
                  <a:lnTo>
                    <a:pt x="36600" y="6813"/>
                  </a:lnTo>
                  <a:lnTo>
                    <a:pt x="24246" y="6813"/>
                  </a:lnTo>
                  <a:lnTo>
                    <a:pt x="23784" y="6466"/>
                  </a:lnTo>
                  <a:lnTo>
                    <a:pt x="23553" y="6120"/>
                  </a:lnTo>
                  <a:lnTo>
                    <a:pt x="23438" y="5658"/>
                  </a:lnTo>
                  <a:lnTo>
                    <a:pt x="23553" y="5196"/>
                  </a:lnTo>
                  <a:lnTo>
                    <a:pt x="23784" y="4734"/>
                  </a:lnTo>
                  <a:lnTo>
                    <a:pt x="24246" y="4504"/>
                  </a:lnTo>
                  <a:lnTo>
                    <a:pt x="24708" y="4388"/>
                  </a:lnTo>
                  <a:close/>
                  <a:moveTo>
                    <a:pt x="30596" y="8544"/>
                  </a:moveTo>
                  <a:lnTo>
                    <a:pt x="31058" y="8891"/>
                  </a:lnTo>
                  <a:lnTo>
                    <a:pt x="31289" y="9237"/>
                  </a:lnTo>
                  <a:lnTo>
                    <a:pt x="31404" y="9699"/>
                  </a:lnTo>
                  <a:lnTo>
                    <a:pt x="31289" y="10161"/>
                  </a:lnTo>
                  <a:lnTo>
                    <a:pt x="31058" y="10623"/>
                  </a:lnTo>
                  <a:lnTo>
                    <a:pt x="30596" y="10854"/>
                  </a:lnTo>
                  <a:lnTo>
                    <a:pt x="30134" y="10969"/>
                  </a:lnTo>
                  <a:lnTo>
                    <a:pt x="24708" y="10969"/>
                  </a:lnTo>
                  <a:lnTo>
                    <a:pt x="24246" y="10854"/>
                  </a:lnTo>
                  <a:lnTo>
                    <a:pt x="23900" y="10623"/>
                  </a:lnTo>
                  <a:lnTo>
                    <a:pt x="23553" y="10161"/>
                  </a:lnTo>
                  <a:lnTo>
                    <a:pt x="23438" y="9699"/>
                  </a:lnTo>
                  <a:lnTo>
                    <a:pt x="23553" y="9237"/>
                  </a:lnTo>
                  <a:lnTo>
                    <a:pt x="23900" y="8891"/>
                  </a:lnTo>
                  <a:lnTo>
                    <a:pt x="24246" y="8544"/>
                  </a:lnTo>
                  <a:close/>
                  <a:moveTo>
                    <a:pt x="4041" y="1"/>
                  </a:moveTo>
                  <a:lnTo>
                    <a:pt x="3118" y="347"/>
                  </a:lnTo>
                  <a:lnTo>
                    <a:pt x="2194" y="809"/>
                  </a:lnTo>
                  <a:lnTo>
                    <a:pt x="1501" y="1502"/>
                  </a:lnTo>
                  <a:lnTo>
                    <a:pt x="809" y="2194"/>
                  </a:lnTo>
                  <a:lnTo>
                    <a:pt x="347" y="3118"/>
                  </a:lnTo>
                  <a:lnTo>
                    <a:pt x="116" y="4042"/>
                  </a:lnTo>
                  <a:lnTo>
                    <a:pt x="0" y="5081"/>
                  </a:lnTo>
                  <a:lnTo>
                    <a:pt x="0" y="15934"/>
                  </a:lnTo>
                  <a:lnTo>
                    <a:pt x="0" y="16742"/>
                  </a:lnTo>
                  <a:lnTo>
                    <a:pt x="231" y="17550"/>
                  </a:lnTo>
                  <a:lnTo>
                    <a:pt x="578" y="18358"/>
                  </a:lnTo>
                  <a:lnTo>
                    <a:pt x="1040" y="19051"/>
                  </a:lnTo>
                  <a:lnTo>
                    <a:pt x="1617" y="19628"/>
                  </a:lnTo>
                  <a:lnTo>
                    <a:pt x="2310" y="20205"/>
                  </a:lnTo>
                  <a:lnTo>
                    <a:pt x="3002" y="20552"/>
                  </a:lnTo>
                  <a:lnTo>
                    <a:pt x="3810" y="20783"/>
                  </a:lnTo>
                  <a:lnTo>
                    <a:pt x="3695" y="19744"/>
                  </a:lnTo>
                  <a:lnTo>
                    <a:pt x="3810" y="18589"/>
                  </a:lnTo>
                  <a:lnTo>
                    <a:pt x="4041" y="17434"/>
                  </a:lnTo>
                  <a:lnTo>
                    <a:pt x="4503" y="16395"/>
                  </a:lnTo>
                  <a:lnTo>
                    <a:pt x="4965" y="15356"/>
                  </a:lnTo>
                  <a:lnTo>
                    <a:pt x="5658" y="14433"/>
                  </a:lnTo>
                  <a:lnTo>
                    <a:pt x="6466" y="13624"/>
                  </a:lnTo>
                  <a:lnTo>
                    <a:pt x="7390" y="12932"/>
                  </a:lnTo>
                  <a:lnTo>
                    <a:pt x="8313" y="12470"/>
                  </a:lnTo>
                  <a:lnTo>
                    <a:pt x="7851" y="11777"/>
                  </a:lnTo>
                  <a:lnTo>
                    <a:pt x="7390" y="10969"/>
                  </a:lnTo>
                  <a:lnTo>
                    <a:pt x="7159" y="10161"/>
                  </a:lnTo>
                  <a:lnTo>
                    <a:pt x="7159" y="9237"/>
                  </a:lnTo>
                  <a:lnTo>
                    <a:pt x="7159" y="8198"/>
                  </a:lnTo>
                  <a:lnTo>
                    <a:pt x="7505" y="7390"/>
                  </a:lnTo>
                  <a:lnTo>
                    <a:pt x="7967" y="6582"/>
                  </a:lnTo>
                  <a:lnTo>
                    <a:pt x="8544" y="5774"/>
                  </a:lnTo>
                  <a:lnTo>
                    <a:pt x="9237" y="5196"/>
                  </a:lnTo>
                  <a:lnTo>
                    <a:pt x="10045" y="4734"/>
                  </a:lnTo>
                  <a:lnTo>
                    <a:pt x="10969" y="4504"/>
                  </a:lnTo>
                  <a:lnTo>
                    <a:pt x="11892" y="4388"/>
                  </a:lnTo>
                  <a:lnTo>
                    <a:pt x="12931" y="4504"/>
                  </a:lnTo>
                  <a:lnTo>
                    <a:pt x="13855" y="4734"/>
                  </a:lnTo>
                  <a:lnTo>
                    <a:pt x="14663" y="5196"/>
                  </a:lnTo>
                  <a:lnTo>
                    <a:pt x="15356" y="5774"/>
                  </a:lnTo>
                  <a:lnTo>
                    <a:pt x="15933" y="6582"/>
                  </a:lnTo>
                  <a:lnTo>
                    <a:pt x="16395" y="7390"/>
                  </a:lnTo>
                  <a:lnTo>
                    <a:pt x="16626" y="8198"/>
                  </a:lnTo>
                  <a:lnTo>
                    <a:pt x="16741" y="9237"/>
                  </a:lnTo>
                  <a:lnTo>
                    <a:pt x="16626" y="10161"/>
                  </a:lnTo>
                  <a:lnTo>
                    <a:pt x="16395" y="10969"/>
                  </a:lnTo>
                  <a:lnTo>
                    <a:pt x="16049" y="11777"/>
                  </a:lnTo>
                  <a:lnTo>
                    <a:pt x="15587" y="12470"/>
                  </a:lnTo>
                  <a:lnTo>
                    <a:pt x="16510" y="12932"/>
                  </a:lnTo>
                  <a:lnTo>
                    <a:pt x="17434" y="13624"/>
                  </a:lnTo>
                  <a:lnTo>
                    <a:pt x="18127" y="14433"/>
                  </a:lnTo>
                  <a:lnTo>
                    <a:pt x="18820" y="15356"/>
                  </a:lnTo>
                  <a:lnTo>
                    <a:pt x="19397" y="16395"/>
                  </a:lnTo>
                  <a:lnTo>
                    <a:pt x="19743" y="17434"/>
                  </a:lnTo>
                  <a:lnTo>
                    <a:pt x="20090" y="18589"/>
                  </a:lnTo>
                  <a:lnTo>
                    <a:pt x="20090" y="19744"/>
                  </a:lnTo>
                  <a:lnTo>
                    <a:pt x="19974" y="21014"/>
                  </a:lnTo>
                  <a:lnTo>
                    <a:pt x="36830" y="21014"/>
                  </a:lnTo>
                  <a:lnTo>
                    <a:pt x="37870" y="20898"/>
                  </a:lnTo>
                  <a:lnTo>
                    <a:pt x="38793" y="20552"/>
                  </a:lnTo>
                  <a:lnTo>
                    <a:pt x="39717" y="20090"/>
                  </a:lnTo>
                  <a:lnTo>
                    <a:pt x="40410" y="19513"/>
                  </a:lnTo>
                  <a:lnTo>
                    <a:pt x="41102" y="18704"/>
                  </a:lnTo>
                  <a:lnTo>
                    <a:pt x="41564" y="17896"/>
                  </a:lnTo>
                  <a:lnTo>
                    <a:pt x="41795" y="16857"/>
                  </a:lnTo>
                  <a:lnTo>
                    <a:pt x="41910" y="15934"/>
                  </a:lnTo>
                  <a:lnTo>
                    <a:pt x="41910" y="5081"/>
                  </a:lnTo>
                  <a:lnTo>
                    <a:pt x="41795" y="4042"/>
                  </a:lnTo>
                  <a:lnTo>
                    <a:pt x="41564" y="3118"/>
                  </a:lnTo>
                  <a:lnTo>
                    <a:pt x="41102" y="2194"/>
                  </a:lnTo>
                  <a:lnTo>
                    <a:pt x="40410" y="1502"/>
                  </a:lnTo>
                  <a:lnTo>
                    <a:pt x="39717" y="809"/>
                  </a:lnTo>
                  <a:lnTo>
                    <a:pt x="38793" y="347"/>
                  </a:lnTo>
                  <a:lnTo>
                    <a:pt x="378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5"/>
            <p:cNvSpPr/>
            <p:nvPr/>
          </p:nvSpPr>
          <p:spPr>
            <a:xfrm>
              <a:off x="3558875" y="6599100"/>
              <a:ext cx="1047775" cy="525350"/>
            </a:xfrm>
            <a:custGeom>
              <a:avLst/>
              <a:gdLst/>
              <a:ahLst/>
              <a:cxnLst/>
              <a:rect l="l" t="t" r="r" b="b"/>
              <a:pathLst>
                <a:path w="41911" h="21014" fill="none" extrusionOk="0">
                  <a:moveTo>
                    <a:pt x="36830" y="1"/>
                  </a:moveTo>
                  <a:lnTo>
                    <a:pt x="5080" y="1"/>
                  </a:lnTo>
                  <a:lnTo>
                    <a:pt x="5080" y="1"/>
                  </a:lnTo>
                  <a:lnTo>
                    <a:pt x="4041" y="1"/>
                  </a:lnTo>
                  <a:lnTo>
                    <a:pt x="3118" y="347"/>
                  </a:lnTo>
                  <a:lnTo>
                    <a:pt x="2194" y="809"/>
                  </a:lnTo>
                  <a:lnTo>
                    <a:pt x="1501" y="1502"/>
                  </a:lnTo>
                  <a:lnTo>
                    <a:pt x="809" y="2194"/>
                  </a:lnTo>
                  <a:lnTo>
                    <a:pt x="347" y="3118"/>
                  </a:lnTo>
                  <a:lnTo>
                    <a:pt x="116" y="4042"/>
                  </a:lnTo>
                  <a:lnTo>
                    <a:pt x="0" y="5081"/>
                  </a:lnTo>
                  <a:lnTo>
                    <a:pt x="0" y="15934"/>
                  </a:lnTo>
                  <a:lnTo>
                    <a:pt x="0" y="15934"/>
                  </a:lnTo>
                  <a:lnTo>
                    <a:pt x="0" y="16742"/>
                  </a:lnTo>
                  <a:lnTo>
                    <a:pt x="231" y="17550"/>
                  </a:lnTo>
                  <a:lnTo>
                    <a:pt x="578" y="18358"/>
                  </a:lnTo>
                  <a:lnTo>
                    <a:pt x="1040" y="19051"/>
                  </a:lnTo>
                  <a:lnTo>
                    <a:pt x="1617" y="19628"/>
                  </a:lnTo>
                  <a:lnTo>
                    <a:pt x="2310" y="20205"/>
                  </a:lnTo>
                  <a:lnTo>
                    <a:pt x="3002" y="20552"/>
                  </a:lnTo>
                  <a:lnTo>
                    <a:pt x="3810" y="20783"/>
                  </a:lnTo>
                  <a:lnTo>
                    <a:pt x="3810" y="20783"/>
                  </a:lnTo>
                  <a:lnTo>
                    <a:pt x="3695" y="19744"/>
                  </a:lnTo>
                  <a:lnTo>
                    <a:pt x="3695" y="19744"/>
                  </a:lnTo>
                  <a:lnTo>
                    <a:pt x="3810" y="18589"/>
                  </a:lnTo>
                  <a:lnTo>
                    <a:pt x="4041" y="17434"/>
                  </a:lnTo>
                  <a:lnTo>
                    <a:pt x="4503" y="16395"/>
                  </a:lnTo>
                  <a:lnTo>
                    <a:pt x="4965" y="15356"/>
                  </a:lnTo>
                  <a:lnTo>
                    <a:pt x="5658" y="14433"/>
                  </a:lnTo>
                  <a:lnTo>
                    <a:pt x="6466" y="13624"/>
                  </a:lnTo>
                  <a:lnTo>
                    <a:pt x="7390" y="12932"/>
                  </a:lnTo>
                  <a:lnTo>
                    <a:pt x="8313" y="12470"/>
                  </a:lnTo>
                  <a:lnTo>
                    <a:pt x="8313" y="12470"/>
                  </a:lnTo>
                  <a:lnTo>
                    <a:pt x="7851" y="11777"/>
                  </a:lnTo>
                  <a:lnTo>
                    <a:pt x="7390" y="10969"/>
                  </a:lnTo>
                  <a:lnTo>
                    <a:pt x="7159" y="10161"/>
                  </a:lnTo>
                  <a:lnTo>
                    <a:pt x="7159" y="9237"/>
                  </a:lnTo>
                  <a:lnTo>
                    <a:pt x="7159" y="9237"/>
                  </a:lnTo>
                  <a:lnTo>
                    <a:pt x="7159" y="8198"/>
                  </a:lnTo>
                  <a:lnTo>
                    <a:pt x="7505" y="7390"/>
                  </a:lnTo>
                  <a:lnTo>
                    <a:pt x="7967" y="6582"/>
                  </a:lnTo>
                  <a:lnTo>
                    <a:pt x="8544" y="5774"/>
                  </a:lnTo>
                  <a:lnTo>
                    <a:pt x="9237" y="5196"/>
                  </a:lnTo>
                  <a:lnTo>
                    <a:pt x="10045" y="4734"/>
                  </a:lnTo>
                  <a:lnTo>
                    <a:pt x="10969" y="4504"/>
                  </a:lnTo>
                  <a:lnTo>
                    <a:pt x="11892" y="4388"/>
                  </a:lnTo>
                  <a:lnTo>
                    <a:pt x="11892" y="4388"/>
                  </a:lnTo>
                  <a:lnTo>
                    <a:pt x="12931" y="4504"/>
                  </a:lnTo>
                  <a:lnTo>
                    <a:pt x="13855" y="4734"/>
                  </a:lnTo>
                  <a:lnTo>
                    <a:pt x="14663" y="5196"/>
                  </a:lnTo>
                  <a:lnTo>
                    <a:pt x="15356" y="5774"/>
                  </a:lnTo>
                  <a:lnTo>
                    <a:pt x="15933" y="6582"/>
                  </a:lnTo>
                  <a:lnTo>
                    <a:pt x="16395" y="7390"/>
                  </a:lnTo>
                  <a:lnTo>
                    <a:pt x="16626" y="8198"/>
                  </a:lnTo>
                  <a:lnTo>
                    <a:pt x="16741" y="9237"/>
                  </a:lnTo>
                  <a:lnTo>
                    <a:pt x="16741" y="9237"/>
                  </a:lnTo>
                  <a:lnTo>
                    <a:pt x="16626" y="10161"/>
                  </a:lnTo>
                  <a:lnTo>
                    <a:pt x="16395" y="10969"/>
                  </a:lnTo>
                  <a:lnTo>
                    <a:pt x="16049" y="11777"/>
                  </a:lnTo>
                  <a:lnTo>
                    <a:pt x="15587" y="12470"/>
                  </a:lnTo>
                  <a:lnTo>
                    <a:pt x="15587" y="12470"/>
                  </a:lnTo>
                  <a:lnTo>
                    <a:pt x="16510" y="12932"/>
                  </a:lnTo>
                  <a:lnTo>
                    <a:pt x="17434" y="13624"/>
                  </a:lnTo>
                  <a:lnTo>
                    <a:pt x="18127" y="14433"/>
                  </a:lnTo>
                  <a:lnTo>
                    <a:pt x="18820" y="15356"/>
                  </a:lnTo>
                  <a:lnTo>
                    <a:pt x="19397" y="16395"/>
                  </a:lnTo>
                  <a:lnTo>
                    <a:pt x="19743" y="17434"/>
                  </a:lnTo>
                  <a:lnTo>
                    <a:pt x="20090" y="18589"/>
                  </a:lnTo>
                  <a:lnTo>
                    <a:pt x="20090" y="19744"/>
                  </a:lnTo>
                  <a:lnTo>
                    <a:pt x="20090" y="19744"/>
                  </a:lnTo>
                  <a:lnTo>
                    <a:pt x="19974" y="21014"/>
                  </a:lnTo>
                  <a:lnTo>
                    <a:pt x="36830" y="21014"/>
                  </a:lnTo>
                  <a:lnTo>
                    <a:pt x="36830" y="21014"/>
                  </a:lnTo>
                  <a:lnTo>
                    <a:pt x="37870" y="20898"/>
                  </a:lnTo>
                  <a:lnTo>
                    <a:pt x="38793" y="20552"/>
                  </a:lnTo>
                  <a:lnTo>
                    <a:pt x="39717" y="20090"/>
                  </a:lnTo>
                  <a:lnTo>
                    <a:pt x="40410" y="19513"/>
                  </a:lnTo>
                  <a:lnTo>
                    <a:pt x="41102" y="18704"/>
                  </a:lnTo>
                  <a:lnTo>
                    <a:pt x="41564" y="17896"/>
                  </a:lnTo>
                  <a:lnTo>
                    <a:pt x="41795" y="16857"/>
                  </a:lnTo>
                  <a:lnTo>
                    <a:pt x="41910" y="15934"/>
                  </a:lnTo>
                  <a:lnTo>
                    <a:pt x="41910" y="5081"/>
                  </a:lnTo>
                  <a:lnTo>
                    <a:pt x="41910" y="5081"/>
                  </a:lnTo>
                  <a:lnTo>
                    <a:pt x="41795" y="4042"/>
                  </a:lnTo>
                  <a:lnTo>
                    <a:pt x="41564" y="3118"/>
                  </a:lnTo>
                  <a:lnTo>
                    <a:pt x="41102" y="2194"/>
                  </a:lnTo>
                  <a:lnTo>
                    <a:pt x="40410" y="1502"/>
                  </a:lnTo>
                  <a:lnTo>
                    <a:pt x="39717" y="809"/>
                  </a:lnTo>
                  <a:lnTo>
                    <a:pt x="38793" y="347"/>
                  </a:lnTo>
                  <a:lnTo>
                    <a:pt x="37870" y="1"/>
                  </a:lnTo>
                  <a:lnTo>
                    <a:pt x="36830" y="1"/>
                  </a:lnTo>
                  <a:lnTo>
                    <a:pt x="36830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5"/>
            <p:cNvSpPr/>
            <p:nvPr/>
          </p:nvSpPr>
          <p:spPr>
            <a:xfrm>
              <a:off x="4144800" y="6812700"/>
              <a:ext cx="199200" cy="60650"/>
            </a:xfrm>
            <a:custGeom>
              <a:avLst/>
              <a:gdLst/>
              <a:ahLst/>
              <a:cxnLst/>
              <a:rect l="l" t="t" r="r" b="b"/>
              <a:pathLst>
                <a:path w="7968" h="2426" fill="none" extrusionOk="0">
                  <a:moveTo>
                    <a:pt x="6697" y="2425"/>
                  </a:moveTo>
                  <a:lnTo>
                    <a:pt x="1271" y="2425"/>
                  </a:lnTo>
                  <a:lnTo>
                    <a:pt x="1271" y="2425"/>
                  </a:lnTo>
                  <a:lnTo>
                    <a:pt x="809" y="2310"/>
                  </a:lnTo>
                  <a:lnTo>
                    <a:pt x="463" y="2079"/>
                  </a:lnTo>
                  <a:lnTo>
                    <a:pt x="116" y="1617"/>
                  </a:lnTo>
                  <a:lnTo>
                    <a:pt x="1" y="1155"/>
                  </a:lnTo>
                  <a:lnTo>
                    <a:pt x="1" y="1155"/>
                  </a:lnTo>
                  <a:lnTo>
                    <a:pt x="116" y="693"/>
                  </a:lnTo>
                  <a:lnTo>
                    <a:pt x="463" y="347"/>
                  </a:lnTo>
                  <a:lnTo>
                    <a:pt x="809" y="0"/>
                  </a:lnTo>
                  <a:lnTo>
                    <a:pt x="1271" y="0"/>
                  </a:lnTo>
                  <a:lnTo>
                    <a:pt x="6697" y="0"/>
                  </a:lnTo>
                  <a:lnTo>
                    <a:pt x="6697" y="0"/>
                  </a:lnTo>
                  <a:lnTo>
                    <a:pt x="7159" y="0"/>
                  </a:lnTo>
                  <a:lnTo>
                    <a:pt x="7621" y="347"/>
                  </a:lnTo>
                  <a:lnTo>
                    <a:pt x="7852" y="693"/>
                  </a:lnTo>
                  <a:lnTo>
                    <a:pt x="7967" y="1155"/>
                  </a:lnTo>
                  <a:lnTo>
                    <a:pt x="7967" y="1155"/>
                  </a:lnTo>
                  <a:lnTo>
                    <a:pt x="7852" y="1617"/>
                  </a:lnTo>
                  <a:lnTo>
                    <a:pt x="7621" y="2079"/>
                  </a:lnTo>
                  <a:lnTo>
                    <a:pt x="7159" y="2310"/>
                  </a:lnTo>
                  <a:lnTo>
                    <a:pt x="6697" y="2425"/>
                  </a:lnTo>
                  <a:lnTo>
                    <a:pt x="6697" y="242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5"/>
            <p:cNvSpPr/>
            <p:nvPr/>
          </p:nvSpPr>
          <p:spPr>
            <a:xfrm>
              <a:off x="4144800" y="6708800"/>
              <a:ext cx="346400" cy="60625"/>
            </a:xfrm>
            <a:custGeom>
              <a:avLst/>
              <a:gdLst/>
              <a:ahLst/>
              <a:cxnLst/>
              <a:rect l="l" t="t" r="r" b="b"/>
              <a:pathLst>
                <a:path w="13856" h="2425" fill="none" extrusionOk="0">
                  <a:moveTo>
                    <a:pt x="12585" y="2425"/>
                  </a:moveTo>
                  <a:lnTo>
                    <a:pt x="1271" y="2425"/>
                  </a:lnTo>
                  <a:lnTo>
                    <a:pt x="1271" y="2425"/>
                  </a:lnTo>
                  <a:lnTo>
                    <a:pt x="809" y="2425"/>
                  </a:lnTo>
                  <a:lnTo>
                    <a:pt x="347" y="2078"/>
                  </a:lnTo>
                  <a:lnTo>
                    <a:pt x="116" y="1732"/>
                  </a:lnTo>
                  <a:lnTo>
                    <a:pt x="1" y="1270"/>
                  </a:lnTo>
                  <a:lnTo>
                    <a:pt x="1" y="1270"/>
                  </a:lnTo>
                  <a:lnTo>
                    <a:pt x="116" y="808"/>
                  </a:lnTo>
                  <a:lnTo>
                    <a:pt x="347" y="346"/>
                  </a:lnTo>
                  <a:lnTo>
                    <a:pt x="809" y="116"/>
                  </a:lnTo>
                  <a:lnTo>
                    <a:pt x="1271" y="0"/>
                  </a:lnTo>
                  <a:lnTo>
                    <a:pt x="12585" y="0"/>
                  </a:lnTo>
                  <a:lnTo>
                    <a:pt x="12585" y="0"/>
                  </a:lnTo>
                  <a:lnTo>
                    <a:pt x="13163" y="116"/>
                  </a:lnTo>
                  <a:lnTo>
                    <a:pt x="13509" y="346"/>
                  </a:lnTo>
                  <a:lnTo>
                    <a:pt x="13740" y="808"/>
                  </a:lnTo>
                  <a:lnTo>
                    <a:pt x="13855" y="1270"/>
                  </a:lnTo>
                  <a:lnTo>
                    <a:pt x="13855" y="1270"/>
                  </a:lnTo>
                  <a:lnTo>
                    <a:pt x="13740" y="1732"/>
                  </a:lnTo>
                  <a:lnTo>
                    <a:pt x="13509" y="2078"/>
                  </a:lnTo>
                  <a:lnTo>
                    <a:pt x="13163" y="2425"/>
                  </a:lnTo>
                  <a:lnTo>
                    <a:pt x="12585" y="2425"/>
                  </a:lnTo>
                  <a:lnTo>
                    <a:pt x="12585" y="242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5"/>
            <p:cNvSpPr/>
            <p:nvPr/>
          </p:nvSpPr>
          <p:spPr>
            <a:xfrm>
              <a:off x="4459425" y="67694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750"/>
        </a:solidFill>
        <a:effectLst/>
      </p:bgPr>
    </p:bg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5" name="Google Shape;595;p36"/>
          <p:cNvGrpSpPr/>
          <p:nvPr/>
        </p:nvGrpSpPr>
        <p:grpSpPr>
          <a:xfrm>
            <a:off x="2763439" y="1059975"/>
            <a:ext cx="2383611" cy="2886965"/>
            <a:chOff x="3071457" y="2013875"/>
            <a:chExt cx="1990157" cy="1569600"/>
          </a:xfrm>
        </p:grpSpPr>
        <p:sp>
          <p:nvSpPr>
            <p:cNvPr id="596" name="Google Shape;596;p36"/>
            <p:cNvSpPr/>
            <p:nvPr/>
          </p:nvSpPr>
          <p:spPr>
            <a:xfrm rot="10800000" flipH="1">
              <a:off x="3071457" y="2013875"/>
              <a:ext cx="1944600" cy="1569600"/>
            </a:xfrm>
            <a:prstGeom prst="round2DiagRect">
              <a:avLst>
                <a:gd name="adj1" fmla="val 0"/>
                <a:gd name="adj2" fmla="val 17764"/>
              </a:avLst>
            </a:prstGeom>
            <a:solidFill>
              <a:srgbClr val="414141"/>
            </a:solidFill>
            <a:ln>
              <a:noFill/>
            </a:ln>
          </p:spPr>
          <p:txBody>
            <a:bodyPr spcFirstLastPara="1" wrap="square" lIns="109500" tIns="109500" rIns="109500" bIns="1095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6"/>
            <p:cNvSpPr txBox="1"/>
            <p:nvPr/>
          </p:nvSpPr>
          <p:spPr>
            <a:xfrm>
              <a:off x="3227114" y="2137938"/>
              <a:ext cx="1834500" cy="45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9500" tIns="109500" rIns="109500" bIns="1095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17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Problems Rapido solves</a:t>
              </a:r>
              <a:endParaRPr sz="131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98" name="Google Shape;598;p36"/>
          <p:cNvGrpSpPr/>
          <p:nvPr/>
        </p:nvGrpSpPr>
        <p:grpSpPr>
          <a:xfrm>
            <a:off x="437251" y="1059975"/>
            <a:ext cx="2329047" cy="2886965"/>
            <a:chOff x="1126863" y="2013875"/>
            <a:chExt cx="1944600" cy="1569600"/>
          </a:xfrm>
        </p:grpSpPr>
        <p:sp>
          <p:nvSpPr>
            <p:cNvPr id="599" name="Google Shape;599;p36"/>
            <p:cNvSpPr/>
            <p:nvPr/>
          </p:nvSpPr>
          <p:spPr>
            <a:xfrm>
              <a:off x="1126863" y="2013875"/>
              <a:ext cx="1944600" cy="1569600"/>
            </a:xfrm>
            <a:prstGeom prst="round2DiagRect">
              <a:avLst>
                <a:gd name="adj1" fmla="val 0"/>
                <a:gd name="adj2" fmla="val 17764"/>
              </a:avLst>
            </a:prstGeom>
            <a:solidFill>
              <a:srgbClr val="505050"/>
            </a:solidFill>
            <a:ln>
              <a:noFill/>
            </a:ln>
          </p:spPr>
          <p:txBody>
            <a:bodyPr spcFirstLastPara="1" wrap="square" lIns="109500" tIns="109500" rIns="109500" bIns="1095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6"/>
            <p:cNvSpPr txBox="1"/>
            <p:nvPr/>
          </p:nvSpPr>
          <p:spPr>
            <a:xfrm>
              <a:off x="1250615" y="2126149"/>
              <a:ext cx="1451700" cy="45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9500" tIns="109500" rIns="109500" bIns="1095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17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Market Gaps before Rapido</a:t>
              </a:r>
              <a:endParaRPr sz="131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01" name="Google Shape;601;p36"/>
          <p:cNvGrpSpPr/>
          <p:nvPr/>
        </p:nvGrpSpPr>
        <p:grpSpPr>
          <a:xfrm>
            <a:off x="5089491" y="1059975"/>
            <a:ext cx="3594537" cy="2886965"/>
            <a:chOff x="5015938" y="2013875"/>
            <a:chExt cx="3001200" cy="1569600"/>
          </a:xfrm>
        </p:grpSpPr>
        <p:sp>
          <p:nvSpPr>
            <p:cNvPr id="602" name="Google Shape;602;p36"/>
            <p:cNvSpPr/>
            <p:nvPr/>
          </p:nvSpPr>
          <p:spPr>
            <a:xfrm>
              <a:off x="5015938" y="2013875"/>
              <a:ext cx="3001200" cy="1569600"/>
            </a:xfrm>
            <a:prstGeom prst="round2DiagRect">
              <a:avLst>
                <a:gd name="adj1" fmla="val 0"/>
                <a:gd name="adj2" fmla="val 17764"/>
              </a:avLst>
            </a:prstGeom>
            <a:solidFill>
              <a:srgbClr val="2F2F2F"/>
            </a:solidFill>
            <a:ln>
              <a:noFill/>
            </a:ln>
          </p:spPr>
          <p:txBody>
            <a:bodyPr spcFirstLastPara="1" wrap="square" lIns="109500" tIns="109500" rIns="109500" bIns="1095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76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76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76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76"/>
            </a:p>
          </p:txBody>
        </p:sp>
        <p:sp>
          <p:nvSpPr>
            <p:cNvPr id="603" name="Google Shape;603;p36"/>
            <p:cNvSpPr txBox="1"/>
            <p:nvPr/>
          </p:nvSpPr>
          <p:spPr>
            <a:xfrm>
              <a:off x="5377515" y="2146399"/>
              <a:ext cx="2417100" cy="45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9500" tIns="109500" rIns="109500" bIns="1095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17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Customer Benefits</a:t>
              </a:r>
              <a:endParaRPr sz="131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04" name="Google Shape;604;p36"/>
          <p:cNvGrpSpPr/>
          <p:nvPr/>
        </p:nvGrpSpPr>
        <p:grpSpPr>
          <a:xfrm>
            <a:off x="4953976" y="2600928"/>
            <a:ext cx="492288" cy="490045"/>
            <a:chOff x="4858109" y="2631368"/>
            <a:chExt cx="316442" cy="315000"/>
          </a:xfrm>
        </p:grpSpPr>
        <p:sp>
          <p:nvSpPr>
            <p:cNvPr id="605" name="Google Shape;605;p36"/>
            <p:cNvSpPr/>
            <p:nvPr/>
          </p:nvSpPr>
          <p:spPr>
            <a:xfrm>
              <a:off x="4859551" y="2631368"/>
              <a:ext cx="315000" cy="315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72075" tIns="172075" rIns="172075" bIns="1720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6"/>
            <p:cNvSpPr/>
            <p:nvPr/>
          </p:nvSpPr>
          <p:spPr>
            <a:xfrm>
              <a:off x="4858109" y="2739300"/>
              <a:ext cx="239100" cy="99000"/>
            </a:xfrm>
            <a:prstGeom prst="rightArrow">
              <a:avLst>
                <a:gd name="adj1" fmla="val 32020"/>
                <a:gd name="adj2" fmla="val 66970"/>
              </a:avLst>
            </a:prstGeom>
            <a:solidFill>
              <a:srgbClr val="414141"/>
            </a:solidFill>
            <a:ln>
              <a:noFill/>
            </a:ln>
          </p:spPr>
          <p:txBody>
            <a:bodyPr spcFirstLastPara="1" wrap="square" lIns="172075" tIns="172075" rIns="172075" bIns="1720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" sz="2634"/>
              </a:br>
              <a:endParaRPr sz="2634"/>
            </a:p>
          </p:txBody>
        </p:sp>
      </p:grpSp>
      <p:grpSp>
        <p:nvGrpSpPr>
          <p:cNvPr id="607" name="Google Shape;607;p36"/>
          <p:cNvGrpSpPr/>
          <p:nvPr/>
        </p:nvGrpSpPr>
        <p:grpSpPr>
          <a:xfrm>
            <a:off x="2490197" y="2599897"/>
            <a:ext cx="492274" cy="492274"/>
            <a:chOff x="3157188" y="909150"/>
            <a:chExt cx="470400" cy="470400"/>
          </a:xfrm>
        </p:grpSpPr>
        <p:sp>
          <p:nvSpPr>
            <p:cNvPr id="608" name="Google Shape;608;p36"/>
            <p:cNvSpPr/>
            <p:nvPr/>
          </p:nvSpPr>
          <p:spPr>
            <a:xfrm>
              <a:off x="3157188" y="909150"/>
              <a:ext cx="470400" cy="470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72850" tIns="172850" rIns="172850" bIns="17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6"/>
            <p:cNvSpPr/>
            <p:nvPr/>
          </p:nvSpPr>
          <p:spPr>
            <a:xfrm>
              <a:off x="3243138" y="995100"/>
              <a:ext cx="298500" cy="298500"/>
            </a:xfrm>
            <a:prstGeom prst="mathPlus">
              <a:avLst>
                <a:gd name="adj1" fmla="val 9900"/>
              </a:avLst>
            </a:prstGeom>
            <a:solidFill>
              <a:srgbClr val="505050"/>
            </a:solidFill>
            <a:ln>
              <a:noFill/>
            </a:ln>
          </p:spPr>
          <p:txBody>
            <a:bodyPr spcFirstLastPara="1" wrap="square" lIns="172850" tIns="172850" rIns="172850" bIns="17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10" name="Google Shape;61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5626" y="-26300"/>
            <a:ext cx="1833825" cy="1833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1" name="Google Shape;611;p36"/>
          <p:cNvGrpSpPr/>
          <p:nvPr/>
        </p:nvGrpSpPr>
        <p:grpSpPr>
          <a:xfrm>
            <a:off x="-1099275" y="4772097"/>
            <a:ext cx="5729399" cy="371407"/>
            <a:chOff x="457205" y="4198587"/>
            <a:chExt cx="8229531" cy="533478"/>
          </a:xfrm>
        </p:grpSpPr>
        <p:grpSp>
          <p:nvGrpSpPr>
            <p:cNvPr id="612" name="Google Shape;612;p36"/>
            <p:cNvGrpSpPr/>
            <p:nvPr/>
          </p:nvGrpSpPr>
          <p:grpSpPr>
            <a:xfrm>
              <a:off x="457205" y="4198587"/>
              <a:ext cx="7962970" cy="533478"/>
              <a:chOff x="457200" y="2514600"/>
              <a:chExt cx="8229609" cy="551341"/>
            </a:xfrm>
          </p:grpSpPr>
          <p:sp>
            <p:nvSpPr>
              <p:cNvPr id="613" name="Google Shape;613;p36"/>
              <p:cNvSpPr/>
              <p:nvPr/>
            </p:nvSpPr>
            <p:spPr>
              <a:xfrm>
                <a:off x="457200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36"/>
              <p:cNvSpPr/>
              <p:nvPr/>
            </p:nvSpPr>
            <p:spPr>
              <a:xfrm>
                <a:off x="732845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36"/>
              <p:cNvSpPr/>
              <p:nvPr/>
            </p:nvSpPr>
            <p:spPr>
              <a:xfrm>
                <a:off x="1008490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36"/>
              <p:cNvSpPr/>
              <p:nvPr/>
            </p:nvSpPr>
            <p:spPr>
              <a:xfrm>
                <a:off x="1284135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36"/>
              <p:cNvSpPr/>
              <p:nvPr/>
            </p:nvSpPr>
            <p:spPr>
              <a:xfrm>
                <a:off x="1559780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36"/>
              <p:cNvSpPr/>
              <p:nvPr/>
            </p:nvSpPr>
            <p:spPr>
              <a:xfrm>
                <a:off x="183542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36"/>
              <p:cNvSpPr/>
              <p:nvPr/>
            </p:nvSpPr>
            <p:spPr>
              <a:xfrm>
                <a:off x="211106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36"/>
              <p:cNvSpPr/>
              <p:nvPr/>
            </p:nvSpPr>
            <p:spPr>
              <a:xfrm>
                <a:off x="238671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36"/>
              <p:cNvSpPr/>
              <p:nvPr/>
            </p:nvSpPr>
            <p:spPr>
              <a:xfrm>
                <a:off x="266235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36"/>
              <p:cNvSpPr/>
              <p:nvPr/>
            </p:nvSpPr>
            <p:spPr>
              <a:xfrm>
                <a:off x="293800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36"/>
              <p:cNvSpPr/>
              <p:nvPr/>
            </p:nvSpPr>
            <p:spPr>
              <a:xfrm>
                <a:off x="321364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36"/>
              <p:cNvSpPr/>
              <p:nvPr/>
            </p:nvSpPr>
            <p:spPr>
              <a:xfrm>
                <a:off x="348929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36"/>
              <p:cNvSpPr/>
              <p:nvPr/>
            </p:nvSpPr>
            <p:spPr>
              <a:xfrm>
                <a:off x="376493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36"/>
              <p:cNvSpPr/>
              <p:nvPr/>
            </p:nvSpPr>
            <p:spPr>
              <a:xfrm>
                <a:off x="404058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36"/>
              <p:cNvSpPr/>
              <p:nvPr/>
            </p:nvSpPr>
            <p:spPr>
              <a:xfrm>
                <a:off x="431622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36"/>
              <p:cNvSpPr/>
              <p:nvPr/>
            </p:nvSpPr>
            <p:spPr>
              <a:xfrm>
                <a:off x="4591873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36"/>
              <p:cNvSpPr/>
              <p:nvPr/>
            </p:nvSpPr>
            <p:spPr>
              <a:xfrm>
                <a:off x="482771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36"/>
              <p:cNvSpPr/>
              <p:nvPr/>
            </p:nvSpPr>
            <p:spPr>
              <a:xfrm>
                <a:off x="510336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36"/>
              <p:cNvSpPr/>
              <p:nvPr/>
            </p:nvSpPr>
            <p:spPr>
              <a:xfrm>
                <a:off x="537900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Google Shape;632;p36"/>
              <p:cNvSpPr/>
              <p:nvPr/>
            </p:nvSpPr>
            <p:spPr>
              <a:xfrm>
                <a:off x="565465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Google Shape;633;p36"/>
              <p:cNvSpPr/>
              <p:nvPr/>
            </p:nvSpPr>
            <p:spPr>
              <a:xfrm>
                <a:off x="593029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36"/>
              <p:cNvSpPr/>
              <p:nvPr/>
            </p:nvSpPr>
            <p:spPr>
              <a:xfrm>
                <a:off x="620594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36"/>
              <p:cNvSpPr/>
              <p:nvPr/>
            </p:nvSpPr>
            <p:spPr>
              <a:xfrm>
                <a:off x="6481588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36"/>
              <p:cNvSpPr/>
              <p:nvPr/>
            </p:nvSpPr>
            <p:spPr>
              <a:xfrm>
                <a:off x="6757233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36"/>
              <p:cNvSpPr/>
              <p:nvPr/>
            </p:nvSpPr>
            <p:spPr>
              <a:xfrm>
                <a:off x="7032878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36"/>
              <p:cNvSpPr/>
              <p:nvPr/>
            </p:nvSpPr>
            <p:spPr>
              <a:xfrm>
                <a:off x="7308523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36"/>
              <p:cNvSpPr/>
              <p:nvPr/>
            </p:nvSpPr>
            <p:spPr>
              <a:xfrm>
                <a:off x="7584174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36"/>
              <p:cNvSpPr/>
              <p:nvPr/>
            </p:nvSpPr>
            <p:spPr>
              <a:xfrm>
                <a:off x="7859819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36"/>
              <p:cNvSpPr/>
              <p:nvPr/>
            </p:nvSpPr>
            <p:spPr>
              <a:xfrm>
                <a:off x="8135464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36"/>
              <p:cNvSpPr/>
              <p:nvPr/>
            </p:nvSpPr>
            <p:spPr>
              <a:xfrm>
                <a:off x="8411109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43" name="Google Shape;643;p36"/>
            <p:cNvSpPr/>
            <p:nvPr/>
          </p:nvSpPr>
          <p:spPr>
            <a:xfrm>
              <a:off x="8420036" y="4198595"/>
              <a:ext cx="266700" cy="2667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63650" tIns="63650" rIns="63650" bIns="636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4" name="Google Shape;644;p36"/>
          <p:cNvGrpSpPr/>
          <p:nvPr/>
        </p:nvGrpSpPr>
        <p:grpSpPr>
          <a:xfrm>
            <a:off x="4454472" y="4772097"/>
            <a:ext cx="5729399" cy="371407"/>
            <a:chOff x="457205" y="4198587"/>
            <a:chExt cx="8229531" cy="533478"/>
          </a:xfrm>
        </p:grpSpPr>
        <p:grpSp>
          <p:nvGrpSpPr>
            <p:cNvPr id="645" name="Google Shape;645;p36"/>
            <p:cNvGrpSpPr/>
            <p:nvPr/>
          </p:nvGrpSpPr>
          <p:grpSpPr>
            <a:xfrm>
              <a:off x="457205" y="4198587"/>
              <a:ext cx="7962970" cy="533478"/>
              <a:chOff x="457200" y="2514600"/>
              <a:chExt cx="8229609" cy="551341"/>
            </a:xfrm>
          </p:grpSpPr>
          <p:sp>
            <p:nvSpPr>
              <p:cNvPr id="646" name="Google Shape;646;p36"/>
              <p:cNvSpPr/>
              <p:nvPr/>
            </p:nvSpPr>
            <p:spPr>
              <a:xfrm>
                <a:off x="457200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36"/>
              <p:cNvSpPr/>
              <p:nvPr/>
            </p:nvSpPr>
            <p:spPr>
              <a:xfrm>
                <a:off x="732845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36"/>
              <p:cNvSpPr/>
              <p:nvPr/>
            </p:nvSpPr>
            <p:spPr>
              <a:xfrm>
                <a:off x="1008490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36"/>
              <p:cNvSpPr/>
              <p:nvPr/>
            </p:nvSpPr>
            <p:spPr>
              <a:xfrm>
                <a:off x="1284135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36"/>
              <p:cNvSpPr/>
              <p:nvPr/>
            </p:nvSpPr>
            <p:spPr>
              <a:xfrm>
                <a:off x="1559780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36"/>
              <p:cNvSpPr/>
              <p:nvPr/>
            </p:nvSpPr>
            <p:spPr>
              <a:xfrm>
                <a:off x="183542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36"/>
              <p:cNvSpPr/>
              <p:nvPr/>
            </p:nvSpPr>
            <p:spPr>
              <a:xfrm>
                <a:off x="211106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36"/>
              <p:cNvSpPr/>
              <p:nvPr/>
            </p:nvSpPr>
            <p:spPr>
              <a:xfrm>
                <a:off x="238671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36"/>
              <p:cNvSpPr/>
              <p:nvPr/>
            </p:nvSpPr>
            <p:spPr>
              <a:xfrm>
                <a:off x="266235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36"/>
              <p:cNvSpPr/>
              <p:nvPr/>
            </p:nvSpPr>
            <p:spPr>
              <a:xfrm>
                <a:off x="293800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36"/>
              <p:cNvSpPr/>
              <p:nvPr/>
            </p:nvSpPr>
            <p:spPr>
              <a:xfrm>
                <a:off x="321364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36"/>
              <p:cNvSpPr/>
              <p:nvPr/>
            </p:nvSpPr>
            <p:spPr>
              <a:xfrm>
                <a:off x="348929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36"/>
              <p:cNvSpPr/>
              <p:nvPr/>
            </p:nvSpPr>
            <p:spPr>
              <a:xfrm>
                <a:off x="376493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36"/>
              <p:cNvSpPr/>
              <p:nvPr/>
            </p:nvSpPr>
            <p:spPr>
              <a:xfrm>
                <a:off x="404058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36"/>
              <p:cNvSpPr/>
              <p:nvPr/>
            </p:nvSpPr>
            <p:spPr>
              <a:xfrm>
                <a:off x="431622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36"/>
              <p:cNvSpPr/>
              <p:nvPr/>
            </p:nvSpPr>
            <p:spPr>
              <a:xfrm>
                <a:off x="4591873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36"/>
              <p:cNvSpPr/>
              <p:nvPr/>
            </p:nvSpPr>
            <p:spPr>
              <a:xfrm>
                <a:off x="482771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36"/>
              <p:cNvSpPr/>
              <p:nvPr/>
            </p:nvSpPr>
            <p:spPr>
              <a:xfrm>
                <a:off x="510336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36"/>
              <p:cNvSpPr/>
              <p:nvPr/>
            </p:nvSpPr>
            <p:spPr>
              <a:xfrm>
                <a:off x="537900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36"/>
              <p:cNvSpPr/>
              <p:nvPr/>
            </p:nvSpPr>
            <p:spPr>
              <a:xfrm>
                <a:off x="565465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36"/>
              <p:cNvSpPr/>
              <p:nvPr/>
            </p:nvSpPr>
            <p:spPr>
              <a:xfrm>
                <a:off x="593029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36"/>
              <p:cNvSpPr/>
              <p:nvPr/>
            </p:nvSpPr>
            <p:spPr>
              <a:xfrm>
                <a:off x="620594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36"/>
              <p:cNvSpPr/>
              <p:nvPr/>
            </p:nvSpPr>
            <p:spPr>
              <a:xfrm>
                <a:off x="6481588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36"/>
              <p:cNvSpPr/>
              <p:nvPr/>
            </p:nvSpPr>
            <p:spPr>
              <a:xfrm>
                <a:off x="6757233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36"/>
              <p:cNvSpPr/>
              <p:nvPr/>
            </p:nvSpPr>
            <p:spPr>
              <a:xfrm>
                <a:off x="7032878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36"/>
              <p:cNvSpPr/>
              <p:nvPr/>
            </p:nvSpPr>
            <p:spPr>
              <a:xfrm>
                <a:off x="7308523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36"/>
              <p:cNvSpPr/>
              <p:nvPr/>
            </p:nvSpPr>
            <p:spPr>
              <a:xfrm>
                <a:off x="7584174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36"/>
              <p:cNvSpPr/>
              <p:nvPr/>
            </p:nvSpPr>
            <p:spPr>
              <a:xfrm>
                <a:off x="7859819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36"/>
              <p:cNvSpPr/>
              <p:nvPr/>
            </p:nvSpPr>
            <p:spPr>
              <a:xfrm>
                <a:off x="8135464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36"/>
              <p:cNvSpPr/>
              <p:nvPr/>
            </p:nvSpPr>
            <p:spPr>
              <a:xfrm>
                <a:off x="8411109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76" name="Google Shape;676;p36"/>
            <p:cNvSpPr/>
            <p:nvPr/>
          </p:nvSpPr>
          <p:spPr>
            <a:xfrm>
              <a:off x="8420036" y="4198595"/>
              <a:ext cx="266700" cy="2667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63650" tIns="63650" rIns="63650" bIns="636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7" name="Google Shape;677;p36"/>
          <p:cNvSpPr txBox="1"/>
          <p:nvPr/>
        </p:nvSpPr>
        <p:spPr>
          <a:xfrm>
            <a:off x="673550" y="2253750"/>
            <a:ext cx="1689900" cy="16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</a:rPr>
              <a:t>High fares + inconsistent pricing</a:t>
            </a:r>
            <a:br>
              <a:rPr lang="en" sz="1000">
                <a:solidFill>
                  <a:schemeClr val="lt1"/>
                </a:solidFill>
              </a:rPr>
            </a:br>
            <a:endParaRPr sz="10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</a:rPr>
              <a:t>Long wait times &amp; frequent cancellations</a:t>
            </a:r>
            <a:br>
              <a:rPr lang="en" sz="1000">
                <a:solidFill>
                  <a:schemeClr val="lt1"/>
                </a:solidFill>
              </a:rPr>
            </a:br>
            <a:endParaRPr sz="10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Poor last-mile connectivity in crowded/narrow areas</a:t>
            </a:r>
            <a:endParaRPr sz="10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</a:endParaRPr>
          </a:p>
        </p:txBody>
      </p:sp>
      <p:sp>
        <p:nvSpPr>
          <p:cNvPr id="678" name="Google Shape;678;p36"/>
          <p:cNvSpPr txBox="1"/>
          <p:nvPr/>
        </p:nvSpPr>
        <p:spPr>
          <a:xfrm>
            <a:off x="3107095" y="2253697"/>
            <a:ext cx="1689900" cy="16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lt1"/>
                </a:solidFill>
              </a:rPr>
              <a:t>Affordable bike taxis for short trips</a:t>
            </a:r>
            <a:br>
              <a:rPr lang="en" sz="900">
                <a:solidFill>
                  <a:schemeClr val="lt1"/>
                </a:solidFill>
              </a:rPr>
            </a:br>
            <a:endParaRPr sz="9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lt1"/>
                </a:solidFill>
              </a:rPr>
              <a:t>Fast travel by avoiding traffic</a:t>
            </a:r>
            <a:br>
              <a:rPr lang="en" sz="900">
                <a:solidFill>
                  <a:schemeClr val="lt1"/>
                </a:solidFill>
              </a:rPr>
            </a:br>
            <a:endParaRPr sz="9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Gives transparent, fixed pricing—no negotiation.</a:t>
            </a:r>
            <a:endParaRPr sz="9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Reduces cancellation delays through quicker matching</a:t>
            </a:r>
            <a:br>
              <a:rPr lang="en" sz="900">
                <a:solidFill>
                  <a:schemeClr val="lt1"/>
                </a:solidFill>
              </a:rPr>
            </a:br>
            <a:endParaRPr sz="9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</a:endParaRPr>
          </a:p>
        </p:txBody>
      </p:sp>
      <p:sp>
        <p:nvSpPr>
          <p:cNvPr id="679" name="Google Shape;679;p36"/>
          <p:cNvSpPr txBox="1"/>
          <p:nvPr/>
        </p:nvSpPr>
        <p:spPr>
          <a:xfrm>
            <a:off x="5645600" y="2253750"/>
            <a:ext cx="2767800" cy="16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</a:rPr>
              <a:t>Saves </a:t>
            </a:r>
            <a:r>
              <a:rPr lang="en" sz="1000" b="1">
                <a:solidFill>
                  <a:schemeClr val="lt1"/>
                </a:solidFill>
              </a:rPr>
              <a:t>40–60% cost</a:t>
            </a:r>
            <a:r>
              <a:rPr lang="en" sz="1000">
                <a:solidFill>
                  <a:schemeClr val="lt1"/>
                </a:solidFill>
              </a:rPr>
              <a:t> &amp; </a:t>
            </a:r>
            <a:r>
              <a:rPr lang="en" sz="1000" b="1">
                <a:solidFill>
                  <a:schemeClr val="lt1"/>
                </a:solidFill>
              </a:rPr>
              <a:t>30–50% time</a:t>
            </a:r>
            <a:br>
              <a:rPr lang="en" sz="1000" b="1">
                <a:solidFill>
                  <a:schemeClr val="lt1"/>
                </a:solidFill>
              </a:rPr>
            </a:b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</a:rPr>
              <a:t>Quick &amp; predictable pickups with live tracking</a:t>
            </a:r>
            <a:br>
              <a:rPr lang="en" sz="1000">
                <a:solidFill>
                  <a:schemeClr val="lt1"/>
                </a:solidFill>
              </a:rPr>
            </a:br>
            <a:endParaRPr sz="10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Convenient last-mile mobility</a:t>
            </a:r>
            <a:endParaRPr sz="10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Safe &amp; transparent rides (GPS, SOS, Safe Drop call)</a:t>
            </a:r>
            <a:endParaRPr sz="10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9"/>
        </a:solidFill>
        <a:effectLst/>
      </p:bgPr>
    </p:bg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37"/>
          <p:cNvSpPr/>
          <p:nvPr/>
        </p:nvSpPr>
        <p:spPr>
          <a:xfrm>
            <a:off x="3055502" y="2265550"/>
            <a:ext cx="2974800" cy="2925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74250" tIns="74250" rIns="74250" bIns="742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37"/>
          <p:cNvSpPr txBox="1">
            <a:spLocks noGrp="1"/>
          </p:cNvSpPr>
          <p:nvPr>
            <p:ph type="title"/>
          </p:nvPr>
        </p:nvSpPr>
        <p:spPr>
          <a:xfrm>
            <a:off x="-490184" y="3810769"/>
            <a:ext cx="3665400" cy="76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TECHNOLOGY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&amp;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INNOVATIONS</a:t>
            </a:r>
            <a:endParaRPr/>
          </a:p>
        </p:txBody>
      </p:sp>
      <p:grpSp>
        <p:nvGrpSpPr>
          <p:cNvPr id="686" name="Google Shape;686;p37"/>
          <p:cNvGrpSpPr/>
          <p:nvPr/>
        </p:nvGrpSpPr>
        <p:grpSpPr>
          <a:xfrm>
            <a:off x="561050" y="3295878"/>
            <a:ext cx="1382100" cy="180913"/>
            <a:chOff x="2589800" y="2390750"/>
            <a:chExt cx="1382100" cy="180913"/>
          </a:xfrm>
        </p:grpSpPr>
        <p:sp>
          <p:nvSpPr>
            <p:cNvPr id="687" name="Google Shape;687;p37"/>
            <p:cNvSpPr/>
            <p:nvPr/>
          </p:nvSpPr>
          <p:spPr>
            <a:xfrm>
              <a:off x="2589800" y="2390750"/>
              <a:ext cx="1382100" cy="1809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7"/>
            <p:cNvSpPr/>
            <p:nvPr/>
          </p:nvSpPr>
          <p:spPr>
            <a:xfrm>
              <a:off x="2589800" y="2390763"/>
              <a:ext cx="1086000" cy="180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9" name="Google Shape;689;p37"/>
          <p:cNvGrpSpPr/>
          <p:nvPr/>
        </p:nvGrpSpPr>
        <p:grpSpPr>
          <a:xfrm>
            <a:off x="168541" y="743486"/>
            <a:ext cx="3215086" cy="2328227"/>
            <a:chOff x="2197400" y="-437550"/>
            <a:chExt cx="3360600" cy="2318720"/>
          </a:xfrm>
        </p:grpSpPr>
        <p:sp>
          <p:nvSpPr>
            <p:cNvPr id="690" name="Google Shape;690;p37"/>
            <p:cNvSpPr txBox="1"/>
            <p:nvPr/>
          </p:nvSpPr>
          <p:spPr>
            <a:xfrm>
              <a:off x="2197400" y="-437550"/>
              <a:ext cx="3360600" cy="53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475" tIns="87475" rIns="87475" bIns="874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22">
                  <a:latin typeface="Oswald Medium"/>
                  <a:ea typeface="Oswald Medium"/>
                  <a:cs typeface="Oswald Medium"/>
                  <a:sym typeface="Oswald Medium"/>
                </a:rPr>
                <a:t>1️⃣ Technology Used (Tech Stack)</a:t>
              </a:r>
              <a:endParaRPr sz="1722">
                <a:solidFill>
                  <a:srgbClr val="000000"/>
                </a:solidFill>
                <a:latin typeface="Oswald Medium"/>
                <a:ea typeface="Oswald Medium"/>
                <a:cs typeface="Oswald Medium"/>
                <a:sym typeface="Oswald Medium"/>
              </a:endParaRPr>
            </a:p>
          </p:txBody>
        </p:sp>
        <p:sp>
          <p:nvSpPr>
            <p:cNvPr id="691" name="Google Shape;691;p37"/>
            <p:cNvSpPr txBox="1"/>
            <p:nvPr/>
          </p:nvSpPr>
          <p:spPr>
            <a:xfrm>
              <a:off x="2288843" y="29570"/>
              <a:ext cx="2795400" cy="185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475" tIns="87475" rIns="87475" bIns="874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52">
                  <a:solidFill>
                    <a:schemeClr val="dk1"/>
                  </a:solidFill>
                  <a:latin typeface="Oswald"/>
                  <a:ea typeface="Oswald"/>
                  <a:cs typeface="Oswald"/>
                  <a:sym typeface="Oswald"/>
                </a:rPr>
                <a:t>📍 GPS-based ride matching</a:t>
              </a:r>
              <a:endParaRPr sz="1052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52">
                  <a:solidFill>
                    <a:schemeClr val="dk1"/>
                  </a:solidFill>
                  <a:latin typeface="Oswald"/>
                  <a:ea typeface="Oswald"/>
                  <a:cs typeface="Oswald"/>
                  <a:sym typeface="Oswald"/>
                </a:rPr>
                <a:t>⚙️ Dynamic pricing algorithm</a:t>
              </a:r>
              <a:endParaRPr sz="1052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52">
                  <a:solidFill>
                    <a:schemeClr val="dk1"/>
                  </a:solidFill>
                  <a:latin typeface="Oswald"/>
                  <a:ea typeface="Oswald"/>
                  <a:cs typeface="Oswald"/>
                  <a:sym typeface="Oswald"/>
                </a:rPr>
                <a:t>🛣️ Route optimisation engine</a:t>
              </a:r>
              <a:endParaRPr sz="1052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52">
                  <a:solidFill>
                    <a:schemeClr val="dk1"/>
                  </a:solidFill>
                  <a:latin typeface="Oswald"/>
                  <a:ea typeface="Oswald"/>
                  <a:cs typeface="Oswald"/>
                  <a:sym typeface="Oswald"/>
                </a:rPr>
                <a:t>🧭 In-app navigation</a:t>
              </a:r>
              <a:endParaRPr sz="1052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52">
                  <a:solidFill>
                    <a:schemeClr val="dk1"/>
                  </a:solidFill>
                  <a:latin typeface="Oswald"/>
                  <a:ea typeface="Oswald"/>
                  <a:cs typeface="Oswald"/>
                  <a:sym typeface="Oswald"/>
                </a:rPr>
                <a:t>💳 Digital payments (UPI, wallets, cards)</a:t>
              </a:r>
              <a:endParaRPr sz="1052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52">
                  <a:solidFill>
                    <a:schemeClr val="dk1"/>
                  </a:solidFill>
                  <a:latin typeface="Oswald"/>
                  <a:ea typeface="Oswald"/>
                  <a:cs typeface="Oswald"/>
                  <a:sym typeface="Oswald"/>
                </a:rPr>
                <a:t>🪪 Digital KYC &amp; captain verification</a:t>
              </a:r>
              <a:endParaRPr sz="1052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52">
                  <a:solidFill>
                    <a:schemeClr val="dk1"/>
                  </a:solidFill>
                  <a:latin typeface="Oswald"/>
                  <a:ea typeface="Oswald"/>
                  <a:cs typeface="Oswald"/>
                  <a:sym typeface="Oswald"/>
                </a:rPr>
                <a:t>📊 Data analytics for demand–supply prediction</a:t>
              </a:r>
              <a:endParaRPr sz="1052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39"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grpSp>
        <p:nvGrpSpPr>
          <p:cNvPr id="692" name="Google Shape;692;p37"/>
          <p:cNvGrpSpPr/>
          <p:nvPr/>
        </p:nvGrpSpPr>
        <p:grpSpPr>
          <a:xfrm rot="2160459">
            <a:off x="3090709" y="2967413"/>
            <a:ext cx="3364999" cy="3007064"/>
            <a:chOff x="5172175" y="2514600"/>
            <a:chExt cx="2971700" cy="2655600"/>
          </a:xfrm>
        </p:grpSpPr>
        <p:sp>
          <p:nvSpPr>
            <p:cNvPr id="693" name="Google Shape;693;p37"/>
            <p:cNvSpPr/>
            <p:nvPr/>
          </p:nvSpPr>
          <p:spPr>
            <a:xfrm>
              <a:off x="5256475" y="2736150"/>
              <a:ext cx="131800" cy="333750"/>
            </a:xfrm>
            <a:custGeom>
              <a:avLst/>
              <a:gdLst/>
              <a:ahLst/>
              <a:cxnLst/>
              <a:rect l="l" t="t" r="r" b="b"/>
              <a:pathLst>
                <a:path w="5272" h="13350" extrusionOk="0">
                  <a:moveTo>
                    <a:pt x="48" y="6165"/>
                  </a:moveTo>
                  <a:lnTo>
                    <a:pt x="48" y="6165"/>
                  </a:lnTo>
                  <a:lnTo>
                    <a:pt x="111" y="5694"/>
                  </a:lnTo>
                  <a:lnTo>
                    <a:pt x="205" y="5224"/>
                  </a:lnTo>
                  <a:lnTo>
                    <a:pt x="330" y="4785"/>
                  </a:lnTo>
                  <a:lnTo>
                    <a:pt x="471" y="4345"/>
                  </a:lnTo>
                  <a:lnTo>
                    <a:pt x="628" y="3906"/>
                  </a:lnTo>
                  <a:lnTo>
                    <a:pt x="816" y="3498"/>
                  </a:lnTo>
                  <a:lnTo>
                    <a:pt x="1036" y="3091"/>
                  </a:lnTo>
                  <a:lnTo>
                    <a:pt x="1271" y="2698"/>
                  </a:lnTo>
                  <a:lnTo>
                    <a:pt x="1522" y="2322"/>
                  </a:lnTo>
                  <a:lnTo>
                    <a:pt x="1805" y="1961"/>
                  </a:lnTo>
                  <a:lnTo>
                    <a:pt x="2103" y="1600"/>
                  </a:lnTo>
                  <a:lnTo>
                    <a:pt x="2432" y="1271"/>
                  </a:lnTo>
                  <a:lnTo>
                    <a:pt x="2777" y="957"/>
                  </a:lnTo>
                  <a:lnTo>
                    <a:pt x="3138" y="675"/>
                  </a:lnTo>
                  <a:lnTo>
                    <a:pt x="3514" y="393"/>
                  </a:lnTo>
                  <a:lnTo>
                    <a:pt x="3907" y="142"/>
                  </a:lnTo>
                  <a:lnTo>
                    <a:pt x="3907" y="142"/>
                  </a:lnTo>
                  <a:lnTo>
                    <a:pt x="4048" y="63"/>
                  </a:lnTo>
                  <a:lnTo>
                    <a:pt x="4173" y="32"/>
                  </a:lnTo>
                  <a:lnTo>
                    <a:pt x="4330" y="0"/>
                  </a:lnTo>
                  <a:lnTo>
                    <a:pt x="4471" y="16"/>
                  </a:lnTo>
                  <a:lnTo>
                    <a:pt x="4471" y="16"/>
                  </a:lnTo>
                  <a:lnTo>
                    <a:pt x="4581" y="32"/>
                  </a:lnTo>
                  <a:lnTo>
                    <a:pt x="4675" y="63"/>
                  </a:lnTo>
                  <a:lnTo>
                    <a:pt x="4769" y="95"/>
                  </a:lnTo>
                  <a:lnTo>
                    <a:pt x="4863" y="142"/>
                  </a:lnTo>
                  <a:lnTo>
                    <a:pt x="4942" y="204"/>
                  </a:lnTo>
                  <a:lnTo>
                    <a:pt x="5020" y="283"/>
                  </a:lnTo>
                  <a:lnTo>
                    <a:pt x="5083" y="346"/>
                  </a:lnTo>
                  <a:lnTo>
                    <a:pt x="5146" y="440"/>
                  </a:lnTo>
                  <a:lnTo>
                    <a:pt x="5146" y="440"/>
                  </a:lnTo>
                  <a:lnTo>
                    <a:pt x="5224" y="597"/>
                  </a:lnTo>
                  <a:lnTo>
                    <a:pt x="5256" y="769"/>
                  </a:lnTo>
                  <a:lnTo>
                    <a:pt x="5271" y="942"/>
                  </a:lnTo>
                  <a:lnTo>
                    <a:pt x="5240" y="1114"/>
                  </a:lnTo>
                  <a:lnTo>
                    <a:pt x="5240" y="1114"/>
                  </a:lnTo>
                  <a:lnTo>
                    <a:pt x="5193" y="1287"/>
                  </a:lnTo>
                  <a:lnTo>
                    <a:pt x="5099" y="1444"/>
                  </a:lnTo>
                  <a:lnTo>
                    <a:pt x="4973" y="1569"/>
                  </a:lnTo>
                  <a:lnTo>
                    <a:pt x="4832" y="1679"/>
                  </a:lnTo>
                  <a:lnTo>
                    <a:pt x="4832" y="1679"/>
                  </a:lnTo>
                  <a:lnTo>
                    <a:pt x="4534" y="1867"/>
                  </a:lnTo>
                  <a:lnTo>
                    <a:pt x="4236" y="2087"/>
                  </a:lnTo>
                  <a:lnTo>
                    <a:pt x="3954" y="2322"/>
                  </a:lnTo>
                  <a:lnTo>
                    <a:pt x="3687" y="2557"/>
                  </a:lnTo>
                  <a:lnTo>
                    <a:pt x="3436" y="2824"/>
                  </a:lnTo>
                  <a:lnTo>
                    <a:pt x="3201" y="3091"/>
                  </a:lnTo>
                  <a:lnTo>
                    <a:pt x="2981" y="3373"/>
                  </a:lnTo>
                  <a:lnTo>
                    <a:pt x="2777" y="3671"/>
                  </a:lnTo>
                  <a:lnTo>
                    <a:pt x="2605" y="3969"/>
                  </a:lnTo>
                  <a:lnTo>
                    <a:pt x="2432" y="4283"/>
                  </a:lnTo>
                  <a:lnTo>
                    <a:pt x="2291" y="4612"/>
                  </a:lnTo>
                  <a:lnTo>
                    <a:pt x="2150" y="4941"/>
                  </a:lnTo>
                  <a:lnTo>
                    <a:pt x="2040" y="5287"/>
                  </a:lnTo>
                  <a:lnTo>
                    <a:pt x="1961" y="5632"/>
                  </a:lnTo>
                  <a:lnTo>
                    <a:pt x="1883" y="5992"/>
                  </a:lnTo>
                  <a:lnTo>
                    <a:pt x="1836" y="6353"/>
                  </a:lnTo>
                  <a:lnTo>
                    <a:pt x="1836" y="6353"/>
                  </a:lnTo>
                  <a:lnTo>
                    <a:pt x="1805" y="6745"/>
                  </a:lnTo>
                  <a:lnTo>
                    <a:pt x="1789" y="7122"/>
                  </a:lnTo>
                  <a:lnTo>
                    <a:pt x="1805" y="7498"/>
                  </a:lnTo>
                  <a:lnTo>
                    <a:pt x="1836" y="7875"/>
                  </a:lnTo>
                  <a:lnTo>
                    <a:pt x="1899" y="8235"/>
                  </a:lnTo>
                  <a:lnTo>
                    <a:pt x="1977" y="8612"/>
                  </a:lnTo>
                  <a:lnTo>
                    <a:pt x="2087" y="8973"/>
                  </a:lnTo>
                  <a:lnTo>
                    <a:pt x="2212" y="9318"/>
                  </a:lnTo>
                  <a:lnTo>
                    <a:pt x="2354" y="9663"/>
                  </a:lnTo>
                  <a:lnTo>
                    <a:pt x="2510" y="10008"/>
                  </a:lnTo>
                  <a:lnTo>
                    <a:pt x="2699" y="10337"/>
                  </a:lnTo>
                  <a:lnTo>
                    <a:pt x="2903" y="10651"/>
                  </a:lnTo>
                  <a:lnTo>
                    <a:pt x="3122" y="10949"/>
                  </a:lnTo>
                  <a:lnTo>
                    <a:pt x="3373" y="11247"/>
                  </a:lnTo>
                  <a:lnTo>
                    <a:pt x="3624" y="11514"/>
                  </a:lnTo>
                  <a:lnTo>
                    <a:pt x="3907" y="11780"/>
                  </a:lnTo>
                  <a:lnTo>
                    <a:pt x="3907" y="11780"/>
                  </a:lnTo>
                  <a:lnTo>
                    <a:pt x="4032" y="11922"/>
                  </a:lnTo>
                  <a:lnTo>
                    <a:pt x="4110" y="12063"/>
                  </a:lnTo>
                  <a:lnTo>
                    <a:pt x="4173" y="12235"/>
                  </a:lnTo>
                  <a:lnTo>
                    <a:pt x="4189" y="12408"/>
                  </a:lnTo>
                  <a:lnTo>
                    <a:pt x="4189" y="12580"/>
                  </a:lnTo>
                  <a:lnTo>
                    <a:pt x="4142" y="12737"/>
                  </a:lnTo>
                  <a:lnTo>
                    <a:pt x="4079" y="12910"/>
                  </a:lnTo>
                  <a:lnTo>
                    <a:pt x="3969" y="13051"/>
                  </a:lnTo>
                  <a:lnTo>
                    <a:pt x="3969" y="13051"/>
                  </a:lnTo>
                  <a:lnTo>
                    <a:pt x="3891" y="13129"/>
                  </a:lnTo>
                  <a:lnTo>
                    <a:pt x="3812" y="13192"/>
                  </a:lnTo>
                  <a:lnTo>
                    <a:pt x="3718" y="13255"/>
                  </a:lnTo>
                  <a:lnTo>
                    <a:pt x="3624" y="13286"/>
                  </a:lnTo>
                  <a:lnTo>
                    <a:pt x="3514" y="13318"/>
                  </a:lnTo>
                  <a:lnTo>
                    <a:pt x="3420" y="13349"/>
                  </a:lnTo>
                  <a:lnTo>
                    <a:pt x="3310" y="13349"/>
                  </a:lnTo>
                  <a:lnTo>
                    <a:pt x="3201" y="13349"/>
                  </a:lnTo>
                  <a:lnTo>
                    <a:pt x="3201" y="13349"/>
                  </a:lnTo>
                  <a:lnTo>
                    <a:pt x="3059" y="13318"/>
                  </a:lnTo>
                  <a:lnTo>
                    <a:pt x="2934" y="13271"/>
                  </a:lnTo>
                  <a:lnTo>
                    <a:pt x="2809" y="13208"/>
                  </a:lnTo>
                  <a:lnTo>
                    <a:pt x="2699" y="13129"/>
                  </a:lnTo>
                  <a:lnTo>
                    <a:pt x="2699" y="13129"/>
                  </a:lnTo>
                  <a:lnTo>
                    <a:pt x="2354" y="12784"/>
                  </a:lnTo>
                  <a:lnTo>
                    <a:pt x="2009" y="12424"/>
                  </a:lnTo>
                  <a:lnTo>
                    <a:pt x="1711" y="12047"/>
                  </a:lnTo>
                  <a:lnTo>
                    <a:pt x="1412" y="11655"/>
                  </a:lnTo>
                  <a:lnTo>
                    <a:pt x="1161" y="11263"/>
                  </a:lnTo>
                  <a:lnTo>
                    <a:pt x="926" y="10839"/>
                  </a:lnTo>
                  <a:lnTo>
                    <a:pt x="707" y="10400"/>
                  </a:lnTo>
                  <a:lnTo>
                    <a:pt x="534" y="9961"/>
                  </a:lnTo>
                  <a:lnTo>
                    <a:pt x="377" y="9506"/>
                  </a:lnTo>
                  <a:lnTo>
                    <a:pt x="236" y="9051"/>
                  </a:lnTo>
                  <a:lnTo>
                    <a:pt x="142" y="8581"/>
                  </a:lnTo>
                  <a:lnTo>
                    <a:pt x="63" y="8094"/>
                  </a:lnTo>
                  <a:lnTo>
                    <a:pt x="16" y="7624"/>
                  </a:lnTo>
                  <a:lnTo>
                    <a:pt x="1" y="7137"/>
                  </a:lnTo>
                  <a:lnTo>
                    <a:pt x="1" y="6651"/>
                  </a:lnTo>
                  <a:lnTo>
                    <a:pt x="48" y="6165"/>
                  </a:lnTo>
                  <a:lnTo>
                    <a:pt x="48" y="61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74250" tIns="74250" rIns="74250" bIns="742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7"/>
            <p:cNvSpPr/>
            <p:nvPr/>
          </p:nvSpPr>
          <p:spPr>
            <a:xfrm>
              <a:off x="5172175" y="2670650"/>
              <a:ext cx="162750" cy="452175"/>
            </a:xfrm>
            <a:custGeom>
              <a:avLst/>
              <a:gdLst/>
              <a:ahLst/>
              <a:cxnLst/>
              <a:rect l="l" t="t" r="r" b="b"/>
              <a:pathLst>
                <a:path w="6510" h="18087" extrusionOk="0">
                  <a:moveTo>
                    <a:pt x="79" y="8393"/>
                  </a:moveTo>
                  <a:lnTo>
                    <a:pt x="79" y="8393"/>
                  </a:lnTo>
                  <a:lnTo>
                    <a:pt x="173" y="7765"/>
                  </a:lnTo>
                  <a:lnTo>
                    <a:pt x="283" y="7154"/>
                  </a:lnTo>
                  <a:lnTo>
                    <a:pt x="439" y="6542"/>
                  </a:lnTo>
                  <a:lnTo>
                    <a:pt x="628" y="5962"/>
                  </a:lnTo>
                  <a:lnTo>
                    <a:pt x="847" y="5381"/>
                  </a:lnTo>
                  <a:lnTo>
                    <a:pt x="1098" y="4801"/>
                  </a:lnTo>
                  <a:lnTo>
                    <a:pt x="1365" y="4252"/>
                  </a:lnTo>
                  <a:lnTo>
                    <a:pt x="1679" y="3718"/>
                  </a:lnTo>
                  <a:lnTo>
                    <a:pt x="2008" y="3201"/>
                  </a:lnTo>
                  <a:lnTo>
                    <a:pt x="2385" y="2699"/>
                  </a:lnTo>
                  <a:lnTo>
                    <a:pt x="2777" y="2213"/>
                  </a:lnTo>
                  <a:lnTo>
                    <a:pt x="3185" y="1758"/>
                  </a:lnTo>
                  <a:lnTo>
                    <a:pt x="3624" y="1319"/>
                  </a:lnTo>
                  <a:lnTo>
                    <a:pt x="4094" y="911"/>
                  </a:lnTo>
                  <a:lnTo>
                    <a:pt x="4596" y="519"/>
                  </a:lnTo>
                  <a:lnTo>
                    <a:pt x="5114" y="158"/>
                  </a:lnTo>
                  <a:lnTo>
                    <a:pt x="5114" y="158"/>
                  </a:lnTo>
                  <a:lnTo>
                    <a:pt x="5255" y="79"/>
                  </a:lnTo>
                  <a:lnTo>
                    <a:pt x="5396" y="32"/>
                  </a:lnTo>
                  <a:lnTo>
                    <a:pt x="5553" y="1"/>
                  </a:lnTo>
                  <a:lnTo>
                    <a:pt x="5710" y="17"/>
                  </a:lnTo>
                  <a:lnTo>
                    <a:pt x="5710" y="17"/>
                  </a:lnTo>
                  <a:lnTo>
                    <a:pt x="5804" y="32"/>
                  </a:lnTo>
                  <a:lnTo>
                    <a:pt x="5898" y="48"/>
                  </a:lnTo>
                  <a:lnTo>
                    <a:pt x="5992" y="95"/>
                  </a:lnTo>
                  <a:lnTo>
                    <a:pt x="6071" y="142"/>
                  </a:lnTo>
                  <a:lnTo>
                    <a:pt x="6149" y="189"/>
                  </a:lnTo>
                  <a:lnTo>
                    <a:pt x="6228" y="252"/>
                  </a:lnTo>
                  <a:lnTo>
                    <a:pt x="6290" y="330"/>
                  </a:lnTo>
                  <a:lnTo>
                    <a:pt x="6353" y="409"/>
                  </a:lnTo>
                  <a:lnTo>
                    <a:pt x="6353" y="409"/>
                  </a:lnTo>
                  <a:lnTo>
                    <a:pt x="6431" y="566"/>
                  </a:lnTo>
                  <a:lnTo>
                    <a:pt x="6494" y="722"/>
                  </a:lnTo>
                  <a:lnTo>
                    <a:pt x="6510" y="895"/>
                  </a:lnTo>
                  <a:lnTo>
                    <a:pt x="6494" y="1083"/>
                  </a:lnTo>
                  <a:lnTo>
                    <a:pt x="6494" y="1083"/>
                  </a:lnTo>
                  <a:lnTo>
                    <a:pt x="6431" y="1240"/>
                  </a:lnTo>
                  <a:lnTo>
                    <a:pt x="6353" y="1397"/>
                  </a:lnTo>
                  <a:lnTo>
                    <a:pt x="6243" y="1538"/>
                  </a:lnTo>
                  <a:lnTo>
                    <a:pt x="6102" y="1648"/>
                  </a:lnTo>
                  <a:lnTo>
                    <a:pt x="6102" y="1648"/>
                  </a:lnTo>
                  <a:lnTo>
                    <a:pt x="5663" y="1946"/>
                  </a:lnTo>
                  <a:lnTo>
                    <a:pt x="5255" y="2275"/>
                  </a:lnTo>
                  <a:lnTo>
                    <a:pt x="4863" y="2636"/>
                  </a:lnTo>
                  <a:lnTo>
                    <a:pt x="4486" y="2997"/>
                  </a:lnTo>
                  <a:lnTo>
                    <a:pt x="4126" y="3389"/>
                  </a:lnTo>
                  <a:lnTo>
                    <a:pt x="3796" y="3797"/>
                  </a:lnTo>
                  <a:lnTo>
                    <a:pt x="3498" y="4220"/>
                  </a:lnTo>
                  <a:lnTo>
                    <a:pt x="3216" y="4660"/>
                  </a:lnTo>
                  <a:lnTo>
                    <a:pt x="2949" y="5099"/>
                  </a:lnTo>
                  <a:lnTo>
                    <a:pt x="2714" y="5569"/>
                  </a:lnTo>
                  <a:lnTo>
                    <a:pt x="2510" y="6056"/>
                  </a:lnTo>
                  <a:lnTo>
                    <a:pt x="2322" y="6542"/>
                  </a:lnTo>
                  <a:lnTo>
                    <a:pt x="2165" y="7044"/>
                  </a:lnTo>
                  <a:lnTo>
                    <a:pt x="2039" y="7546"/>
                  </a:lnTo>
                  <a:lnTo>
                    <a:pt x="1930" y="8079"/>
                  </a:lnTo>
                  <a:lnTo>
                    <a:pt x="1851" y="8597"/>
                  </a:lnTo>
                  <a:lnTo>
                    <a:pt x="1851" y="8597"/>
                  </a:lnTo>
                  <a:lnTo>
                    <a:pt x="1804" y="9146"/>
                  </a:lnTo>
                  <a:lnTo>
                    <a:pt x="1788" y="9695"/>
                  </a:lnTo>
                  <a:lnTo>
                    <a:pt x="1804" y="10244"/>
                  </a:lnTo>
                  <a:lnTo>
                    <a:pt x="1851" y="10793"/>
                  </a:lnTo>
                  <a:lnTo>
                    <a:pt x="1930" y="11326"/>
                  </a:lnTo>
                  <a:lnTo>
                    <a:pt x="2039" y="11859"/>
                  </a:lnTo>
                  <a:lnTo>
                    <a:pt x="2181" y="12377"/>
                  </a:lnTo>
                  <a:lnTo>
                    <a:pt x="2337" y="12895"/>
                  </a:lnTo>
                  <a:lnTo>
                    <a:pt x="2526" y="13397"/>
                  </a:lnTo>
                  <a:lnTo>
                    <a:pt x="2745" y="13883"/>
                  </a:lnTo>
                  <a:lnTo>
                    <a:pt x="2996" y="14369"/>
                  </a:lnTo>
                  <a:lnTo>
                    <a:pt x="3279" y="14840"/>
                  </a:lnTo>
                  <a:lnTo>
                    <a:pt x="3577" y="15279"/>
                  </a:lnTo>
                  <a:lnTo>
                    <a:pt x="3906" y="15718"/>
                  </a:lnTo>
                  <a:lnTo>
                    <a:pt x="4267" y="16142"/>
                  </a:lnTo>
                  <a:lnTo>
                    <a:pt x="4643" y="16549"/>
                  </a:lnTo>
                  <a:lnTo>
                    <a:pt x="4643" y="16549"/>
                  </a:lnTo>
                  <a:lnTo>
                    <a:pt x="4769" y="16691"/>
                  </a:lnTo>
                  <a:lnTo>
                    <a:pt x="4847" y="16847"/>
                  </a:lnTo>
                  <a:lnTo>
                    <a:pt x="4894" y="17004"/>
                  </a:lnTo>
                  <a:lnTo>
                    <a:pt x="4910" y="17177"/>
                  </a:lnTo>
                  <a:lnTo>
                    <a:pt x="4894" y="17349"/>
                  </a:lnTo>
                  <a:lnTo>
                    <a:pt x="4847" y="17522"/>
                  </a:lnTo>
                  <a:lnTo>
                    <a:pt x="4769" y="17679"/>
                  </a:lnTo>
                  <a:lnTo>
                    <a:pt x="4643" y="17820"/>
                  </a:lnTo>
                  <a:lnTo>
                    <a:pt x="4643" y="17820"/>
                  </a:lnTo>
                  <a:lnTo>
                    <a:pt x="4581" y="17883"/>
                  </a:lnTo>
                  <a:lnTo>
                    <a:pt x="4486" y="17945"/>
                  </a:lnTo>
                  <a:lnTo>
                    <a:pt x="4408" y="17993"/>
                  </a:lnTo>
                  <a:lnTo>
                    <a:pt x="4314" y="18024"/>
                  </a:lnTo>
                  <a:lnTo>
                    <a:pt x="4220" y="18055"/>
                  </a:lnTo>
                  <a:lnTo>
                    <a:pt x="4110" y="18071"/>
                  </a:lnTo>
                  <a:lnTo>
                    <a:pt x="4016" y="18087"/>
                  </a:lnTo>
                  <a:lnTo>
                    <a:pt x="3906" y="18071"/>
                  </a:lnTo>
                  <a:lnTo>
                    <a:pt x="3906" y="18071"/>
                  </a:lnTo>
                  <a:lnTo>
                    <a:pt x="3765" y="18040"/>
                  </a:lnTo>
                  <a:lnTo>
                    <a:pt x="3624" y="17993"/>
                  </a:lnTo>
                  <a:lnTo>
                    <a:pt x="3498" y="17914"/>
                  </a:lnTo>
                  <a:lnTo>
                    <a:pt x="3373" y="17820"/>
                  </a:lnTo>
                  <a:lnTo>
                    <a:pt x="3373" y="17820"/>
                  </a:lnTo>
                  <a:lnTo>
                    <a:pt x="2934" y="17334"/>
                  </a:lnTo>
                  <a:lnTo>
                    <a:pt x="2510" y="16847"/>
                  </a:lnTo>
                  <a:lnTo>
                    <a:pt x="2118" y="16330"/>
                  </a:lnTo>
                  <a:lnTo>
                    <a:pt x="1757" y="15781"/>
                  </a:lnTo>
                  <a:lnTo>
                    <a:pt x="1428" y="15232"/>
                  </a:lnTo>
                  <a:lnTo>
                    <a:pt x="1130" y="14667"/>
                  </a:lnTo>
                  <a:lnTo>
                    <a:pt x="879" y="14087"/>
                  </a:lnTo>
                  <a:lnTo>
                    <a:pt x="643" y="13491"/>
                  </a:lnTo>
                  <a:lnTo>
                    <a:pt x="455" y="12879"/>
                  </a:lnTo>
                  <a:lnTo>
                    <a:pt x="283" y="12252"/>
                  </a:lnTo>
                  <a:lnTo>
                    <a:pt x="157" y="11624"/>
                  </a:lnTo>
                  <a:lnTo>
                    <a:pt x="79" y="10997"/>
                  </a:lnTo>
                  <a:lnTo>
                    <a:pt x="16" y="10354"/>
                  </a:lnTo>
                  <a:lnTo>
                    <a:pt x="0" y="9710"/>
                  </a:lnTo>
                  <a:lnTo>
                    <a:pt x="16" y="9052"/>
                  </a:lnTo>
                  <a:lnTo>
                    <a:pt x="79" y="8393"/>
                  </a:lnTo>
                  <a:lnTo>
                    <a:pt x="79" y="839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74250" tIns="74250" rIns="74250" bIns="742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7"/>
            <p:cNvSpPr/>
            <p:nvPr/>
          </p:nvSpPr>
          <p:spPr>
            <a:xfrm>
              <a:off x="5326722" y="2813831"/>
              <a:ext cx="100025" cy="211000"/>
            </a:xfrm>
            <a:custGeom>
              <a:avLst/>
              <a:gdLst/>
              <a:ahLst/>
              <a:cxnLst/>
              <a:rect l="l" t="t" r="r" b="b"/>
              <a:pathLst>
                <a:path w="4001" h="8440" extrusionOk="0">
                  <a:moveTo>
                    <a:pt x="32" y="3843"/>
                  </a:moveTo>
                  <a:lnTo>
                    <a:pt x="32" y="3843"/>
                  </a:lnTo>
                  <a:lnTo>
                    <a:pt x="63" y="3530"/>
                  </a:lnTo>
                  <a:lnTo>
                    <a:pt x="126" y="3232"/>
                  </a:lnTo>
                  <a:lnTo>
                    <a:pt x="220" y="2949"/>
                  </a:lnTo>
                  <a:lnTo>
                    <a:pt x="314" y="2667"/>
                  </a:lnTo>
                  <a:lnTo>
                    <a:pt x="424" y="2385"/>
                  </a:lnTo>
                  <a:lnTo>
                    <a:pt x="565" y="2118"/>
                  </a:lnTo>
                  <a:lnTo>
                    <a:pt x="722" y="1851"/>
                  </a:lnTo>
                  <a:lnTo>
                    <a:pt x="879" y="1616"/>
                  </a:lnTo>
                  <a:lnTo>
                    <a:pt x="1067" y="1381"/>
                  </a:lnTo>
                  <a:lnTo>
                    <a:pt x="1255" y="1145"/>
                  </a:lnTo>
                  <a:lnTo>
                    <a:pt x="1475" y="942"/>
                  </a:lnTo>
                  <a:lnTo>
                    <a:pt x="1694" y="738"/>
                  </a:lnTo>
                  <a:lnTo>
                    <a:pt x="1930" y="549"/>
                  </a:lnTo>
                  <a:lnTo>
                    <a:pt x="2181" y="393"/>
                  </a:lnTo>
                  <a:lnTo>
                    <a:pt x="2447" y="236"/>
                  </a:lnTo>
                  <a:lnTo>
                    <a:pt x="2714" y="95"/>
                  </a:lnTo>
                  <a:lnTo>
                    <a:pt x="2714" y="95"/>
                  </a:lnTo>
                  <a:lnTo>
                    <a:pt x="2839" y="47"/>
                  </a:lnTo>
                  <a:lnTo>
                    <a:pt x="2949" y="16"/>
                  </a:lnTo>
                  <a:lnTo>
                    <a:pt x="3075" y="0"/>
                  </a:lnTo>
                  <a:lnTo>
                    <a:pt x="3200" y="16"/>
                  </a:lnTo>
                  <a:lnTo>
                    <a:pt x="3200" y="16"/>
                  </a:lnTo>
                  <a:lnTo>
                    <a:pt x="3310" y="32"/>
                  </a:lnTo>
                  <a:lnTo>
                    <a:pt x="3420" y="63"/>
                  </a:lnTo>
                  <a:lnTo>
                    <a:pt x="3530" y="110"/>
                  </a:lnTo>
                  <a:lnTo>
                    <a:pt x="3624" y="173"/>
                  </a:lnTo>
                  <a:lnTo>
                    <a:pt x="3718" y="236"/>
                  </a:lnTo>
                  <a:lnTo>
                    <a:pt x="3796" y="330"/>
                  </a:lnTo>
                  <a:lnTo>
                    <a:pt x="3859" y="424"/>
                  </a:lnTo>
                  <a:lnTo>
                    <a:pt x="3922" y="518"/>
                  </a:lnTo>
                  <a:lnTo>
                    <a:pt x="3922" y="518"/>
                  </a:lnTo>
                  <a:lnTo>
                    <a:pt x="3969" y="691"/>
                  </a:lnTo>
                  <a:lnTo>
                    <a:pt x="4000" y="863"/>
                  </a:lnTo>
                  <a:lnTo>
                    <a:pt x="3984" y="1036"/>
                  </a:lnTo>
                  <a:lnTo>
                    <a:pt x="3937" y="1208"/>
                  </a:lnTo>
                  <a:lnTo>
                    <a:pt x="3875" y="1365"/>
                  </a:lnTo>
                  <a:lnTo>
                    <a:pt x="3765" y="1506"/>
                  </a:lnTo>
                  <a:lnTo>
                    <a:pt x="3639" y="1616"/>
                  </a:lnTo>
                  <a:lnTo>
                    <a:pt x="3561" y="1679"/>
                  </a:lnTo>
                  <a:lnTo>
                    <a:pt x="3482" y="1710"/>
                  </a:lnTo>
                  <a:lnTo>
                    <a:pt x="3482" y="1710"/>
                  </a:lnTo>
                  <a:lnTo>
                    <a:pt x="3310" y="1804"/>
                  </a:lnTo>
                  <a:lnTo>
                    <a:pt x="3153" y="1898"/>
                  </a:lnTo>
                  <a:lnTo>
                    <a:pt x="2996" y="2008"/>
                  </a:lnTo>
                  <a:lnTo>
                    <a:pt x="2839" y="2118"/>
                  </a:lnTo>
                  <a:lnTo>
                    <a:pt x="2714" y="2243"/>
                  </a:lnTo>
                  <a:lnTo>
                    <a:pt x="2573" y="2369"/>
                  </a:lnTo>
                  <a:lnTo>
                    <a:pt x="2447" y="2510"/>
                  </a:lnTo>
                  <a:lnTo>
                    <a:pt x="2337" y="2651"/>
                  </a:lnTo>
                  <a:lnTo>
                    <a:pt x="2243" y="2808"/>
                  </a:lnTo>
                  <a:lnTo>
                    <a:pt x="2149" y="2965"/>
                  </a:lnTo>
                  <a:lnTo>
                    <a:pt x="2071" y="3138"/>
                  </a:lnTo>
                  <a:lnTo>
                    <a:pt x="1992" y="3310"/>
                  </a:lnTo>
                  <a:lnTo>
                    <a:pt x="1930" y="3483"/>
                  </a:lnTo>
                  <a:lnTo>
                    <a:pt x="1883" y="3671"/>
                  </a:lnTo>
                  <a:lnTo>
                    <a:pt x="1835" y="3859"/>
                  </a:lnTo>
                  <a:lnTo>
                    <a:pt x="1804" y="4047"/>
                  </a:lnTo>
                  <a:lnTo>
                    <a:pt x="1804" y="4047"/>
                  </a:lnTo>
                  <a:lnTo>
                    <a:pt x="1788" y="4251"/>
                  </a:lnTo>
                  <a:lnTo>
                    <a:pt x="1788" y="4455"/>
                  </a:lnTo>
                  <a:lnTo>
                    <a:pt x="1804" y="4643"/>
                  </a:lnTo>
                  <a:lnTo>
                    <a:pt x="1820" y="4847"/>
                  </a:lnTo>
                  <a:lnTo>
                    <a:pt x="1867" y="5036"/>
                  </a:lnTo>
                  <a:lnTo>
                    <a:pt x="1914" y="5224"/>
                  </a:lnTo>
                  <a:lnTo>
                    <a:pt x="1977" y="5412"/>
                  </a:lnTo>
                  <a:lnTo>
                    <a:pt x="2055" y="5600"/>
                  </a:lnTo>
                  <a:lnTo>
                    <a:pt x="2149" y="5773"/>
                  </a:lnTo>
                  <a:lnTo>
                    <a:pt x="2243" y="5945"/>
                  </a:lnTo>
                  <a:lnTo>
                    <a:pt x="2353" y="6102"/>
                  </a:lnTo>
                  <a:lnTo>
                    <a:pt x="2479" y="6259"/>
                  </a:lnTo>
                  <a:lnTo>
                    <a:pt x="2604" y="6416"/>
                  </a:lnTo>
                  <a:lnTo>
                    <a:pt x="2761" y="6557"/>
                  </a:lnTo>
                  <a:lnTo>
                    <a:pt x="2902" y="6683"/>
                  </a:lnTo>
                  <a:lnTo>
                    <a:pt x="3075" y="6808"/>
                  </a:lnTo>
                  <a:lnTo>
                    <a:pt x="3075" y="6808"/>
                  </a:lnTo>
                  <a:lnTo>
                    <a:pt x="3216" y="6918"/>
                  </a:lnTo>
                  <a:lnTo>
                    <a:pt x="3326" y="7059"/>
                  </a:lnTo>
                  <a:lnTo>
                    <a:pt x="3404" y="7216"/>
                  </a:lnTo>
                  <a:lnTo>
                    <a:pt x="3451" y="7373"/>
                  </a:lnTo>
                  <a:lnTo>
                    <a:pt x="3467" y="7545"/>
                  </a:lnTo>
                  <a:lnTo>
                    <a:pt x="3451" y="7718"/>
                  </a:lnTo>
                  <a:lnTo>
                    <a:pt x="3388" y="7890"/>
                  </a:lnTo>
                  <a:lnTo>
                    <a:pt x="3310" y="8047"/>
                  </a:lnTo>
                  <a:lnTo>
                    <a:pt x="3310" y="8047"/>
                  </a:lnTo>
                  <a:lnTo>
                    <a:pt x="3232" y="8141"/>
                  </a:lnTo>
                  <a:lnTo>
                    <a:pt x="3137" y="8235"/>
                  </a:lnTo>
                  <a:lnTo>
                    <a:pt x="3043" y="8298"/>
                  </a:lnTo>
                  <a:lnTo>
                    <a:pt x="2933" y="8361"/>
                  </a:lnTo>
                  <a:lnTo>
                    <a:pt x="2824" y="8408"/>
                  </a:lnTo>
                  <a:lnTo>
                    <a:pt x="2714" y="8424"/>
                  </a:lnTo>
                  <a:lnTo>
                    <a:pt x="2588" y="8439"/>
                  </a:lnTo>
                  <a:lnTo>
                    <a:pt x="2463" y="8439"/>
                  </a:lnTo>
                  <a:lnTo>
                    <a:pt x="2463" y="8439"/>
                  </a:lnTo>
                  <a:lnTo>
                    <a:pt x="2353" y="8424"/>
                  </a:lnTo>
                  <a:lnTo>
                    <a:pt x="2259" y="8392"/>
                  </a:lnTo>
                  <a:lnTo>
                    <a:pt x="2149" y="8345"/>
                  </a:lnTo>
                  <a:lnTo>
                    <a:pt x="2055" y="8282"/>
                  </a:lnTo>
                  <a:lnTo>
                    <a:pt x="2055" y="8282"/>
                  </a:lnTo>
                  <a:lnTo>
                    <a:pt x="1804" y="8094"/>
                  </a:lnTo>
                  <a:lnTo>
                    <a:pt x="1553" y="7875"/>
                  </a:lnTo>
                  <a:lnTo>
                    <a:pt x="1318" y="7655"/>
                  </a:lnTo>
                  <a:lnTo>
                    <a:pt x="1098" y="7420"/>
                  </a:lnTo>
                  <a:lnTo>
                    <a:pt x="910" y="7169"/>
                  </a:lnTo>
                  <a:lnTo>
                    <a:pt x="722" y="6902"/>
                  </a:lnTo>
                  <a:lnTo>
                    <a:pt x="565" y="6635"/>
                  </a:lnTo>
                  <a:lnTo>
                    <a:pt x="424" y="6337"/>
                  </a:lnTo>
                  <a:lnTo>
                    <a:pt x="298" y="6055"/>
                  </a:lnTo>
                  <a:lnTo>
                    <a:pt x="204" y="5757"/>
                  </a:lnTo>
                  <a:lnTo>
                    <a:pt x="110" y="5443"/>
                  </a:lnTo>
                  <a:lnTo>
                    <a:pt x="63" y="5130"/>
                  </a:lnTo>
                  <a:lnTo>
                    <a:pt x="16" y="4816"/>
                  </a:lnTo>
                  <a:lnTo>
                    <a:pt x="0" y="4487"/>
                  </a:lnTo>
                  <a:lnTo>
                    <a:pt x="0" y="4173"/>
                  </a:lnTo>
                  <a:lnTo>
                    <a:pt x="32" y="3843"/>
                  </a:lnTo>
                  <a:lnTo>
                    <a:pt x="32" y="38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74250" tIns="74250" rIns="74250" bIns="742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7"/>
            <p:cNvSpPr/>
            <p:nvPr/>
          </p:nvSpPr>
          <p:spPr>
            <a:xfrm>
              <a:off x="6124700" y="3010250"/>
              <a:ext cx="327850" cy="835300"/>
            </a:xfrm>
            <a:custGeom>
              <a:avLst/>
              <a:gdLst/>
              <a:ahLst/>
              <a:cxnLst/>
              <a:rect l="l" t="t" r="r" b="b"/>
              <a:pathLst>
                <a:path w="13114" h="33412" extrusionOk="0">
                  <a:moveTo>
                    <a:pt x="11043" y="111"/>
                  </a:moveTo>
                  <a:lnTo>
                    <a:pt x="11043" y="111"/>
                  </a:lnTo>
                  <a:lnTo>
                    <a:pt x="11310" y="205"/>
                  </a:lnTo>
                  <a:lnTo>
                    <a:pt x="11577" y="315"/>
                  </a:lnTo>
                  <a:lnTo>
                    <a:pt x="11827" y="456"/>
                  </a:lnTo>
                  <a:lnTo>
                    <a:pt x="12047" y="628"/>
                  </a:lnTo>
                  <a:lnTo>
                    <a:pt x="12251" y="801"/>
                  </a:lnTo>
                  <a:lnTo>
                    <a:pt x="12439" y="1005"/>
                  </a:lnTo>
                  <a:lnTo>
                    <a:pt x="12596" y="1224"/>
                  </a:lnTo>
                  <a:lnTo>
                    <a:pt x="12753" y="1460"/>
                  </a:lnTo>
                  <a:lnTo>
                    <a:pt x="12863" y="1711"/>
                  </a:lnTo>
                  <a:lnTo>
                    <a:pt x="12973" y="1962"/>
                  </a:lnTo>
                  <a:lnTo>
                    <a:pt x="13035" y="2228"/>
                  </a:lnTo>
                  <a:lnTo>
                    <a:pt x="13098" y="2495"/>
                  </a:lnTo>
                  <a:lnTo>
                    <a:pt x="13114" y="2777"/>
                  </a:lnTo>
                  <a:lnTo>
                    <a:pt x="13114" y="3060"/>
                  </a:lnTo>
                  <a:lnTo>
                    <a:pt x="13082" y="3342"/>
                  </a:lnTo>
                  <a:lnTo>
                    <a:pt x="13020" y="3624"/>
                  </a:lnTo>
                  <a:lnTo>
                    <a:pt x="5584" y="31325"/>
                  </a:lnTo>
                  <a:lnTo>
                    <a:pt x="5584" y="31325"/>
                  </a:lnTo>
                  <a:lnTo>
                    <a:pt x="5506" y="31608"/>
                  </a:lnTo>
                  <a:lnTo>
                    <a:pt x="5381" y="31859"/>
                  </a:lnTo>
                  <a:lnTo>
                    <a:pt x="5239" y="32110"/>
                  </a:lnTo>
                  <a:lnTo>
                    <a:pt x="5083" y="32329"/>
                  </a:lnTo>
                  <a:lnTo>
                    <a:pt x="4894" y="32549"/>
                  </a:lnTo>
                  <a:lnTo>
                    <a:pt x="4690" y="32737"/>
                  </a:lnTo>
                  <a:lnTo>
                    <a:pt x="4471" y="32894"/>
                  </a:lnTo>
                  <a:lnTo>
                    <a:pt x="4251" y="33035"/>
                  </a:lnTo>
                  <a:lnTo>
                    <a:pt x="4000" y="33161"/>
                  </a:lnTo>
                  <a:lnTo>
                    <a:pt x="3734" y="33270"/>
                  </a:lnTo>
                  <a:lnTo>
                    <a:pt x="3467" y="33333"/>
                  </a:lnTo>
                  <a:lnTo>
                    <a:pt x="3200" y="33380"/>
                  </a:lnTo>
                  <a:lnTo>
                    <a:pt x="2918" y="33411"/>
                  </a:lnTo>
                  <a:lnTo>
                    <a:pt x="2636" y="33396"/>
                  </a:lnTo>
                  <a:lnTo>
                    <a:pt x="2353" y="33364"/>
                  </a:lnTo>
                  <a:lnTo>
                    <a:pt x="2071" y="33302"/>
                  </a:lnTo>
                  <a:lnTo>
                    <a:pt x="2071" y="33302"/>
                  </a:lnTo>
                  <a:lnTo>
                    <a:pt x="1789" y="33208"/>
                  </a:lnTo>
                  <a:lnTo>
                    <a:pt x="1538" y="33098"/>
                  </a:lnTo>
                  <a:lnTo>
                    <a:pt x="1287" y="32941"/>
                  </a:lnTo>
                  <a:lnTo>
                    <a:pt x="1067" y="32784"/>
                  </a:lnTo>
                  <a:lnTo>
                    <a:pt x="863" y="32596"/>
                  </a:lnTo>
                  <a:lnTo>
                    <a:pt x="675" y="32408"/>
                  </a:lnTo>
                  <a:lnTo>
                    <a:pt x="502" y="32188"/>
                  </a:lnTo>
                  <a:lnTo>
                    <a:pt x="361" y="31953"/>
                  </a:lnTo>
                  <a:lnTo>
                    <a:pt x="236" y="31702"/>
                  </a:lnTo>
                  <a:lnTo>
                    <a:pt x="141" y="31451"/>
                  </a:lnTo>
                  <a:lnTo>
                    <a:pt x="63" y="31184"/>
                  </a:lnTo>
                  <a:lnTo>
                    <a:pt x="16" y="30917"/>
                  </a:lnTo>
                  <a:lnTo>
                    <a:pt x="0" y="30635"/>
                  </a:lnTo>
                  <a:lnTo>
                    <a:pt x="0" y="30353"/>
                  </a:lnTo>
                  <a:lnTo>
                    <a:pt x="32" y="30070"/>
                  </a:lnTo>
                  <a:lnTo>
                    <a:pt x="94" y="29788"/>
                  </a:lnTo>
                  <a:lnTo>
                    <a:pt x="7530" y="2087"/>
                  </a:lnTo>
                  <a:lnTo>
                    <a:pt x="7530" y="2087"/>
                  </a:lnTo>
                  <a:lnTo>
                    <a:pt x="7608" y="1805"/>
                  </a:lnTo>
                  <a:lnTo>
                    <a:pt x="7733" y="1538"/>
                  </a:lnTo>
                  <a:lnTo>
                    <a:pt x="7875" y="1303"/>
                  </a:lnTo>
                  <a:lnTo>
                    <a:pt x="8031" y="1067"/>
                  </a:lnTo>
                  <a:lnTo>
                    <a:pt x="8220" y="864"/>
                  </a:lnTo>
                  <a:lnTo>
                    <a:pt x="8424" y="675"/>
                  </a:lnTo>
                  <a:lnTo>
                    <a:pt x="8628" y="503"/>
                  </a:lnTo>
                  <a:lnTo>
                    <a:pt x="8863" y="362"/>
                  </a:lnTo>
                  <a:lnTo>
                    <a:pt x="9114" y="236"/>
                  </a:lnTo>
                  <a:lnTo>
                    <a:pt x="9365" y="142"/>
                  </a:lnTo>
                  <a:lnTo>
                    <a:pt x="9631" y="64"/>
                  </a:lnTo>
                  <a:lnTo>
                    <a:pt x="9914" y="16"/>
                  </a:lnTo>
                  <a:lnTo>
                    <a:pt x="10196" y="1"/>
                  </a:lnTo>
                  <a:lnTo>
                    <a:pt x="10478" y="1"/>
                  </a:lnTo>
                  <a:lnTo>
                    <a:pt x="10761" y="48"/>
                  </a:lnTo>
                  <a:lnTo>
                    <a:pt x="11043" y="111"/>
                  </a:lnTo>
                  <a:lnTo>
                    <a:pt x="11043" y="111"/>
                  </a:lnTo>
                  <a:close/>
                </a:path>
              </a:pathLst>
            </a:custGeom>
            <a:solidFill>
              <a:srgbClr val="FCD4B3"/>
            </a:solidFill>
            <a:ln>
              <a:noFill/>
            </a:ln>
          </p:spPr>
          <p:txBody>
            <a:bodyPr spcFirstLastPara="1" wrap="square" lIns="74250" tIns="74250" rIns="74250" bIns="742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7"/>
            <p:cNvSpPr/>
            <p:nvPr/>
          </p:nvSpPr>
          <p:spPr>
            <a:xfrm>
              <a:off x="5843125" y="3356925"/>
              <a:ext cx="611775" cy="895275"/>
            </a:xfrm>
            <a:custGeom>
              <a:avLst/>
              <a:gdLst/>
              <a:ahLst/>
              <a:cxnLst/>
              <a:rect l="l" t="t" r="r" b="b"/>
              <a:pathLst>
                <a:path w="24471" h="35811" extrusionOk="0">
                  <a:moveTo>
                    <a:pt x="9522" y="35811"/>
                  </a:moveTo>
                  <a:lnTo>
                    <a:pt x="24471" y="30791"/>
                  </a:lnTo>
                  <a:lnTo>
                    <a:pt x="20534" y="19043"/>
                  </a:lnTo>
                  <a:lnTo>
                    <a:pt x="22228" y="0"/>
                  </a:lnTo>
                  <a:lnTo>
                    <a:pt x="1" y="7466"/>
                  </a:lnTo>
                  <a:lnTo>
                    <a:pt x="9522" y="35811"/>
                  </a:lnTo>
                  <a:close/>
                </a:path>
              </a:pathLst>
            </a:custGeom>
            <a:solidFill>
              <a:srgbClr val="FCD4B3"/>
            </a:solidFill>
            <a:ln>
              <a:noFill/>
            </a:ln>
          </p:spPr>
          <p:txBody>
            <a:bodyPr spcFirstLastPara="1" wrap="square" lIns="74250" tIns="74250" rIns="74250" bIns="742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7"/>
            <p:cNvSpPr/>
            <p:nvPr/>
          </p:nvSpPr>
          <p:spPr>
            <a:xfrm>
              <a:off x="6228225" y="3176125"/>
              <a:ext cx="327850" cy="835300"/>
            </a:xfrm>
            <a:custGeom>
              <a:avLst/>
              <a:gdLst/>
              <a:ahLst/>
              <a:cxnLst/>
              <a:rect l="l" t="t" r="r" b="b"/>
              <a:pathLst>
                <a:path w="13114" h="33412" extrusionOk="0">
                  <a:moveTo>
                    <a:pt x="11043" y="111"/>
                  </a:moveTo>
                  <a:lnTo>
                    <a:pt x="11043" y="111"/>
                  </a:lnTo>
                  <a:lnTo>
                    <a:pt x="11326" y="205"/>
                  </a:lnTo>
                  <a:lnTo>
                    <a:pt x="11577" y="315"/>
                  </a:lnTo>
                  <a:lnTo>
                    <a:pt x="11828" y="456"/>
                  </a:lnTo>
                  <a:lnTo>
                    <a:pt x="12047" y="628"/>
                  </a:lnTo>
                  <a:lnTo>
                    <a:pt x="12251" y="801"/>
                  </a:lnTo>
                  <a:lnTo>
                    <a:pt x="12439" y="1005"/>
                  </a:lnTo>
                  <a:lnTo>
                    <a:pt x="12612" y="1224"/>
                  </a:lnTo>
                  <a:lnTo>
                    <a:pt x="12753" y="1460"/>
                  </a:lnTo>
                  <a:lnTo>
                    <a:pt x="12879" y="1695"/>
                  </a:lnTo>
                  <a:lnTo>
                    <a:pt x="12973" y="1962"/>
                  </a:lnTo>
                  <a:lnTo>
                    <a:pt x="13051" y="2228"/>
                  </a:lnTo>
                  <a:lnTo>
                    <a:pt x="13098" y="2495"/>
                  </a:lnTo>
                  <a:lnTo>
                    <a:pt x="13114" y="2777"/>
                  </a:lnTo>
                  <a:lnTo>
                    <a:pt x="13114" y="3060"/>
                  </a:lnTo>
                  <a:lnTo>
                    <a:pt x="13082" y="3342"/>
                  </a:lnTo>
                  <a:lnTo>
                    <a:pt x="13020" y="3624"/>
                  </a:lnTo>
                  <a:lnTo>
                    <a:pt x="5600" y="31325"/>
                  </a:lnTo>
                  <a:lnTo>
                    <a:pt x="5600" y="31325"/>
                  </a:lnTo>
                  <a:lnTo>
                    <a:pt x="5506" y="31608"/>
                  </a:lnTo>
                  <a:lnTo>
                    <a:pt x="5396" y="31859"/>
                  </a:lnTo>
                  <a:lnTo>
                    <a:pt x="5255" y="32110"/>
                  </a:lnTo>
                  <a:lnTo>
                    <a:pt x="5083" y="32329"/>
                  </a:lnTo>
                  <a:lnTo>
                    <a:pt x="4910" y="32533"/>
                  </a:lnTo>
                  <a:lnTo>
                    <a:pt x="4706" y="32721"/>
                  </a:lnTo>
                  <a:lnTo>
                    <a:pt x="4487" y="32894"/>
                  </a:lnTo>
                  <a:lnTo>
                    <a:pt x="4251" y="33035"/>
                  </a:lnTo>
                  <a:lnTo>
                    <a:pt x="4000" y="33161"/>
                  </a:lnTo>
                  <a:lnTo>
                    <a:pt x="3749" y="33255"/>
                  </a:lnTo>
                  <a:lnTo>
                    <a:pt x="3483" y="33333"/>
                  </a:lnTo>
                  <a:lnTo>
                    <a:pt x="3200" y="33380"/>
                  </a:lnTo>
                  <a:lnTo>
                    <a:pt x="2934" y="33412"/>
                  </a:lnTo>
                  <a:lnTo>
                    <a:pt x="2651" y="33396"/>
                  </a:lnTo>
                  <a:lnTo>
                    <a:pt x="2353" y="33365"/>
                  </a:lnTo>
                  <a:lnTo>
                    <a:pt x="2071" y="33302"/>
                  </a:lnTo>
                  <a:lnTo>
                    <a:pt x="2071" y="33302"/>
                  </a:lnTo>
                  <a:lnTo>
                    <a:pt x="1804" y="33208"/>
                  </a:lnTo>
                  <a:lnTo>
                    <a:pt x="1538" y="33082"/>
                  </a:lnTo>
                  <a:lnTo>
                    <a:pt x="1302" y="32941"/>
                  </a:lnTo>
                  <a:lnTo>
                    <a:pt x="1067" y="32784"/>
                  </a:lnTo>
                  <a:lnTo>
                    <a:pt x="863" y="32596"/>
                  </a:lnTo>
                  <a:lnTo>
                    <a:pt x="675" y="32392"/>
                  </a:lnTo>
                  <a:lnTo>
                    <a:pt x="518" y="32188"/>
                  </a:lnTo>
                  <a:lnTo>
                    <a:pt x="377" y="31953"/>
                  </a:lnTo>
                  <a:lnTo>
                    <a:pt x="251" y="31702"/>
                  </a:lnTo>
                  <a:lnTo>
                    <a:pt x="157" y="31451"/>
                  </a:lnTo>
                  <a:lnTo>
                    <a:pt x="79" y="31184"/>
                  </a:lnTo>
                  <a:lnTo>
                    <a:pt x="32" y="30918"/>
                  </a:lnTo>
                  <a:lnTo>
                    <a:pt x="0" y="30635"/>
                  </a:lnTo>
                  <a:lnTo>
                    <a:pt x="16" y="30353"/>
                  </a:lnTo>
                  <a:lnTo>
                    <a:pt x="47" y="30071"/>
                  </a:lnTo>
                  <a:lnTo>
                    <a:pt x="110" y="29788"/>
                  </a:lnTo>
                  <a:lnTo>
                    <a:pt x="7530" y="2071"/>
                  </a:lnTo>
                  <a:lnTo>
                    <a:pt x="7530" y="2071"/>
                  </a:lnTo>
                  <a:lnTo>
                    <a:pt x="7624" y="1805"/>
                  </a:lnTo>
                  <a:lnTo>
                    <a:pt x="7734" y="1538"/>
                  </a:lnTo>
                  <a:lnTo>
                    <a:pt x="7875" y="1303"/>
                  </a:lnTo>
                  <a:lnTo>
                    <a:pt x="8032" y="1068"/>
                  </a:lnTo>
                  <a:lnTo>
                    <a:pt x="8220" y="864"/>
                  </a:lnTo>
                  <a:lnTo>
                    <a:pt x="8424" y="675"/>
                  </a:lnTo>
                  <a:lnTo>
                    <a:pt x="8643" y="503"/>
                  </a:lnTo>
                  <a:lnTo>
                    <a:pt x="8879" y="362"/>
                  </a:lnTo>
                  <a:lnTo>
                    <a:pt x="9114" y="236"/>
                  </a:lnTo>
                  <a:lnTo>
                    <a:pt x="9381" y="142"/>
                  </a:lnTo>
                  <a:lnTo>
                    <a:pt x="9647" y="64"/>
                  </a:lnTo>
                  <a:lnTo>
                    <a:pt x="9914" y="17"/>
                  </a:lnTo>
                  <a:lnTo>
                    <a:pt x="10196" y="1"/>
                  </a:lnTo>
                  <a:lnTo>
                    <a:pt x="10479" y="1"/>
                  </a:lnTo>
                  <a:lnTo>
                    <a:pt x="10761" y="48"/>
                  </a:lnTo>
                  <a:lnTo>
                    <a:pt x="11043" y="111"/>
                  </a:lnTo>
                  <a:lnTo>
                    <a:pt x="11043" y="111"/>
                  </a:lnTo>
                  <a:close/>
                </a:path>
              </a:pathLst>
            </a:custGeom>
            <a:solidFill>
              <a:srgbClr val="FCD4B3"/>
            </a:solidFill>
            <a:ln>
              <a:noFill/>
            </a:ln>
          </p:spPr>
          <p:txBody>
            <a:bodyPr spcFirstLastPara="1" wrap="square" lIns="74250" tIns="74250" rIns="74250" bIns="742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7"/>
            <p:cNvSpPr/>
            <p:nvPr/>
          </p:nvSpPr>
          <p:spPr>
            <a:xfrm>
              <a:off x="5905100" y="3483175"/>
              <a:ext cx="518425" cy="439225"/>
            </a:xfrm>
            <a:custGeom>
              <a:avLst/>
              <a:gdLst/>
              <a:ahLst/>
              <a:cxnLst/>
              <a:rect l="l" t="t" r="r" b="b"/>
              <a:pathLst>
                <a:path w="20737" h="17569" extrusionOk="0">
                  <a:moveTo>
                    <a:pt x="345" y="1"/>
                  </a:moveTo>
                  <a:lnTo>
                    <a:pt x="0" y="2071"/>
                  </a:lnTo>
                  <a:lnTo>
                    <a:pt x="0" y="2071"/>
                  </a:lnTo>
                  <a:lnTo>
                    <a:pt x="1130" y="4032"/>
                  </a:lnTo>
                  <a:lnTo>
                    <a:pt x="2322" y="6087"/>
                  </a:lnTo>
                  <a:lnTo>
                    <a:pt x="3749" y="8487"/>
                  </a:lnTo>
                  <a:lnTo>
                    <a:pt x="4518" y="9726"/>
                  </a:lnTo>
                  <a:lnTo>
                    <a:pt x="5271" y="10965"/>
                  </a:lnTo>
                  <a:lnTo>
                    <a:pt x="6024" y="12157"/>
                  </a:lnTo>
                  <a:lnTo>
                    <a:pt x="6745" y="13271"/>
                  </a:lnTo>
                  <a:lnTo>
                    <a:pt x="7404" y="14275"/>
                  </a:lnTo>
                  <a:lnTo>
                    <a:pt x="8016" y="15122"/>
                  </a:lnTo>
                  <a:lnTo>
                    <a:pt x="8282" y="15483"/>
                  </a:lnTo>
                  <a:lnTo>
                    <a:pt x="8533" y="15796"/>
                  </a:lnTo>
                  <a:lnTo>
                    <a:pt x="8753" y="16063"/>
                  </a:lnTo>
                  <a:lnTo>
                    <a:pt x="8941" y="16267"/>
                  </a:lnTo>
                  <a:lnTo>
                    <a:pt x="8941" y="16267"/>
                  </a:lnTo>
                  <a:lnTo>
                    <a:pt x="9129" y="16424"/>
                  </a:lnTo>
                  <a:lnTo>
                    <a:pt x="9318" y="16581"/>
                  </a:lnTo>
                  <a:lnTo>
                    <a:pt x="9506" y="16722"/>
                  </a:lnTo>
                  <a:lnTo>
                    <a:pt x="9710" y="16847"/>
                  </a:lnTo>
                  <a:lnTo>
                    <a:pt x="9914" y="16957"/>
                  </a:lnTo>
                  <a:lnTo>
                    <a:pt x="10118" y="17067"/>
                  </a:lnTo>
                  <a:lnTo>
                    <a:pt x="10337" y="17161"/>
                  </a:lnTo>
                  <a:lnTo>
                    <a:pt x="10557" y="17239"/>
                  </a:lnTo>
                  <a:lnTo>
                    <a:pt x="10776" y="17318"/>
                  </a:lnTo>
                  <a:lnTo>
                    <a:pt x="10996" y="17381"/>
                  </a:lnTo>
                  <a:lnTo>
                    <a:pt x="11231" y="17428"/>
                  </a:lnTo>
                  <a:lnTo>
                    <a:pt x="11451" y="17475"/>
                  </a:lnTo>
                  <a:lnTo>
                    <a:pt x="11906" y="17538"/>
                  </a:lnTo>
                  <a:lnTo>
                    <a:pt x="12376" y="17569"/>
                  </a:lnTo>
                  <a:lnTo>
                    <a:pt x="12831" y="17569"/>
                  </a:lnTo>
                  <a:lnTo>
                    <a:pt x="13286" y="17538"/>
                  </a:lnTo>
                  <a:lnTo>
                    <a:pt x="13725" y="17490"/>
                  </a:lnTo>
                  <a:lnTo>
                    <a:pt x="14165" y="17412"/>
                  </a:lnTo>
                  <a:lnTo>
                    <a:pt x="14572" y="17318"/>
                  </a:lnTo>
                  <a:lnTo>
                    <a:pt x="14980" y="17208"/>
                  </a:lnTo>
                  <a:lnTo>
                    <a:pt x="15341" y="17083"/>
                  </a:lnTo>
                  <a:lnTo>
                    <a:pt x="15686" y="16941"/>
                  </a:lnTo>
                  <a:lnTo>
                    <a:pt x="15686" y="16941"/>
                  </a:lnTo>
                  <a:lnTo>
                    <a:pt x="15859" y="16863"/>
                  </a:lnTo>
                  <a:lnTo>
                    <a:pt x="16047" y="16753"/>
                  </a:lnTo>
                  <a:lnTo>
                    <a:pt x="16219" y="16643"/>
                  </a:lnTo>
                  <a:lnTo>
                    <a:pt x="16423" y="16502"/>
                  </a:lnTo>
                  <a:lnTo>
                    <a:pt x="16815" y="16189"/>
                  </a:lnTo>
                  <a:lnTo>
                    <a:pt x="17223" y="15812"/>
                  </a:lnTo>
                  <a:lnTo>
                    <a:pt x="17647" y="15420"/>
                  </a:lnTo>
                  <a:lnTo>
                    <a:pt x="18070" y="14981"/>
                  </a:lnTo>
                  <a:lnTo>
                    <a:pt x="18478" y="14542"/>
                  </a:lnTo>
                  <a:lnTo>
                    <a:pt x="18870" y="14087"/>
                  </a:lnTo>
                  <a:lnTo>
                    <a:pt x="19608" y="13240"/>
                  </a:lnTo>
                  <a:lnTo>
                    <a:pt x="20188" y="12518"/>
                  </a:lnTo>
                  <a:lnTo>
                    <a:pt x="20737" y="1181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D3B297"/>
            </a:solidFill>
            <a:ln>
              <a:noFill/>
            </a:ln>
          </p:spPr>
          <p:txBody>
            <a:bodyPr spcFirstLastPara="1" wrap="square" lIns="74250" tIns="74250" rIns="74250" bIns="742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7"/>
            <p:cNvSpPr/>
            <p:nvPr/>
          </p:nvSpPr>
          <p:spPr>
            <a:xfrm>
              <a:off x="6033325" y="2742425"/>
              <a:ext cx="321575" cy="809400"/>
            </a:xfrm>
            <a:custGeom>
              <a:avLst/>
              <a:gdLst/>
              <a:ahLst/>
              <a:cxnLst/>
              <a:rect l="l" t="t" r="r" b="b"/>
              <a:pathLst>
                <a:path w="12863" h="32376" extrusionOk="0">
                  <a:moveTo>
                    <a:pt x="10792" y="110"/>
                  </a:moveTo>
                  <a:lnTo>
                    <a:pt x="10792" y="110"/>
                  </a:lnTo>
                  <a:lnTo>
                    <a:pt x="11059" y="204"/>
                  </a:lnTo>
                  <a:lnTo>
                    <a:pt x="11326" y="314"/>
                  </a:lnTo>
                  <a:lnTo>
                    <a:pt x="11561" y="455"/>
                  </a:lnTo>
                  <a:lnTo>
                    <a:pt x="11796" y="628"/>
                  </a:lnTo>
                  <a:lnTo>
                    <a:pt x="12000" y="816"/>
                  </a:lnTo>
                  <a:lnTo>
                    <a:pt x="12188" y="1004"/>
                  </a:lnTo>
                  <a:lnTo>
                    <a:pt x="12345" y="1224"/>
                  </a:lnTo>
                  <a:lnTo>
                    <a:pt x="12486" y="1459"/>
                  </a:lnTo>
                  <a:lnTo>
                    <a:pt x="12612" y="1710"/>
                  </a:lnTo>
                  <a:lnTo>
                    <a:pt x="12722" y="1961"/>
                  </a:lnTo>
                  <a:lnTo>
                    <a:pt x="12785" y="2228"/>
                  </a:lnTo>
                  <a:lnTo>
                    <a:pt x="12832" y="2494"/>
                  </a:lnTo>
                  <a:lnTo>
                    <a:pt x="12863" y="2777"/>
                  </a:lnTo>
                  <a:lnTo>
                    <a:pt x="12863" y="3059"/>
                  </a:lnTo>
                  <a:lnTo>
                    <a:pt x="12816" y="3342"/>
                  </a:lnTo>
                  <a:lnTo>
                    <a:pt x="12769" y="3624"/>
                  </a:lnTo>
                  <a:lnTo>
                    <a:pt x="5600" y="30305"/>
                  </a:lnTo>
                  <a:lnTo>
                    <a:pt x="5600" y="30305"/>
                  </a:lnTo>
                  <a:lnTo>
                    <a:pt x="5506" y="30572"/>
                  </a:lnTo>
                  <a:lnTo>
                    <a:pt x="5396" y="30839"/>
                  </a:lnTo>
                  <a:lnTo>
                    <a:pt x="5255" y="31074"/>
                  </a:lnTo>
                  <a:lnTo>
                    <a:pt x="5083" y="31309"/>
                  </a:lnTo>
                  <a:lnTo>
                    <a:pt x="4910" y="31513"/>
                  </a:lnTo>
                  <a:lnTo>
                    <a:pt x="4706" y="31701"/>
                  </a:lnTo>
                  <a:lnTo>
                    <a:pt x="4487" y="31874"/>
                  </a:lnTo>
                  <a:lnTo>
                    <a:pt x="4251" y="32015"/>
                  </a:lnTo>
                  <a:lnTo>
                    <a:pt x="4000" y="32141"/>
                  </a:lnTo>
                  <a:lnTo>
                    <a:pt x="3749" y="32235"/>
                  </a:lnTo>
                  <a:lnTo>
                    <a:pt x="3483" y="32313"/>
                  </a:lnTo>
                  <a:lnTo>
                    <a:pt x="3200" y="32360"/>
                  </a:lnTo>
                  <a:lnTo>
                    <a:pt x="2934" y="32376"/>
                  </a:lnTo>
                  <a:lnTo>
                    <a:pt x="2651" y="32376"/>
                  </a:lnTo>
                  <a:lnTo>
                    <a:pt x="2353" y="32344"/>
                  </a:lnTo>
                  <a:lnTo>
                    <a:pt x="2071" y="32266"/>
                  </a:lnTo>
                  <a:lnTo>
                    <a:pt x="2071" y="32266"/>
                  </a:lnTo>
                  <a:lnTo>
                    <a:pt x="1804" y="32172"/>
                  </a:lnTo>
                  <a:lnTo>
                    <a:pt x="1538" y="32062"/>
                  </a:lnTo>
                  <a:lnTo>
                    <a:pt x="1302" y="31921"/>
                  </a:lnTo>
                  <a:lnTo>
                    <a:pt x="1067" y="31748"/>
                  </a:lnTo>
                  <a:lnTo>
                    <a:pt x="863" y="31576"/>
                  </a:lnTo>
                  <a:lnTo>
                    <a:pt x="675" y="31372"/>
                  </a:lnTo>
                  <a:lnTo>
                    <a:pt x="518" y="31152"/>
                  </a:lnTo>
                  <a:lnTo>
                    <a:pt x="377" y="30917"/>
                  </a:lnTo>
                  <a:lnTo>
                    <a:pt x="251" y="30682"/>
                  </a:lnTo>
                  <a:lnTo>
                    <a:pt x="157" y="30415"/>
                  </a:lnTo>
                  <a:lnTo>
                    <a:pt x="79" y="30148"/>
                  </a:lnTo>
                  <a:lnTo>
                    <a:pt x="32" y="29882"/>
                  </a:lnTo>
                  <a:lnTo>
                    <a:pt x="1" y="29599"/>
                  </a:lnTo>
                  <a:lnTo>
                    <a:pt x="16" y="29317"/>
                  </a:lnTo>
                  <a:lnTo>
                    <a:pt x="48" y="29035"/>
                  </a:lnTo>
                  <a:lnTo>
                    <a:pt x="110" y="28752"/>
                  </a:lnTo>
                  <a:lnTo>
                    <a:pt x="7263" y="2087"/>
                  </a:lnTo>
                  <a:lnTo>
                    <a:pt x="7263" y="2087"/>
                  </a:lnTo>
                  <a:lnTo>
                    <a:pt x="7357" y="1804"/>
                  </a:lnTo>
                  <a:lnTo>
                    <a:pt x="7483" y="1553"/>
                  </a:lnTo>
                  <a:lnTo>
                    <a:pt x="7608" y="1302"/>
                  </a:lnTo>
                  <a:lnTo>
                    <a:pt x="7781" y="1083"/>
                  </a:lnTo>
                  <a:lnTo>
                    <a:pt x="7969" y="863"/>
                  </a:lnTo>
                  <a:lnTo>
                    <a:pt x="8157" y="675"/>
                  </a:lnTo>
                  <a:lnTo>
                    <a:pt x="8377" y="518"/>
                  </a:lnTo>
                  <a:lnTo>
                    <a:pt x="8612" y="361"/>
                  </a:lnTo>
                  <a:lnTo>
                    <a:pt x="8863" y="251"/>
                  </a:lnTo>
                  <a:lnTo>
                    <a:pt x="9114" y="142"/>
                  </a:lnTo>
                  <a:lnTo>
                    <a:pt x="9381" y="79"/>
                  </a:lnTo>
                  <a:lnTo>
                    <a:pt x="9663" y="32"/>
                  </a:lnTo>
                  <a:lnTo>
                    <a:pt x="9930" y="0"/>
                  </a:lnTo>
                  <a:lnTo>
                    <a:pt x="10212" y="16"/>
                  </a:lnTo>
                  <a:lnTo>
                    <a:pt x="10510" y="47"/>
                  </a:lnTo>
                  <a:lnTo>
                    <a:pt x="10792" y="110"/>
                  </a:lnTo>
                  <a:lnTo>
                    <a:pt x="10792" y="110"/>
                  </a:lnTo>
                  <a:close/>
                </a:path>
              </a:pathLst>
            </a:custGeom>
            <a:solidFill>
              <a:srgbClr val="EFC5A3"/>
            </a:solidFill>
            <a:ln>
              <a:noFill/>
            </a:ln>
          </p:spPr>
          <p:txBody>
            <a:bodyPr spcFirstLastPara="1" wrap="square" lIns="74250" tIns="74250" rIns="74250" bIns="742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7"/>
            <p:cNvSpPr/>
            <p:nvPr/>
          </p:nvSpPr>
          <p:spPr>
            <a:xfrm>
              <a:off x="5459225" y="2514600"/>
              <a:ext cx="1254900" cy="1390950"/>
            </a:xfrm>
            <a:custGeom>
              <a:avLst/>
              <a:gdLst/>
              <a:ahLst/>
              <a:cxnLst/>
              <a:rect l="l" t="t" r="r" b="b"/>
              <a:pathLst>
                <a:path w="50196" h="55638" extrusionOk="0">
                  <a:moveTo>
                    <a:pt x="3090" y="10823"/>
                  </a:moveTo>
                  <a:lnTo>
                    <a:pt x="16000" y="1537"/>
                  </a:lnTo>
                  <a:lnTo>
                    <a:pt x="16000" y="1537"/>
                  </a:lnTo>
                  <a:lnTo>
                    <a:pt x="16455" y="1208"/>
                  </a:lnTo>
                  <a:lnTo>
                    <a:pt x="16925" y="925"/>
                  </a:lnTo>
                  <a:lnTo>
                    <a:pt x="17396" y="674"/>
                  </a:lnTo>
                  <a:lnTo>
                    <a:pt x="17851" y="455"/>
                  </a:lnTo>
                  <a:lnTo>
                    <a:pt x="18306" y="267"/>
                  </a:lnTo>
                  <a:lnTo>
                    <a:pt x="18525" y="204"/>
                  </a:lnTo>
                  <a:lnTo>
                    <a:pt x="18745" y="141"/>
                  </a:lnTo>
                  <a:lnTo>
                    <a:pt x="18965" y="78"/>
                  </a:lnTo>
                  <a:lnTo>
                    <a:pt x="19200" y="47"/>
                  </a:lnTo>
                  <a:lnTo>
                    <a:pt x="19404" y="16"/>
                  </a:lnTo>
                  <a:lnTo>
                    <a:pt x="19623" y="0"/>
                  </a:lnTo>
                  <a:lnTo>
                    <a:pt x="19843" y="0"/>
                  </a:lnTo>
                  <a:lnTo>
                    <a:pt x="20047" y="16"/>
                  </a:lnTo>
                  <a:lnTo>
                    <a:pt x="20267" y="31"/>
                  </a:lnTo>
                  <a:lnTo>
                    <a:pt x="20470" y="63"/>
                  </a:lnTo>
                  <a:lnTo>
                    <a:pt x="20674" y="125"/>
                  </a:lnTo>
                  <a:lnTo>
                    <a:pt x="20878" y="188"/>
                  </a:lnTo>
                  <a:lnTo>
                    <a:pt x="21082" y="267"/>
                  </a:lnTo>
                  <a:lnTo>
                    <a:pt x="21270" y="361"/>
                  </a:lnTo>
                  <a:lnTo>
                    <a:pt x="21474" y="471"/>
                  </a:lnTo>
                  <a:lnTo>
                    <a:pt x="21663" y="596"/>
                  </a:lnTo>
                  <a:lnTo>
                    <a:pt x="21851" y="737"/>
                  </a:lnTo>
                  <a:lnTo>
                    <a:pt x="22039" y="894"/>
                  </a:lnTo>
                  <a:lnTo>
                    <a:pt x="22212" y="1067"/>
                  </a:lnTo>
                  <a:lnTo>
                    <a:pt x="22400" y="1255"/>
                  </a:lnTo>
                  <a:lnTo>
                    <a:pt x="22572" y="1459"/>
                  </a:lnTo>
                  <a:lnTo>
                    <a:pt x="22745" y="1694"/>
                  </a:lnTo>
                  <a:lnTo>
                    <a:pt x="49411" y="38069"/>
                  </a:lnTo>
                  <a:lnTo>
                    <a:pt x="49411" y="38069"/>
                  </a:lnTo>
                  <a:lnTo>
                    <a:pt x="49568" y="38305"/>
                  </a:lnTo>
                  <a:lnTo>
                    <a:pt x="49709" y="38540"/>
                  </a:lnTo>
                  <a:lnTo>
                    <a:pt x="49834" y="38760"/>
                  </a:lnTo>
                  <a:lnTo>
                    <a:pt x="49929" y="38995"/>
                  </a:lnTo>
                  <a:lnTo>
                    <a:pt x="50023" y="39230"/>
                  </a:lnTo>
                  <a:lnTo>
                    <a:pt x="50085" y="39465"/>
                  </a:lnTo>
                  <a:lnTo>
                    <a:pt x="50132" y="39701"/>
                  </a:lnTo>
                  <a:lnTo>
                    <a:pt x="50180" y="39936"/>
                  </a:lnTo>
                  <a:lnTo>
                    <a:pt x="50195" y="40156"/>
                  </a:lnTo>
                  <a:lnTo>
                    <a:pt x="50195" y="40391"/>
                  </a:lnTo>
                  <a:lnTo>
                    <a:pt x="50180" y="40610"/>
                  </a:lnTo>
                  <a:lnTo>
                    <a:pt x="50164" y="40846"/>
                  </a:lnTo>
                  <a:lnTo>
                    <a:pt x="50117" y="41065"/>
                  </a:lnTo>
                  <a:lnTo>
                    <a:pt x="50070" y="41285"/>
                  </a:lnTo>
                  <a:lnTo>
                    <a:pt x="49991" y="41505"/>
                  </a:lnTo>
                  <a:lnTo>
                    <a:pt x="49913" y="41724"/>
                  </a:lnTo>
                  <a:lnTo>
                    <a:pt x="49819" y="41944"/>
                  </a:lnTo>
                  <a:lnTo>
                    <a:pt x="49725" y="42163"/>
                  </a:lnTo>
                  <a:lnTo>
                    <a:pt x="49599" y="42367"/>
                  </a:lnTo>
                  <a:lnTo>
                    <a:pt x="49474" y="42587"/>
                  </a:lnTo>
                  <a:lnTo>
                    <a:pt x="49333" y="42791"/>
                  </a:lnTo>
                  <a:lnTo>
                    <a:pt x="49176" y="42995"/>
                  </a:lnTo>
                  <a:lnTo>
                    <a:pt x="48846" y="43403"/>
                  </a:lnTo>
                  <a:lnTo>
                    <a:pt x="48485" y="43779"/>
                  </a:lnTo>
                  <a:lnTo>
                    <a:pt x="48093" y="44155"/>
                  </a:lnTo>
                  <a:lnTo>
                    <a:pt x="47654" y="44516"/>
                  </a:lnTo>
                  <a:lnTo>
                    <a:pt x="47199" y="44861"/>
                  </a:lnTo>
                  <a:lnTo>
                    <a:pt x="34305" y="54163"/>
                  </a:lnTo>
                  <a:lnTo>
                    <a:pt x="34305" y="54163"/>
                  </a:lnTo>
                  <a:lnTo>
                    <a:pt x="33835" y="54477"/>
                  </a:lnTo>
                  <a:lnTo>
                    <a:pt x="33364" y="54759"/>
                  </a:lnTo>
                  <a:lnTo>
                    <a:pt x="32894" y="55010"/>
                  </a:lnTo>
                  <a:lnTo>
                    <a:pt x="32423" y="55230"/>
                  </a:lnTo>
                  <a:lnTo>
                    <a:pt x="32188" y="55324"/>
                  </a:lnTo>
                  <a:lnTo>
                    <a:pt x="31968" y="55402"/>
                  </a:lnTo>
                  <a:lnTo>
                    <a:pt x="31733" y="55465"/>
                  </a:lnTo>
                  <a:lnTo>
                    <a:pt x="31498" y="55528"/>
                  </a:lnTo>
                  <a:lnTo>
                    <a:pt x="31278" y="55575"/>
                  </a:lnTo>
                  <a:lnTo>
                    <a:pt x="31043" y="55606"/>
                  </a:lnTo>
                  <a:lnTo>
                    <a:pt x="30823" y="55622"/>
                  </a:lnTo>
                  <a:lnTo>
                    <a:pt x="30604" y="55637"/>
                  </a:lnTo>
                  <a:lnTo>
                    <a:pt x="30384" y="55637"/>
                  </a:lnTo>
                  <a:lnTo>
                    <a:pt x="30164" y="55622"/>
                  </a:lnTo>
                  <a:lnTo>
                    <a:pt x="29945" y="55590"/>
                  </a:lnTo>
                  <a:lnTo>
                    <a:pt x="29725" y="55559"/>
                  </a:lnTo>
                  <a:lnTo>
                    <a:pt x="29521" y="55496"/>
                  </a:lnTo>
                  <a:lnTo>
                    <a:pt x="29317" y="55433"/>
                  </a:lnTo>
                  <a:lnTo>
                    <a:pt x="29113" y="55339"/>
                  </a:lnTo>
                  <a:lnTo>
                    <a:pt x="28909" y="55245"/>
                  </a:lnTo>
                  <a:lnTo>
                    <a:pt x="28706" y="55135"/>
                  </a:lnTo>
                  <a:lnTo>
                    <a:pt x="28517" y="55010"/>
                  </a:lnTo>
                  <a:lnTo>
                    <a:pt x="28329" y="54853"/>
                  </a:lnTo>
                  <a:lnTo>
                    <a:pt x="28141" y="54696"/>
                  </a:lnTo>
                  <a:lnTo>
                    <a:pt x="27953" y="54524"/>
                  </a:lnTo>
                  <a:lnTo>
                    <a:pt x="27764" y="54335"/>
                  </a:lnTo>
                  <a:lnTo>
                    <a:pt x="27592" y="54132"/>
                  </a:lnTo>
                  <a:lnTo>
                    <a:pt x="27419" y="53896"/>
                  </a:lnTo>
                  <a:lnTo>
                    <a:pt x="753" y="17521"/>
                  </a:lnTo>
                  <a:lnTo>
                    <a:pt x="753" y="17521"/>
                  </a:lnTo>
                  <a:lnTo>
                    <a:pt x="596" y="17286"/>
                  </a:lnTo>
                  <a:lnTo>
                    <a:pt x="455" y="17050"/>
                  </a:lnTo>
                  <a:lnTo>
                    <a:pt x="330" y="16815"/>
                  </a:lnTo>
                  <a:lnTo>
                    <a:pt x="236" y="16596"/>
                  </a:lnTo>
                  <a:lnTo>
                    <a:pt x="157" y="16360"/>
                  </a:lnTo>
                  <a:lnTo>
                    <a:pt x="94" y="16125"/>
                  </a:lnTo>
                  <a:lnTo>
                    <a:pt x="32" y="15905"/>
                  </a:lnTo>
                  <a:lnTo>
                    <a:pt x="16" y="15670"/>
                  </a:lnTo>
                  <a:lnTo>
                    <a:pt x="0" y="15450"/>
                  </a:lnTo>
                  <a:lnTo>
                    <a:pt x="0" y="15231"/>
                  </a:lnTo>
                  <a:lnTo>
                    <a:pt x="16" y="14996"/>
                  </a:lnTo>
                  <a:lnTo>
                    <a:pt x="47" y="14776"/>
                  </a:lnTo>
                  <a:lnTo>
                    <a:pt x="94" y="14556"/>
                  </a:lnTo>
                  <a:lnTo>
                    <a:pt x="157" y="14337"/>
                  </a:lnTo>
                  <a:lnTo>
                    <a:pt x="220" y="14133"/>
                  </a:lnTo>
                  <a:lnTo>
                    <a:pt x="314" y="13913"/>
                  </a:lnTo>
                  <a:lnTo>
                    <a:pt x="408" y="13694"/>
                  </a:lnTo>
                  <a:lnTo>
                    <a:pt x="518" y="13490"/>
                  </a:lnTo>
                  <a:lnTo>
                    <a:pt x="643" y="13286"/>
                  </a:lnTo>
                  <a:lnTo>
                    <a:pt x="785" y="13082"/>
                  </a:lnTo>
                  <a:lnTo>
                    <a:pt x="926" y="12878"/>
                  </a:lnTo>
                  <a:lnTo>
                    <a:pt x="1083" y="12674"/>
                  </a:lnTo>
                  <a:lnTo>
                    <a:pt x="1412" y="12282"/>
                  </a:lnTo>
                  <a:lnTo>
                    <a:pt x="1789" y="11905"/>
                  </a:lnTo>
                  <a:lnTo>
                    <a:pt x="2196" y="11529"/>
                  </a:lnTo>
                  <a:lnTo>
                    <a:pt x="2636" y="11168"/>
                  </a:lnTo>
                  <a:lnTo>
                    <a:pt x="3090" y="10823"/>
                  </a:lnTo>
                  <a:lnTo>
                    <a:pt x="3090" y="10823"/>
                  </a:lnTo>
                  <a:close/>
                </a:path>
              </a:pathLst>
            </a:custGeom>
            <a:solidFill>
              <a:srgbClr val="414141"/>
            </a:solidFill>
            <a:ln>
              <a:noFill/>
            </a:ln>
          </p:spPr>
          <p:txBody>
            <a:bodyPr spcFirstLastPara="1" wrap="square" lIns="74250" tIns="74250" rIns="74250" bIns="742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7"/>
            <p:cNvSpPr/>
            <p:nvPr/>
          </p:nvSpPr>
          <p:spPr>
            <a:xfrm>
              <a:off x="5616875" y="2673025"/>
              <a:ext cx="186675" cy="140000"/>
            </a:xfrm>
            <a:custGeom>
              <a:avLst/>
              <a:gdLst/>
              <a:ahLst/>
              <a:cxnLst/>
              <a:rect l="l" t="t" r="r" b="b"/>
              <a:pathLst>
                <a:path w="7467" h="5600" extrusionOk="0">
                  <a:moveTo>
                    <a:pt x="173" y="4878"/>
                  </a:moveTo>
                  <a:lnTo>
                    <a:pt x="6839" y="63"/>
                  </a:lnTo>
                  <a:lnTo>
                    <a:pt x="6839" y="63"/>
                  </a:lnTo>
                  <a:lnTo>
                    <a:pt x="6902" y="31"/>
                  </a:lnTo>
                  <a:lnTo>
                    <a:pt x="6980" y="0"/>
                  </a:lnTo>
                  <a:lnTo>
                    <a:pt x="7059" y="0"/>
                  </a:lnTo>
                  <a:lnTo>
                    <a:pt x="7137" y="0"/>
                  </a:lnTo>
                  <a:lnTo>
                    <a:pt x="7216" y="16"/>
                  </a:lnTo>
                  <a:lnTo>
                    <a:pt x="7278" y="47"/>
                  </a:lnTo>
                  <a:lnTo>
                    <a:pt x="7341" y="94"/>
                  </a:lnTo>
                  <a:lnTo>
                    <a:pt x="7404" y="157"/>
                  </a:lnTo>
                  <a:lnTo>
                    <a:pt x="7404" y="157"/>
                  </a:lnTo>
                  <a:lnTo>
                    <a:pt x="7404" y="157"/>
                  </a:lnTo>
                  <a:lnTo>
                    <a:pt x="7435" y="235"/>
                  </a:lnTo>
                  <a:lnTo>
                    <a:pt x="7467" y="314"/>
                  </a:lnTo>
                  <a:lnTo>
                    <a:pt x="7467" y="392"/>
                  </a:lnTo>
                  <a:lnTo>
                    <a:pt x="7467" y="471"/>
                  </a:lnTo>
                  <a:lnTo>
                    <a:pt x="7451" y="533"/>
                  </a:lnTo>
                  <a:lnTo>
                    <a:pt x="7420" y="612"/>
                  </a:lnTo>
                  <a:lnTo>
                    <a:pt x="7372" y="675"/>
                  </a:lnTo>
                  <a:lnTo>
                    <a:pt x="7310" y="722"/>
                  </a:lnTo>
                  <a:lnTo>
                    <a:pt x="643" y="5521"/>
                  </a:lnTo>
                  <a:lnTo>
                    <a:pt x="643" y="5521"/>
                  </a:lnTo>
                  <a:lnTo>
                    <a:pt x="565" y="5568"/>
                  </a:lnTo>
                  <a:lnTo>
                    <a:pt x="486" y="5600"/>
                  </a:lnTo>
                  <a:lnTo>
                    <a:pt x="424" y="5600"/>
                  </a:lnTo>
                  <a:lnTo>
                    <a:pt x="345" y="5600"/>
                  </a:lnTo>
                  <a:lnTo>
                    <a:pt x="267" y="5584"/>
                  </a:lnTo>
                  <a:lnTo>
                    <a:pt x="188" y="5553"/>
                  </a:lnTo>
                  <a:lnTo>
                    <a:pt x="126" y="5490"/>
                  </a:lnTo>
                  <a:lnTo>
                    <a:pt x="79" y="5443"/>
                  </a:lnTo>
                  <a:lnTo>
                    <a:pt x="79" y="5443"/>
                  </a:lnTo>
                  <a:lnTo>
                    <a:pt x="79" y="5443"/>
                  </a:lnTo>
                  <a:lnTo>
                    <a:pt x="31" y="5365"/>
                  </a:lnTo>
                  <a:lnTo>
                    <a:pt x="16" y="5286"/>
                  </a:lnTo>
                  <a:lnTo>
                    <a:pt x="0" y="5208"/>
                  </a:lnTo>
                  <a:lnTo>
                    <a:pt x="0" y="5129"/>
                  </a:lnTo>
                  <a:lnTo>
                    <a:pt x="31" y="5067"/>
                  </a:lnTo>
                  <a:lnTo>
                    <a:pt x="63" y="4988"/>
                  </a:lnTo>
                  <a:lnTo>
                    <a:pt x="110" y="4925"/>
                  </a:lnTo>
                  <a:lnTo>
                    <a:pt x="173" y="4878"/>
                  </a:lnTo>
                  <a:lnTo>
                    <a:pt x="173" y="4878"/>
                  </a:lnTo>
                  <a:close/>
                </a:path>
              </a:pathLst>
            </a:custGeom>
            <a:solidFill>
              <a:srgbClr val="59595C"/>
            </a:solidFill>
            <a:ln>
              <a:noFill/>
            </a:ln>
          </p:spPr>
          <p:txBody>
            <a:bodyPr spcFirstLastPara="1" wrap="square" lIns="74250" tIns="74250" rIns="74250" bIns="742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7"/>
            <p:cNvSpPr/>
            <p:nvPr/>
          </p:nvSpPr>
          <p:spPr>
            <a:xfrm>
              <a:off x="5823125" y="2625950"/>
              <a:ext cx="43175" cy="42775"/>
            </a:xfrm>
            <a:custGeom>
              <a:avLst/>
              <a:gdLst/>
              <a:ahLst/>
              <a:cxnLst/>
              <a:rect l="l" t="t" r="r" b="b"/>
              <a:pathLst>
                <a:path w="1727" h="1711" extrusionOk="0">
                  <a:moveTo>
                    <a:pt x="362" y="158"/>
                  </a:moveTo>
                  <a:lnTo>
                    <a:pt x="362" y="158"/>
                  </a:lnTo>
                  <a:lnTo>
                    <a:pt x="518" y="79"/>
                  </a:lnTo>
                  <a:lnTo>
                    <a:pt x="675" y="16"/>
                  </a:lnTo>
                  <a:lnTo>
                    <a:pt x="832" y="1"/>
                  </a:lnTo>
                  <a:lnTo>
                    <a:pt x="1005" y="16"/>
                  </a:lnTo>
                  <a:lnTo>
                    <a:pt x="1162" y="48"/>
                  </a:lnTo>
                  <a:lnTo>
                    <a:pt x="1303" y="126"/>
                  </a:lnTo>
                  <a:lnTo>
                    <a:pt x="1444" y="220"/>
                  </a:lnTo>
                  <a:lnTo>
                    <a:pt x="1554" y="362"/>
                  </a:lnTo>
                  <a:lnTo>
                    <a:pt x="1554" y="362"/>
                  </a:lnTo>
                  <a:lnTo>
                    <a:pt x="1648" y="503"/>
                  </a:lnTo>
                  <a:lnTo>
                    <a:pt x="1695" y="660"/>
                  </a:lnTo>
                  <a:lnTo>
                    <a:pt x="1726" y="832"/>
                  </a:lnTo>
                  <a:lnTo>
                    <a:pt x="1711" y="989"/>
                  </a:lnTo>
                  <a:lnTo>
                    <a:pt x="1664" y="1146"/>
                  </a:lnTo>
                  <a:lnTo>
                    <a:pt x="1601" y="1303"/>
                  </a:lnTo>
                  <a:lnTo>
                    <a:pt x="1491" y="1444"/>
                  </a:lnTo>
                  <a:lnTo>
                    <a:pt x="1366" y="1554"/>
                  </a:lnTo>
                  <a:lnTo>
                    <a:pt x="1366" y="1554"/>
                  </a:lnTo>
                  <a:lnTo>
                    <a:pt x="1209" y="1632"/>
                  </a:lnTo>
                  <a:lnTo>
                    <a:pt x="1052" y="1695"/>
                  </a:lnTo>
                  <a:lnTo>
                    <a:pt x="895" y="1711"/>
                  </a:lnTo>
                  <a:lnTo>
                    <a:pt x="722" y="1711"/>
                  </a:lnTo>
                  <a:lnTo>
                    <a:pt x="566" y="1663"/>
                  </a:lnTo>
                  <a:lnTo>
                    <a:pt x="424" y="1585"/>
                  </a:lnTo>
                  <a:lnTo>
                    <a:pt x="283" y="1491"/>
                  </a:lnTo>
                  <a:lnTo>
                    <a:pt x="173" y="1365"/>
                  </a:lnTo>
                  <a:lnTo>
                    <a:pt x="173" y="1365"/>
                  </a:lnTo>
                  <a:lnTo>
                    <a:pt x="79" y="1209"/>
                  </a:lnTo>
                  <a:lnTo>
                    <a:pt x="32" y="1052"/>
                  </a:lnTo>
                  <a:lnTo>
                    <a:pt x="1" y="879"/>
                  </a:lnTo>
                  <a:lnTo>
                    <a:pt x="17" y="722"/>
                  </a:lnTo>
                  <a:lnTo>
                    <a:pt x="64" y="565"/>
                  </a:lnTo>
                  <a:lnTo>
                    <a:pt x="126" y="409"/>
                  </a:lnTo>
                  <a:lnTo>
                    <a:pt x="236" y="283"/>
                  </a:lnTo>
                  <a:lnTo>
                    <a:pt x="362" y="158"/>
                  </a:lnTo>
                  <a:lnTo>
                    <a:pt x="362" y="158"/>
                  </a:lnTo>
                  <a:close/>
                </a:path>
              </a:pathLst>
            </a:custGeom>
            <a:solidFill>
              <a:srgbClr val="59595C"/>
            </a:solidFill>
            <a:ln>
              <a:noFill/>
            </a:ln>
          </p:spPr>
          <p:txBody>
            <a:bodyPr spcFirstLastPara="1" wrap="square" lIns="74250" tIns="74250" rIns="74250" bIns="742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7"/>
            <p:cNvSpPr/>
            <p:nvPr/>
          </p:nvSpPr>
          <p:spPr>
            <a:xfrm>
              <a:off x="5537650" y="2597725"/>
              <a:ext cx="1094125" cy="1217225"/>
            </a:xfrm>
            <a:custGeom>
              <a:avLst/>
              <a:gdLst/>
              <a:ahLst/>
              <a:cxnLst/>
              <a:rect l="l" t="t" r="r" b="b"/>
              <a:pathLst>
                <a:path w="43765" h="48689" extrusionOk="0">
                  <a:moveTo>
                    <a:pt x="32" y="12973"/>
                  </a:moveTo>
                  <a:lnTo>
                    <a:pt x="18024" y="16"/>
                  </a:lnTo>
                  <a:lnTo>
                    <a:pt x="18024" y="16"/>
                  </a:lnTo>
                  <a:lnTo>
                    <a:pt x="18039" y="0"/>
                  </a:lnTo>
                  <a:lnTo>
                    <a:pt x="18071" y="0"/>
                  </a:lnTo>
                  <a:lnTo>
                    <a:pt x="18102" y="0"/>
                  </a:lnTo>
                  <a:lnTo>
                    <a:pt x="18133" y="32"/>
                  </a:lnTo>
                  <a:lnTo>
                    <a:pt x="43749" y="35607"/>
                  </a:lnTo>
                  <a:lnTo>
                    <a:pt x="43749" y="35607"/>
                  </a:lnTo>
                  <a:lnTo>
                    <a:pt x="43764" y="35638"/>
                  </a:lnTo>
                  <a:lnTo>
                    <a:pt x="43764" y="35654"/>
                  </a:lnTo>
                  <a:lnTo>
                    <a:pt x="43749" y="35686"/>
                  </a:lnTo>
                  <a:lnTo>
                    <a:pt x="43733" y="35717"/>
                  </a:lnTo>
                  <a:lnTo>
                    <a:pt x="25741" y="48673"/>
                  </a:lnTo>
                  <a:lnTo>
                    <a:pt x="25741" y="48673"/>
                  </a:lnTo>
                  <a:lnTo>
                    <a:pt x="25710" y="48689"/>
                  </a:lnTo>
                  <a:lnTo>
                    <a:pt x="25678" y="48689"/>
                  </a:lnTo>
                  <a:lnTo>
                    <a:pt x="25647" y="48673"/>
                  </a:lnTo>
                  <a:lnTo>
                    <a:pt x="25631" y="48658"/>
                  </a:lnTo>
                  <a:lnTo>
                    <a:pt x="16" y="13082"/>
                  </a:lnTo>
                  <a:lnTo>
                    <a:pt x="16" y="13082"/>
                  </a:lnTo>
                  <a:lnTo>
                    <a:pt x="1" y="13051"/>
                  </a:lnTo>
                  <a:lnTo>
                    <a:pt x="1" y="13020"/>
                  </a:lnTo>
                  <a:lnTo>
                    <a:pt x="1" y="12988"/>
                  </a:lnTo>
                  <a:lnTo>
                    <a:pt x="32" y="12973"/>
                  </a:lnTo>
                  <a:lnTo>
                    <a:pt x="32" y="1297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74250" tIns="74250" rIns="74250" bIns="742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7"/>
            <p:cNvSpPr/>
            <p:nvPr/>
          </p:nvSpPr>
          <p:spPr>
            <a:xfrm>
              <a:off x="5523572" y="2611481"/>
              <a:ext cx="643550" cy="1213700"/>
            </a:xfrm>
            <a:custGeom>
              <a:avLst/>
              <a:gdLst/>
              <a:ahLst/>
              <a:cxnLst/>
              <a:rect l="l" t="t" r="r" b="b"/>
              <a:pathLst>
                <a:path w="25742" h="48548" extrusionOk="0">
                  <a:moveTo>
                    <a:pt x="32" y="12832"/>
                  </a:moveTo>
                  <a:lnTo>
                    <a:pt x="17835" y="1"/>
                  </a:lnTo>
                  <a:lnTo>
                    <a:pt x="17835" y="1"/>
                  </a:lnTo>
                  <a:lnTo>
                    <a:pt x="25741" y="48532"/>
                  </a:lnTo>
                  <a:lnTo>
                    <a:pt x="25710" y="48548"/>
                  </a:lnTo>
                  <a:lnTo>
                    <a:pt x="25710" y="48548"/>
                  </a:lnTo>
                  <a:lnTo>
                    <a:pt x="25663" y="48532"/>
                  </a:lnTo>
                  <a:lnTo>
                    <a:pt x="25631" y="48517"/>
                  </a:lnTo>
                  <a:lnTo>
                    <a:pt x="16" y="12941"/>
                  </a:lnTo>
                  <a:lnTo>
                    <a:pt x="16" y="12941"/>
                  </a:lnTo>
                  <a:lnTo>
                    <a:pt x="1" y="12910"/>
                  </a:lnTo>
                  <a:lnTo>
                    <a:pt x="1" y="12879"/>
                  </a:lnTo>
                  <a:lnTo>
                    <a:pt x="1" y="12847"/>
                  </a:lnTo>
                  <a:lnTo>
                    <a:pt x="32" y="12832"/>
                  </a:lnTo>
                  <a:lnTo>
                    <a:pt x="32" y="128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74250" tIns="74250" rIns="74250" bIns="742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7"/>
            <p:cNvSpPr/>
            <p:nvPr/>
          </p:nvSpPr>
          <p:spPr>
            <a:xfrm>
              <a:off x="6299975" y="2936925"/>
              <a:ext cx="172975" cy="252175"/>
            </a:xfrm>
            <a:custGeom>
              <a:avLst/>
              <a:gdLst/>
              <a:ahLst/>
              <a:cxnLst/>
              <a:rect l="l" t="t" r="r" b="b"/>
              <a:pathLst>
                <a:path w="6919" h="10087" extrusionOk="0">
                  <a:moveTo>
                    <a:pt x="4848" y="110"/>
                  </a:moveTo>
                  <a:lnTo>
                    <a:pt x="4848" y="110"/>
                  </a:lnTo>
                  <a:lnTo>
                    <a:pt x="5130" y="204"/>
                  </a:lnTo>
                  <a:lnTo>
                    <a:pt x="5381" y="330"/>
                  </a:lnTo>
                  <a:lnTo>
                    <a:pt x="5632" y="471"/>
                  </a:lnTo>
                  <a:lnTo>
                    <a:pt x="5852" y="628"/>
                  </a:lnTo>
                  <a:lnTo>
                    <a:pt x="6056" y="816"/>
                  </a:lnTo>
                  <a:lnTo>
                    <a:pt x="6244" y="1020"/>
                  </a:lnTo>
                  <a:lnTo>
                    <a:pt x="6416" y="1240"/>
                  </a:lnTo>
                  <a:lnTo>
                    <a:pt x="6558" y="1459"/>
                  </a:lnTo>
                  <a:lnTo>
                    <a:pt x="6683" y="1710"/>
                  </a:lnTo>
                  <a:lnTo>
                    <a:pt x="6777" y="1961"/>
                  </a:lnTo>
                  <a:lnTo>
                    <a:pt x="6856" y="2228"/>
                  </a:lnTo>
                  <a:lnTo>
                    <a:pt x="6903" y="2510"/>
                  </a:lnTo>
                  <a:lnTo>
                    <a:pt x="6918" y="2777"/>
                  </a:lnTo>
                  <a:lnTo>
                    <a:pt x="6918" y="3059"/>
                  </a:lnTo>
                  <a:lnTo>
                    <a:pt x="6887" y="3357"/>
                  </a:lnTo>
                  <a:lnTo>
                    <a:pt x="6824" y="3640"/>
                  </a:lnTo>
                  <a:lnTo>
                    <a:pt x="5601" y="8000"/>
                  </a:lnTo>
                  <a:lnTo>
                    <a:pt x="5601" y="8000"/>
                  </a:lnTo>
                  <a:lnTo>
                    <a:pt x="5507" y="8283"/>
                  </a:lnTo>
                  <a:lnTo>
                    <a:pt x="5397" y="8534"/>
                  </a:lnTo>
                  <a:lnTo>
                    <a:pt x="5256" y="8785"/>
                  </a:lnTo>
                  <a:lnTo>
                    <a:pt x="5083" y="9004"/>
                  </a:lnTo>
                  <a:lnTo>
                    <a:pt x="4911" y="9208"/>
                  </a:lnTo>
                  <a:lnTo>
                    <a:pt x="4707" y="9396"/>
                  </a:lnTo>
                  <a:lnTo>
                    <a:pt x="4487" y="9569"/>
                  </a:lnTo>
                  <a:lnTo>
                    <a:pt x="4252" y="9710"/>
                  </a:lnTo>
                  <a:lnTo>
                    <a:pt x="4001" y="9836"/>
                  </a:lnTo>
                  <a:lnTo>
                    <a:pt x="3750" y="9930"/>
                  </a:lnTo>
                  <a:lnTo>
                    <a:pt x="3483" y="10008"/>
                  </a:lnTo>
                  <a:lnTo>
                    <a:pt x="3217" y="10055"/>
                  </a:lnTo>
                  <a:lnTo>
                    <a:pt x="2934" y="10087"/>
                  </a:lnTo>
                  <a:lnTo>
                    <a:pt x="2652" y="10071"/>
                  </a:lnTo>
                  <a:lnTo>
                    <a:pt x="2369" y="10039"/>
                  </a:lnTo>
                  <a:lnTo>
                    <a:pt x="2087" y="9977"/>
                  </a:lnTo>
                  <a:lnTo>
                    <a:pt x="2087" y="9977"/>
                  </a:lnTo>
                  <a:lnTo>
                    <a:pt x="1805" y="9883"/>
                  </a:lnTo>
                  <a:lnTo>
                    <a:pt x="1554" y="9757"/>
                  </a:lnTo>
                  <a:lnTo>
                    <a:pt x="1303" y="9616"/>
                  </a:lnTo>
                  <a:lnTo>
                    <a:pt x="1083" y="9459"/>
                  </a:lnTo>
                  <a:lnTo>
                    <a:pt x="864" y="9271"/>
                  </a:lnTo>
                  <a:lnTo>
                    <a:pt x="675" y="9067"/>
                  </a:lnTo>
                  <a:lnTo>
                    <a:pt x="519" y="8863"/>
                  </a:lnTo>
                  <a:lnTo>
                    <a:pt x="377" y="8628"/>
                  </a:lnTo>
                  <a:lnTo>
                    <a:pt x="252" y="8377"/>
                  </a:lnTo>
                  <a:lnTo>
                    <a:pt x="158" y="8126"/>
                  </a:lnTo>
                  <a:lnTo>
                    <a:pt x="79" y="7859"/>
                  </a:lnTo>
                  <a:lnTo>
                    <a:pt x="32" y="7577"/>
                  </a:lnTo>
                  <a:lnTo>
                    <a:pt x="1" y="7310"/>
                  </a:lnTo>
                  <a:lnTo>
                    <a:pt x="17" y="7028"/>
                  </a:lnTo>
                  <a:lnTo>
                    <a:pt x="48" y="6745"/>
                  </a:lnTo>
                  <a:lnTo>
                    <a:pt x="111" y="6463"/>
                  </a:lnTo>
                  <a:lnTo>
                    <a:pt x="1334" y="2087"/>
                  </a:lnTo>
                  <a:lnTo>
                    <a:pt x="1334" y="2087"/>
                  </a:lnTo>
                  <a:lnTo>
                    <a:pt x="1428" y="1804"/>
                  </a:lnTo>
                  <a:lnTo>
                    <a:pt x="1538" y="1553"/>
                  </a:lnTo>
                  <a:lnTo>
                    <a:pt x="1679" y="1302"/>
                  </a:lnTo>
                  <a:lnTo>
                    <a:pt x="1836" y="1083"/>
                  </a:lnTo>
                  <a:lnTo>
                    <a:pt x="2024" y="879"/>
                  </a:lnTo>
                  <a:lnTo>
                    <a:pt x="2228" y="691"/>
                  </a:lnTo>
                  <a:lnTo>
                    <a:pt x="2448" y="518"/>
                  </a:lnTo>
                  <a:lnTo>
                    <a:pt x="2683" y="377"/>
                  </a:lnTo>
                  <a:lnTo>
                    <a:pt x="2918" y="252"/>
                  </a:lnTo>
                  <a:lnTo>
                    <a:pt x="3185" y="157"/>
                  </a:lnTo>
                  <a:lnTo>
                    <a:pt x="3452" y="79"/>
                  </a:lnTo>
                  <a:lnTo>
                    <a:pt x="3718" y="32"/>
                  </a:lnTo>
                  <a:lnTo>
                    <a:pt x="4001" y="1"/>
                  </a:lnTo>
                  <a:lnTo>
                    <a:pt x="4283" y="16"/>
                  </a:lnTo>
                  <a:lnTo>
                    <a:pt x="4566" y="48"/>
                  </a:lnTo>
                  <a:lnTo>
                    <a:pt x="4848" y="110"/>
                  </a:lnTo>
                  <a:lnTo>
                    <a:pt x="4848" y="110"/>
                  </a:lnTo>
                  <a:close/>
                </a:path>
              </a:pathLst>
            </a:custGeom>
            <a:solidFill>
              <a:srgbClr val="EFC5A3"/>
            </a:solidFill>
            <a:ln>
              <a:noFill/>
            </a:ln>
          </p:spPr>
          <p:txBody>
            <a:bodyPr spcFirstLastPara="1" wrap="square" lIns="74250" tIns="74250" rIns="74250" bIns="742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7"/>
            <p:cNvSpPr/>
            <p:nvPr/>
          </p:nvSpPr>
          <p:spPr>
            <a:xfrm>
              <a:off x="6406650" y="3666700"/>
              <a:ext cx="68650" cy="68275"/>
            </a:xfrm>
            <a:custGeom>
              <a:avLst/>
              <a:gdLst/>
              <a:ahLst/>
              <a:cxnLst/>
              <a:rect l="l" t="t" r="r" b="b"/>
              <a:pathLst>
                <a:path w="2746" h="2731" extrusionOk="0">
                  <a:moveTo>
                    <a:pt x="565" y="252"/>
                  </a:moveTo>
                  <a:lnTo>
                    <a:pt x="565" y="252"/>
                  </a:lnTo>
                  <a:lnTo>
                    <a:pt x="691" y="189"/>
                  </a:lnTo>
                  <a:lnTo>
                    <a:pt x="816" y="126"/>
                  </a:lnTo>
                  <a:lnTo>
                    <a:pt x="942" y="64"/>
                  </a:lnTo>
                  <a:lnTo>
                    <a:pt x="1067" y="32"/>
                  </a:lnTo>
                  <a:lnTo>
                    <a:pt x="1193" y="16"/>
                  </a:lnTo>
                  <a:lnTo>
                    <a:pt x="1334" y="1"/>
                  </a:lnTo>
                  <a:lnTo>
                    <a:pt x="1459" y="1"/>
                  </a:lnTo>
                  <a:lnTo>
                    <a:pt x="1585" y="16"/>
                  </a:lnTo>
                  <a:lnTo>
                    <a:pt x="1726" y="48"/>
                  </a:lnTo>
                  <a:lnTo>
                    <a:pt x="1851" y="79"/>
                  </a:lnTo>
                  <a:lnTo>
                    <a:pt x="1961" y="142"/>
                  </a:lnTo>
                  <a:lnTo>
                    <a:pt x="2087" y="205"/>
                  </a:lnTo>
                  <a:lnTo>
                    <a:pt x="2197" y="267"/>
                  </a:lnTo>
                  <a:lnTo>
                    <a:pt x="2291" y="362"/>
                  </a:lnTo>
                  <a:lnTo>
                    <a:pt x="2400" y="456"/>
                  </a:lnTo>
                  <a:lnTo>
                    <a:pt x="2479" y="565"/>
                  </a:lnTo>
                  <a:lnTo>
                    <a:pt x="2479" y="565"/>
                  </a:lnTo>
                  <a:lnTo>
                    <a:pt x="2557" y="691"/>
                  </a:lnTo>
                  <a:lnTo>
                    <a:pt x="2620" y="816"/>
                  </a:lnTo>
                  <a:lnTo>
                    <a:pt x="2667" y="942"/>
                  </a:lnTo>
                  <a:lnTo>
                    <a:pt x="2698" y="1067"/>
                  </a:lnTo>
                  <a:lnTo>
                    <a:pt x="2730" y="1193"/>
                  </a:lnTo>
                  <a:lnTo>
                    <a:pt x="2746" y="1334"/>
                  </a:lnTo>
                  <a:lnTo>
                    <a:pt x="2730" y="1460"/>
                  </a:lnTo>
                  <a:lnTo>
                    <a:pt x="2714" y="1585"/>
                  </a:lnTo>
                  <a:lnTo>
                    <a:pt x="2698" y="1711"/>
                  </a:lnTo>
                  <a:lnTo>
                    <a:pt x="2651" y="1836"/>
                  </a:lnTo>
                  <a:lnTo>
                    <a:pt x="2604" y="1962"/>
                  </a:lnTo>
                  <a:lnTo>
                    <a:pt x="2542" y="2087"/>
                  </a:lnTo>
                  <a:lnTo>
                    <a:pt x="2463" y="2197"/>
                  </a:lnTo>
                  <a:lnTo>
                    <a:pt x="2385" y="2291"/>
                  </a:lnTo>
                  <a:lnTo>
                    <a:pt x="2275" y="2385"/>
                  </a:lnTo>
                  <a:lnTo>
                    <a:pt x="2165" y="2479"/>
                  </a:lnTo>
                  <a:lnTo>
                    <a:pt x="2165" y="2479"/>
                  </a:lnTo>
                  <a:lnTo>
                    <a:pt x="2055" y="2558"/>
                  </a:lnTo>
                  <a:lnTo>
                    <a:pt x="1930" y="2620"/>
                  </a:lnTo>
                  <a:lnTo>
                    <a:pt x="1804" y="2667"/>
                  </a:lnTo>
                  <a:lnTo>
                    <a:pt x="1679" y="2699"/>
                  </a:lnTo>
                  <a:lnTo>
                    <a:pt x="1538" y="2730"/>
                  </a:lnTo>
                  <a:lnTo>
                    <a:pt x="1412" y="2730"/>
                  </a:lnTo>
                  <a:lnTo>
                    <a:pt x="1287" y="2730"/>
                  </a:lnTo>
                  <a:lnTo>
                    <a:pt x="1146" y="2714"/>
                  </a:lnTo>
                  <a:lnTo>
                    <a:pt x="1020" y="2699"/>
                  </a:lnTo>
                  <a:lnTo>
                    <a:pt x="895" y="2652"/>
                  </a:lnTo>
                  <a:lnTo>
                    <a:pt x="769" y="2605"/>
                  </a:lnTo>
                  <a:lnTo>
                    <a:pt x="659" y="2542"/>
                  </a:lnTo>
                  <a:lnTo>
                    <a:pt x="549" y="2463"/>
                  </a:lnTo>
                  <a:lnTo>
                    <a:pt x="440" y="2369"/>
                  </a:lnTo>
                  <a:lnTo>
                    <a:pt x="346" y="2275"/>
                  </a:lnTo>
                  <a:lnTo>
                    <a:pt x="267" y="2165"/>
                  </a:lnTo>
                  <a:lnTo>
                    <a:pt x="267" y="2165"/>
                  </a:lnTo>
                  <a:lnTo>
                    <a:pt x="189" y="2056"/>
                  </a:lnTo>
                  <a:lnTo>
                    <a:pt x="126" y="1930"/>
                  </a:lnTo>
                  <a:lnTo>
                    <a:pt x="79" y="1805"/>
                  </a:lnTo>
                  <a:lnTo>
                    <a:pt x="32" y="1679"/>
                  </a:lnTo>
                  <a:lnTo>
                    <a:pt x="16" y="1538"/>
                  </a:lnTo>
                  <a:lnTo>
                    <a:pt x="0" y="1413"/>
                  </a:lnTo>
                  <a:lnTo>
                    <a:pt x="0" y="1287"/>
                  </a:lnTo>
                  <a:lnTo>
                    <a:pt x="16" y="1146"/>
                  </a:lnTo>
                  <a:lnTo>
                    <a:pt x="48" y="1020"/>
                  </a:lnTo>
                  <a:lnTo>
                    <a:pt x="79" y="895"/>
                  </a:lnTo>
                  <a:lnTo>
                    <a:pt x="142" y="769"/>
                  </a:lnTo>
                  <a:lnTo>
                    <a:pt x="204" y="660"/>
                  </a:lnTo>
                  <a:lnTo>
                    <a:pt x="283" y="550"/>
                  </a:lnTo>
                  <a:lnTo>
                    <a:pt x="361" y="440"/>
                  </a:lnTo>
                  <a:lnTo>
                    <a:pt x="455" y="346"/>
                  </a:lnTo>
                  <a:lnTo>
                    <a:pt x="565" y="252"/>
                  </a:lnTo>
                  <a:lnTo>
                    <a:pt x="565" y="252"/>
                  </a:lnTo>
                  <a:close/>
                </a:path>
              </a:pathLst>
            </a:custGeom>
            <a:solidFill>
              <a:srgbClr val="59595C"/>
            </a:solidFill>
            <a:ln>
              <a:noFill/>
            </a:ln>
          </p:spPr>
          <p:txBody>
            <a:bodyPr spcFirstLastPara="1" wrap="square" lIns="74250" tIns="74250" rIns="74250" bIns="742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7"/>
            <p:cNvSpPr/>
            <p:nvPr/>
          </p:nvSpPr>
          <p:spPr>
            <a:xfrm>
              <a:off x="5672150" y="3308275"/>
              <a:ext cx="422375" cy="704325"/>
            </a:xfrm>
            <a:custGeom>
              <a:avLst/>
              <a:gdLst/>
              <a:ahLst/>
              <a:cxnLst/>
              <a:rect l="l" t="t" r="r" b="b"/>
              <a:pathLst>
                <a:path w="16895" h="28173" extrusionOk="0">
                  <a:moveTo>
                    <a:pt x="14981" y="28000"/>
                  </a:moveTo>
                  <a:lnTo>
                    <a:pt x="16895" y="27357"/>
                  </a:lnTo>
                  <a:lnTo>
                    <a:pt x="15891" y="25067"/>
                  </a:lnTo>
                  <a:lnTo>
                    <a:pt x="7122" y="4032"/>
                  </a:lnTo>
                  <a:lnTo>
                    <a:pt x="7122" y="4032"/>
                  </a:lnTo>
                  <a:lnTo>
                    <a:pt x="6950" y="3687"/>
                  </a:lnTo>
                  <a:lnTo>
                    <a:pt x="6761" y="3342"/>
                  </a:lnTo>
                  <a:lnTo>
                    <a:pt x="6542" y="3013"/>
                  </a:lnTo>
                  <a:lnTo>
                    <a:pt x="6307" y="2715"/>
                  </a:lnTo>
                  <a:lnTo>
                    <a:pt x="6040" y="2417"/>
                  </a:lnTo>
                  <a:lnTo>
                    <a:pt x="5773" y="2134"/>
                  </a:lnTo>
                  <a:lnTo>
                    <a:pt x="5491" y="1868"/>
                  </a:lnTo>
                  <a:lnTo>
                    <a:pt x="5193" y="1617"/>
                  </a:lnTo>
                  <a:lnTo>
                    <a:pt x="4879" y="1381"/>
                  </a:lnTo>
                  <a:lnTo>
                    <a:pt x="4565" y="1162"/>
                  </a:lnTo>
                  <a:lnTo>
                    <a:pt x="4236" y="974"/>
                  </a:lnTo>
                  <a:lnTo>
                    <a:pt x="3922" y="785"/>
                  </a:lnTo>
                  <a:lnTo>
                    <a:pt x="3593" y="628"/>
                  </a:lnTo>
                  <a:lnTo>
                    <a:pt x="3263" y="472"/>
                  </a:lnTo>
                  <a:lnTo>
                    <a:pt x="2950" y="346"/>
                  </a:lnTo>
                  <a:lnTo>
                    <a:pt x="2636" y="236"/>
                  </a:lnTo>
                  <a:lnTo>
                    <a:pt x="2322" y="158"/>
                  </a:lnTo>
                  <a:lnTo>
                    <a:pt x="2024" y="79"/>
                  </a:lnTo>
                  <a:lnTo>
                    <a:pt x="1742" y="32"/>
                  </a:lnTo>
                  <a:lnTo>
                    <a:pt x="1460" y="1"/>
                  </a:lnTo>
                  <a:lnTo>
                    <a:pt x="1209" y="1"/>
                  </a:lnTo>
                  <a:lnTo>
                    <a:pt x="973" y="17"/>
                  </a:lnTo>
                  <a:lnTo>
                    <a:pt x="754" y="48"/>
                  </a:lnTo>
                  <a:lnTo>
                    <a:pt x="565" y="111"/>
                  </a:lnTo>
                  <a:lnTo>
                    <a:pt x="393" y="189"/>
                  </a:lnTo>
                  <a:lnTo>
                    <a:pt x="252" y="283"/>
                  </a:lnTo>
                  <a:lnTo>
                    <a:pt x="189" y="346"/>
                  </a:lnTo>
                  <a:lnTo>
                    <a:pt x="142" y="409"/>
                  </a:lnTo>
                  <a:lnTo>
                    <a:pt x="95" y="487"/>
                  </a:lnTo>
                  <a:lnTo>
                    <a:pt x="64" y="566"/>
                  </a:lnTo>
                  <a:lnTo>
                    <a:pt x="32" y="644"/>
                  </a:lnTo>
                  <a:lnTo>
                    <a:pt x="1" y="738"/>
                  </a:lnTo>
                  <a:lnTo>
                    <a:pt x="1" y="832"/>
                  </a:lnTo>
                  <a:lnTo>
                    <a:pt x="1" y="942"/>
                  </a:lnTo>
                  <a:lnTo>
                    <a:pt x="16" y="1162"/>
                  </a:lnTo>
                  <a:lnTo>
                    <a:pt x="95" y="1413"/>
                  </a:lnTo>
                  <a:lnTo>
                    <a:pt x="10306" y="25757"/>
                  </a:lnTo>
                  <a:lnTo>
                    <a:pt x="10306" y="25757"/>
                  </a:lnTo>
                  <a:lnTo>
                    <a:pt x="10479" y="26086"/>
                  </a:lnTo>
                  <a:lnTo>
                    <a:pt x="10667" y="26400"/>
                  </a:lnTo>
                  <a:lnTo>
                    <a:pt x="10887" y="26698"/>
                  </a:lnTo>
                  <a:lnTo>
                    <a:pt x="11122" y="26965"/>
                  </a:lnTo>
                  <a:lnTo>
                    <a:pt x="11389" y="27200"/>
                  </a:lnTo>
                  <a:lnTo>
                    <a:pt x="11671" y="27420"/>
                  </a:lnTo>
                  <a:lnTo>
                    <a:pt x="11969" y="27624"/>
                  </a:lnTo>
                  <a:lnTo>
                    <a:pt x="12283" y="27780"/>
                  </a:lnTo>
                  <a:lnTo>
                    <a:pt x="12612" y="27922"/>
                  </a:lnTo>
                  <a:lnTo>
                    <a:pt x="12942" y="28031"/>
                  </a:lnTo>
                  <a:lnTo>
                    <a:pt x="13271" y="28110"/>
                  </a:lnTo>
                  <a:lnTo>
                    <a:pt x="13616" y="28157"/>
                  </a:lnTo>
                  <a:lnTo>
                    <a:pt x="13961" y="28173"/>
                  </a:lnTo>
                  <a:lnTo>
                    <a:pt x="14306" y="28141"/>
                  </a:lnTo>
                  <a:lnTo>
                    <a:pt x="14651" y="28094"/>
                  </a:lnTo>
                  <a:lnTo>
                    <a:pt x="14824" y="28047"/>
                  </a:lnTo>
                  <a:lnTo>
                    <a:pt x="14981" y="28000"/>
                  </a:lnTo>
                  <a:lnTo>
                    <a:pt x="14981" y="28000"/>
                  </a:lnTo>
                  <a:close/>
                </a:path>
              </a:pathLst>
            </a:custGeom>
            <a:solidFill>
              <a:srgbClr val="FCD4B3"/>
            </a:solidFill>
            <a:ln>
              <a:noFill/>
            </a:ln>
          </p:spPr>
          <p:txBody>
            <a:bodyPr spcFirstLastPara="1" wrap="square" lIns="74250" tIns="74250" rIns="74250" bIns="742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7"/>
            <p:cNvSpPr/>
            <p:nvPr/>
          </p:nvSpPr>
          <p:spPr>
            <a:xfrm>
              <a:off x="6401950" y="3116525"/>
              <a:ext cx="178450" cy="271000"/>
            </a:xfrm>
            <a:custGeom>
              <a:avLst/>
              <a:gdLst/>
              <a:ahLst/>
              <a:cxnLst/>
              <a:rect l="l" t="t" r="r" b="b"/>
              <a:pathLst>
                <a:path w="7138" h="10840" extrusionOk="0">
                  <a:moveTo>
                    <a:pt x="5051" y="110"/>
                  </a:moveTo>
                  <a:lnTo>
                    <a:pt x="5051" y="110"/>
                  </a:lnTo>
                  <a:lnTo>
                    <a:pt x="5333" y="205"/>
                  </a:lnTo>
                  <a:lnTo>
                    <a:pt x="5584" y="314"/>
                  </a:lnTo>
                  <a:lnTo>
                    <a:pt x="5835" y="456"/>
                  </a:lnTo>
                  <a:lnTo>
                    <a:pt x="6055" y="628"/>
                  </a:lnTo>
                  <a:lnTo>
                    <a:pt x="6259" y="801"/>
                  </a:lnTo>
                  <a:lnTo>
                    <a:pt x="6447" y="1005"/>
                  </a:lnTo>
                  <a:lnTo>
                    <a:pt x="6620" y="1224"/>
                  </a:lnTo>
                  <a:lnTo>
                    <a:pt x="6761" y="1459"/>
                  </a:lnTo>
                  <a:lnTo>
                    <a:pt x="6886" y="1710"/>
                  </a:lnTo>
                  <a:lnTo>
                    <a:pt x="6980" y="1961"/>
                  </a:lnTo>
                  <a:lnTo>
                    <a:pt x="7059" y="2228"/>
                  </a:lnTo>
                  <a:lnTo>
                    <a:pt x="7106" y="2495"/>
                  </a:lnTo>
                  <a:lnTo>
                    <a:pt x="7137" y="2777"/>
                  </a:lnTo>
                  <a:lnTo>
                    <a:pt x="7122" y="3059"/>
                  </a:lnTo>
                  <a:lnTo>
                    <a:pt x="7090" y="3342"/>
                  </a:lnTo>
                  <a:lnTo>
                    <a:pt x="7028" y="3624"/>
                  </a:lnTo>
                  <a:lnTo>
                    <a:pt x="5600" y="8753"/>
                  </a:lnTo>
                  <a:lnTo>
                    <a:pt x="5600" y="8753"/>
                  </a:lnTo>
                  <a:lnTo>
                    <a:pt x="5506" y="9036"/>
                  </a:lnTo>
                  <a:lnTo>
                    <a:pt x="5381" y="9287"/>
                  </a:lnTo>
                  <a:lnTo>
                    <a:pt x="5239" y="9538"/>
                  </a:lnTo>
                  <a:lnTo>
                    <a:pt x="5082" y="9757"/>
                  </a:lnTo>
                  <a:lnTo>
                    <a:pt x="4894" y="9961"/>
                  </a:lnTo>
                  <a:lnTo>
                    <a:pt x="4690" y="10149"/>
                  </a:lnTo>
                  <a:lnTo>
                    <a:pt x="4471" y="10322"/>
                  </a:lnTo>
                  <a:lnTo>
                    <a:pt x="4251" y="10463"/>
                  </a:lnTo>
                  <a:lnTo>
                    <a:pt x="4000" y="10589"/>
                  </a:lnTo>
                  <a:lnTo>
                    <a:pt x="3749" y="10683"/>
                  </a:lnTo>
                  <a:lnTo>
                    <a:pt x="3483" y="10761"/>
                  </a:lnTo>
                  <a:lnTo>
                    <a:pt x="3200" y="10808"/>
                  </a:lnTo>
                  <a:lnTo>
                    <a:pt x="2934" y="10840"/>
                  </a:lnTo>
                  <a:lnTo>
                    <a:pt x="2651" y="10824"/>
                  </a:lnTo>
                  <a:lnTo>
                    <a:pt x="2353" y="10792"/>
                  </a:lnTo>
                  <a:lnTo>
                    <a:pt x="2071" y="10730"/>
                  </a:lnTo>
                  <a:lnTo>
                    <a:pt x="2071" y="10730"/>
                  </a:lnTo>
                  <a:lnTo>
                    <a:pt x="1804" y="10636"/>
                  </a:lnTo>
                  <a:lnTo>
                    <a:pt x="1537" y="10510"/>
                  </a:lnTo>
                  <a:lnTo>
                    <a:pt x="1302" y="10369"/>
                  </a:lnTo>
                  <a:lnTo>
                    <a:pt x="1067" y="10212"/>
                  </a:lnTo>
                  <a:lnTo>
                    <a:pt x="863" y="10024"/>
                  </a:lnTo>
                  <a:lnTo>
                    <a:pt x="675" y="9820"/>
                  </a:lnTo>
                  <a:lnTo>
                    <a:pt x="518" y="9616"/>
                  </a:lnTo>
                  <a:lnTo>
                    <a:pt x="361" y="9381"/>
                  </a:lnTo>
                  <a:lnTo>
                    <a:pt x="236" y="9130"/>
                  </a:lnTo>
                  <a:lnTo>
                    <a:pt x="141" y="8879"/>
                  </a:lnTo>
                  <a:lnTo>
                    <a:pt x="63" y="8612"/>
                  </a:lnTo>
                  <a:lnTo>
                    <a:pt x="16" y="8330"/>
                  </a:lnTo>
                  <a:lnTo>
                    <a:pt x="0" y="8063"/>
                  </a:lnTo>
                  <a:lnTo>
                    <a:pt x="0" y="7781"/>
                  </a:lnTo>
                  <a:lnTo>
                    <a:pt x="32" y="7498"/>
                  </a:lnTo>
                  <a:lnTo>
                    <a:pt x="110" y="7216"/>
                  </a:lnTo>
                  <a:lnTo>
                    <a:pt x="1537" y="2071"/>
                  </a:lnTo>
                  <a:lnTo>
                    <a:pt x="1537" y="2071"/>
                  </a:lnTo>
                  <a:lnTo>
                    <a:pt x="1632" y="1805"/>
                  </a:lnTo>
                  <a:lnTo>
                    <a:pt x="1741" y="1538"/>
                  </a:lnTo>
                  <a:lnTo>
                    <a:pt x="1883" y="1303"/>
                  </a:lnTo>
                  <a:lnTo>
                    <a:pt x="2055" y="1067"/>
                  </a:lnTo>
                  <a:lnTo>
                    <a:pt x="2228" y="863"/>
                  </a:lnTo>
                  <a:lnTo>
                    <a:pt x="2432" y="675"/>
                  </a:lnTo>
                  <a:lnTo>
                    <a:pt x="2651" y="518"/>
                  </a:lnTo>
                  <a:lnTo>
                    <a:pt x="2886" y="361"/>
                  </a:lnTo>
                  <a:lnTo>
                    <a:pt x="3137" y="236"/>
                  </a:lnTo>
                  <a:lnTo>
                    <a:pt x="3388" y="142"/>
                  </a:lnTo>
                  <a:lnTo>
                    <a:pt x="3655" y="63"/>
                  </a:lnTo>
                  <a:lnTo>
                    <a:pt x="3922" y="16"/>
                  </a:lnTo>
                  <a:lnTo>
                    <a:pt x="4204" y="1"/>
                  </a:lnTo>
                  <a:lnTo>
                    <a:pt x="4486" y="1"/>
                  </a:lnTo>
                  <a:lnTo>
                    <a:pt x="4769" y="48"/>
                  </a:lnTo>
                  <a:lnTo>
                    <a:pt x="5051" y="110"/>
                  </a:lnTo>
                  <a:lnTo>
                    <a:pt x="5051" y="110"/>
                  </a:lnTo>
                  <a:close/>
                </a:path>
              </a:pathLst>
            </a:custGeom>
            <a:solidFill>
              <a:srgbClr val="EFC5A3"/>
            </a:solidFill>
            <a:ln>
              <a:noFill/>
            </a:ln>
          </p:spPr>
          <p:txBody>
            <a:bodyPr spcFirstLastPara="1" wrap="square" lIns="74250" tIns="74250" rIns="74250" bIns="742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7"/>
            <p:cNvSpPr/>
            <p:nvPr/>
          </p:nvSpPr>
          <p:spPr>
            <a:xfrm>
              <a:off x="5975275" y="3986700"/>
              <a:ext cx="550600" cy="387850"/>
            </a:xfrm>
            <a:custGeom>
              <a:avLst/>
              <a:gdLst/>
              <a:ahLst/>
              <a:cxnLst/>
              <a:rect l="l" t="t" r="r" b="b"/>
              <a:pathLst>
                <a:path w="22024" h="15514" extrusionOk="0">
                  <a:moveTo>
                    <a:pt x="2511" y="15514"/>
                  </a:moveTo>
                  <a:lnTo>
                    <a:pt x="1" y="6463"/>
                  </a:lnTo>
                  <a:lnTo>
                    <a:pt x="19075" y="0"/>
                  </a:lnTo>
                  <a:lnTo>
                    <a:pt x="22024" y="8580"/>
                  </a:lnTo>
                  <a:lnTo>
                    <a:pt x="2511" y="155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74250" tIns="74250" rIns="74250" bIns="742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7"/>
            <p:cNvSpPr/>
            <p:nvPr/>
          </p:nvSpPr>
          <p:spPr>
            <a:xfrm>
              <a:off x="6200000" y="3986700"/>
              <a:ext cx="318425" cy="280400"/>
            </a:xfrm>
            <a:custGeom>
              <a:avLst/>
              <a:gdLst/>
              <a:ahLst/>
              <a:cxnLst/>
              <a:rect l="l" t="t" r="r" b="b"/>
              <a:pathLst>
                <a:path w="12737" h="11216" extrusionOk="0">
                  <a:moveTo>
                    <a:pt x="10086" y="0"/>
                  </a:moveTo>
                  <a:lnTo>
                    <a:pt x="0" y="3420"/>
                  </a:lnTo>
                  <a:lnTo>
                    <a:pt x="2510" y="11216"/>
                  </a:lnTo>
                  <a:lnTo>
                    <a:pt x="12737" y="7733"/>
                  </a:lnTo>
                  <a:lnTo>
                    <a:pt x="10086" y="0"/>
                  </a:lnTo>
                  <a:close/>
                </a:path>
              </a:pathLst>
            </a:custGeom>
            <a:solidFill>
              <a:srgbClr val="E6E7E8"/>
            </a:solidFill>
            <a:ln>
              <a:noFill/>
            </a:ln>
          </p:spPr>
          <p:txBody>
            <a:bodyPr spcFirstLastPara="1" wrap="square" lIns="74250" tIns="74250" rIns="74250" bIns="742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7"/>
            <p:cNvSpPr/>
            <p:nvPr/>
          </p:nvSpPr>
          <p:spPr>
            <a:xfrm>
              <a:off x="5950975" y="4084725"/>
              <a:ext cx="875700" cy="1085475"/>
            </a:xfrm>
            <a:custGeom>
              <a:avLst/>
              <a:gdLst/>
              <a:ahLst/>
              <a:cxnLst/>
              <a:rect l="l" t="t" r="r" b="b"/>
              <a:pathLst>
                <a:path w="35028" h="43419" extrusionOk="0">
                  <a:moveTo>
                    <a:pt x="0" y="8895"/>
                  </a:moveTo>
                  <a:lnTo>
                    <a:pt x="11232" y="43419"/>
                  </a:lnTo>
                  <a:lnTo>
                    <a:pt x="35027" y="34290"/>
                  </a:lnTo>
                  <a:lnTo>
                    <a:pt x="23200" y="1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74250" tIns="74250" rIns="74250" bIns="742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7"/>
            <p:cNvSpPr/>
            <p:nvPr/>
          </p:nvSpPr>
          <p:spPr>
            <a:xfrm>
              <a:off x="6238800" y="4084725"/>
              <a:ext cx="603550" cy="971375"/>
            </a:xfrm>
            <a:custGeom>
              <a:avLst/>
              <a:gdLst/>
              <a:ahLst/>
              <a:cxnLst/>
              <a:rect l="l" t="t" r="r" b="b"/>
              <a:pathLst>
                <a:path w="24142" h="38855" extrusionOk="0">
                  <a:moveTo>
                    <a:pt x="1" y="4487"/>
                  </a:moveTo>
                  <a:lnTo>
                    <a:pt x="11608" y="38854"/>
                  </a:lnTo>
                  <a:lnTo>
                    <a:pt x="24142" y="34055"/>
                  </a:lnTo>
                  <a:lnTo>
                    <a:pt x="11687" y="1"/>
                  </a:lnTo>
                  <a:lnTo>
                    <a:pt x="1" y="4487"/>
                  </a:lnTo>
                  <a:close/>
                </a:path>
              </a:pathLst>
            </a:custGeom>
            <a:solidFill>
              <a:srgbClr val="393939"/>
            </a:solidFill>
            <a:ln>
              <a:noFill/>
            </a:ln>
          </p:spPr>
          <p:txBody>
            <a:bodyPr spcFirstLastPara="1" wrap="square" lIns="74250" tIns="74250" rIns="74250" bIns="742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7"/>
            <p:cNvSpPr/>
            <p:nvPr/>
          </p:nvSpPr>
          <p:spPr>
            <a:xfrm>
              <a:off x="6290175" y="3698475"/>
              <a:ext cx="506300" cy="341575"/>
            </a:xfrm>
            <a:custGeom>
              <a:avLst/>
              <a:gdLst/>
              <a:ahLst/>
              <a:cxnLst/>
              <a:rect l="l" t="t" r="r" b="b"/>
              <a:pathLst>
                <a:path w="20252" h="13663" extrusionOk="0">
                  <a:moveTo>
                    <a:pt x="1" y="2134"/>
                  </a:moveTo>
                  <a:lnTo>
                    <a:pt x="1" y="2134"/>
                  </a:lnTo>
                  <a:lnTo>
                    <a:pt x="518" y="2541"/>
                  </a:lnTo>
                  <a:lnTo>
                    <a:pt x="1287" y="3185"/>
                  </a:lnTo>
                  <a:lnTo>
                    <a:pt x="2307" y="4000"/>
                  </a:lnTo>
                  <a:lnTo>
                    <a:pt x="3499" y="4957"/>
                  </a:lnTo>
                  <a:lnTo>
                    <a:pt x="4848" y="6024"/>
                  </a:lnTo>
                  <a:lnTo>
                    <a:pt x="6322" y="7153"/>
                  </a:lnTo>
                  <a:lnTo>
                    <a:pt x="7106" y="7733"/>
                  </a:lnTo>
                  <a:lnTo>
                    <a:pt x="7891" y="8314"/>
                  </a:lnTo>
                  <a:lnTo>
                    <a:pt x="8691" y="8878"/>
                  </a:lnTo>
                  <a:lnTo>
                    <a:pt x="9491" y="9443"/>
                  </a:lnTo>
                  <a:lnTo>
                    <a:pt x="10306" y="9992"/>
                  </a:lnTo>
                  <a:lnTo>
                    <a:pt x="11122" y="10525"/>
                  </a:lnTo>
                  <a:lnTo>
                    <a:pt x="11922" y="11027"/>
                  </a:lnTo>
                  <a:lnTo>
                    <a:pt x="12722" y="11498"/>
                  </a:lnTo>
                  <a:lnTo>
                    <a:pt x="13491" y="11937"/>
                  </a:lnTo>
                  <a:lnTo>
                    <a:pt x="14259" y="12345"/>
                  </a:lnTo>
                  <a:lnTo>
                    <a:pt x="14996" y="12706"/>
                  </a:lnTo>
                  <a:lnTo>
                    <a:pt x="15702" y="13020"/>
                  </a:lnTo>
                  <a:lnTo>
                    <a:pt x="16047" y="13145"/>
                  </a:lnTo>
                  <a:lnTo>
                    <a:pt x="16377" y="13270"/>
                  </a:lnTo>
                  <a:lnTo>
                    <a:pt x="16706" y="13365"/>
                  </a:lnTo>
                  <a:lnTo>
                    <a:pt x="17020" y="13459"/>
                  </a:lnTo>
                  <a:lnTo>
                    <a:pt x="17318" y="13537"/>
                  </a:lnTo>
                  <a:lnTo>
                    <a:pt x="17616" y="13584"/>
                  </a:lnTo>
                  <a:lnTo>
                    <a:pt x="17898" y="13631"/>
                  </a:lnTo>
                  <a:lnTo>
                    <a:pt x="18165" y="13647"/>
                  </a:lnTo>
                  <a:lnTo>
                    <a:pt x="18416" y="13663"/>
                  </a:lnTo>
                  <a:lnTo>
                    <a:pt x="18667" y="13647"/>
                  </a:lnTo>
                  <a:lnTo>
                    <a:pt x="18887" y="13600"/>
                  </a:lnTo>
                  <a:lnTo>
                    <a:pt x="19106" y="13553"/>
                  </a:lnTo>
                  <a:lnTo>
                    <a:pt x="19310" y="13474"/>
                  </a:lnTo>
                  <a:lnTo>
                    <a:pt x="19483" y="13365"/>
                  </a:lnTo>
                  <a:lnTo>
                    <a:pt x="19655" y="13255"/>
                  </a:lnTo>
                  <a:lnTo>
                    <a:pt x="19812" y="13098"/>
                  </a:lnTo>
                  <a:lnTo>
                    <a:pt x="19812" y="13098"/>
                  </a:lnTo>
                  <a:lnTo>
                    <a:pt x="19938" y="12941"/>
                  </a:lnTo>
                  <a:lnTo>
                    <a:pt x="20047" y="12784"/>
                  </a:lnTo>
                  <a:lnTo>
                    <a:pt x="20126" y="12627"/>
                  </a:lnTo>
                  <a:lnTo>
                    <a:pt x="20189" y="12455"/>
                  </a:lnTo>
                  <a:lnTo>
                    <a:pt x="20236" y="12267"/>
                  </a:lnTo>
                  <a:lnTo>
                    <a:pt x="20251" y="12094"/>
                  </a:lnTo>
                  <a:lnTo>
                    <a:pt x="20251" y="11906"/>
                  </a:lnTo>
                  <a:lnTo>
                    <a:pt x="20220" y="11718"/>
                  </a:lnTo>
                  <a:lnTo>
                    <a:pt x="20189" y="11529"/>
                  </a:lnTo>
                  <a:lnTo>
                    <a:pt x="20126" y="11341"/>
                  </a:lnTo>
                  <a:lnTo>
                    <a:pt x="20063" y="11137"/>
                  </a:lnTo>
                  <a:lnTo>
                    <a:pt x="19969" y="10933"/>
                  </a:lnTo>
                  <a:lnTo>
                    <a:pt x="19859" y="10729"/>
                  </a:lnTo>
                  <a:lnTo>
                    <a:pt x="19734" y="10525"/>
                  </a:lnTo>
                  <a:lnTo>
                    <a:pt x="19592" y="10322"/>
                  </a:lnTo>
                  <a:lnTo>
                    <a:pt x="19436" y="10102"/>
                  </a:lnTo>
                  <a:lnTo>
                    <a:pt x="19091" y="9678"/>
                  </a:lnTo>
                  <a:lnTo>
                    <a:pt x="18698" y="9239"/>
                  </a:lnTo>
                  <a:lnTo>
                    <a:pt x="18243" y="8816"/>
                  </a:lnTo>
                  <a:lnTo>
                    <a:pt x="17773" y="8377"/>
                  </a:lnTo>
                  <a:lnTo>
                    <a:pt x="17255" y="7937"/>
                  </a:lnTo>
                  <a:lnTo>
                    <a:pt x="16706" y="7498"/>
                  </a:lnTo>
                  <a:lnTo>
                    <a:pt x="16126" y="7059"/>
                  </a:lnTo>
                  <a:lnTo>
                    <a:pt x="15545" y="6635"/>
                  </a:lnTo>
                  <a:lnTo>
                    <a:pt x="14934" y="6212"/>
                  </a:lnTo>
                  <a:lnTo>
                    <a:pt x="14322" y="5788"/>
                  </a:lnTo>
                  <a:lnTo>
                    <a:pt x="13695" y="5381"/>
                  </a:lnTo>
                  <a:lnTo>
                    <a:pt x="13083" y="4988"/>
                  </a:lnTo>
                  <a:lnTo>
                    <a:pt x="11875" y="4251"/>
                  </a:lnTo>
                  <a:lnTo>
                    <a:pt x="10730" y="3577"/>
                  </a:lnTo>
                  <a:lnTo>
                    <a:pt x="9679" y="2981"/>
                  </a:lnTo>
                  <a:lnTo>
                    <a:pt x="8785" y="2479"/>
                  </a:lnTo>
                  <a:lnTo>
                    <a:pt x="7593" y="1820"/>
                  </a:lnTo>
                  <a:lnTo>
                    <a:pt x="7593" y="1820"/>
                  </a:lnTo>
                  <a:lnTo>
                    <a:pt x="7169" y="1538"/>
                  </a:lnTo>
                  <a:lnTo>
                    <a:pt x="6761" y="1271"/>
                  </a:lnTo>
                  <a:lnTo>
                    <a:pt x="6354" y="1051"/>
                  </a:lnTo>
                  <a:lnTo>
                    <a:pt x="5977" y="847"/>
                  </a:lnTo>
                  <a:lnTo>
                    <a:pt x="5601" y="659"/>
                  </a:lnTo>
                  <a:lnTo>
                    <a:pt x="5256" y="502"/>
                  </a:lnTo>
                  <a:lnTo>
                    <a:pt x="4910" y="377"/>
                  </a:lnTo>
                  <a:lnTo>
                    <a:pt x="4581" y="251"/>
                  </a:lnTo>
                  <a:lnTo>
                    <a:pt x="4252" y="173"/>
                  </a:lnTo>
                  <a:lnTo>
                    <a:pt x="3954" y="94"/>
                  </a:lnTo>
                  <a:lnTo>
                    <a:pt x="3656" y="47"/>
                  </a:lnTo>
                  <a:lnTo>
                    <a:pt x="3373" y="16"/>
                  </a:lnTo>
                  <a:lnTo>
                    <a:pt x="3107" y="0"/>
                  </a:lnTo>
                  <a:lnTo>
                    <a:pt x="2856" y="0"/>
                  </a:lnTo>
                  <a:lnTo>
                    <a:pt x="2605" y="32"/>
                  </a:lnTo>
                  <a:lnTo>
                    <a:pt x="2369" y="63"/>
                  </a:lnTo>
                  <a:lnTo>
                    <a:pt x="2150" y="110"/>
                  </a:lnTo>
                  <a:lnTo>
                    <a:pt x="1930" y="173"/>
                  </a:lnTo>
                  <a:lnTo>
                    <a:pt x="1742" y="251"/>
                  </a:lnTo>
                  <a:lnTo>
                    <a:pt x="1538" y="345"/>
                  </a:lnTo>
                  <a:lnTo>
                    <a:pt x="1365" y="455"/>
                  </a:lnTo>
                  <a:lnTo>
                    <a:pt x="1193" y="565"/>
                  </a:lnTo>
                  <a:lnTo>
                    <a:pt x="1036" y="691"/>
                  </a:lnTo>
                  <a:lnTo>
                    <a:pt x="879" y="816"/>
                  </a:lnTo>
                  <a:lnTo>
                    <a:pt x="738" y="973"/>
                  </a:lnTo>
                  <a:lnTo>
                    <a:pt x="613" y="1114"/>
                  </a:lnTo>
                  <a:lnTo>
                    <a:pt x="487" y="1271"/>
                  </a:lnTo>
                  <a:lnTo>
                    <a:pt x="377" y="1443"/>
                  </a:lnTo>
                  <a:lnTo>
                    <a:pt x="267" y="1600"/>
                  </a:lnTo>
                  <a:lnTo>
                    <a:pt x="173" y="1773"/>
                  </a:lnTo>
                  <a:lnTo>
                    <a:pt x="1" y="2134"/>
                  </a:lnTo>
                  <a:lnTo>
                    <a:pt x="1" y="2134"/>
                  </a:lnTo>
                  <a:close/>
                </a:path>
              </a:pathLst>
            </a:custGeom>
            <a:solidFill>
              <a:srgbClr val="EFC8A9"/>
            </a:solidFill>
            <a:ln>
              <a:noFill/>
            </a:ln>
          </p:spPr>
          <p:txBody>
            <a:bodyPr spcFirstLastPara="1" wrap="square" lIns="74250" tIns="74250" rIns="74250" bIns="742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7"/>
            <p:cNvSpPr/>
            <p:nvPr/>
          </p:nvSpPr>
          <p:spPr>
            <a:xfrm>
              <a:off x="6120822" y="3282431"/>
              <a:ext cx="1138025" cy="927850"/>
            </a:xfrm>
            <a:custGeom>
              <a:avLst/>
              <a:gdLst/>
              <a:ahLst/>
              <a:cxnLst/>
              <a:rect l="l" t="t" r="r" b="b"/>
              <a:pathLst>
                <a:path w="45521" h="37114" extrusionOk="0">
                  <a:moveTo>
                    <a:pt x="32972" y="37113"/>
                  </a:moveTo>
                  <a:lnTo>
                    <a:pt x="45521" y="26447"/>
                  </a:lnTo>
                  <a:lnTo>
                    <a:pt x="41191" y="21506"/>
                  </a:lnTo>
                  <a:lnTo>
                    <a:pt x="41191" y="21506"/>
                  </a:lnTo>
                  <a:lnTo>
                    <a:pt x="41066" y="20988"/>
                  </a:lnTo>
                  <a:lnTo>
                    <a:pt x="40925" y="20487"/>
                  </a:lnTo>
                  <a:lnTo>
                    <a:pt x="40752" y="19969"/>
                  </a:lnTo>
                  <a:lnTo>
                    <a:pt x="40564" y="19451"/>
                  </a:lnTo>
                  <a:lnTo>
                    <a:pt x="40360" y="18934"/>
                  </a:lnTo>
                  <a:lnTo>
                    <a:pt x="40140" y="18416"/>
                  </a:lnTo>
                  <a:lnTo>
                    <a:pt x="39905" y="17898"/>
                  </a:lnTo>
                  <a:lnTo>
                    <a:pt x="39638" y="17365"/>
                  </a:lnTo>
                  <a:lnTo>
                    <a:pt x="39372" y="16847"/>
                  </a:lnTo>
                  <a:lnTo>
                    <a:pt x="39089" y="16330"/>
                  </a:lnTo>
                  <a:lnTo>
                    <a:pt x="38791" y="15796"/>
                  </a:lnTo>
                  <a:lnTo>
                    <a:pt x="38493" y="15279"/>
                  </a:lnTo>
                  <a:lnTo>
                    <a:pt x="38164" y="14761"/>
                  </a:lnTo>
                  <a:lnTo>
                    <a:pt x="37835" y="14244"/>
                  </a:lnTo>
                  <a:lnTo>
                    <a:pt x="37144" y="13208"/>
                  </a:lnTo>
                  <a:lnTo>
                    <a:pt x="36423" y="12173"/>
                  </a:lnTo>
                  <a:lnTo>
                    <a:pt x="35670" y="11169"/>
                  </a:lnTo>
                  <a:lnTo>
                    <a:pt x="34886" y="10181"/>
                  </a:lnTo>
                  <a:lnTo>
                    <a:pt x="34086" y="9208"/>
                  </a:lnTo>
                  <a:lnTo>
                    <a:pt x="33270" y="8252"/>
                  </a:lnTo>
                  <a:lnTo>
                    <a:pt x="32454" y="7326"/>
                  </a:lnTo>
                  <a:lnTo>
                    <a:pt x="31639" y="6432"/>
                  </a:lnTo>
                  <a:lnTo>
                    <a:pt x="30839" y="5569"/>
                  </a:lnTo>
                  <a:lnTo>
                    <a:pt x="29066" y="3499"/>
                  </a:lnTo>
                  <a:lnTo>
                    <a:pt x="29066" y="3499"/>
                  </a:lnTo>
                  <a:lnTo>
                    <a:pt x="28815" y="3232"/>
                  </a:lnTo>
                  <a:lnTo>
                    <a:pt x="28564" y="2997"/>
                  </a:lnTo>
                  <a:lnTo>
                    <a:pt x="28313" y="2809"/>
                  </a:lnTo>
                  <a:lnTo>
                    <a:pt x="28031" y="2652"/>
                  </a:lnTo>
                  <a:lnTo>
                    <a:pt x="27764" y="2511"/>
                  </a:lnTo>
                  <a:lnTo>
                    <a:pt x="27498" y="2401"/>
                  </a:lnTo>
                  <a:lnTo>
                    <a:pt x="27215" y="2338"/>
                  </a:lnTo>
                  <a:lnTo>
                    <a:pt x="26933" y="2291"/>
                  </a:lnTo>
                  <a:lnTo>
                    <a:pt x="26666" y="2275"/>
                  </a:lnTo>
                  <a:lnTo>
                    <a:pt x="26400" y="2275"/>
                  </a:lnTo>
                  <a:lnTo>
                    <a:pt x="26133" y="2307"/>
                  </a:lnTo>
                  <a:lnTo>
                    <a:pt x="25866" y="2369"/>
                  </a:lnTo>
                  <a:lnTo>
                    <a:pt x="25631" y="2448"/>
                  </a:lnTo>
                  <a:lnTo>
                    <a:pt x="25396" y="2542"/>
                  </a:lnTo>
                  <a:lnTo>
                    <a:pt x="25160" y="2667"/>
                  </a:lnTo>
                  <a:lnTo>
                    <a:pt x="24956" y="2809"/>
                  </a:lnTo>
                  <a:lnTo>
                    <a:pt x="24768" y="2966"/>
                  </a:lnTo>
                  <a:lnTo>
                    <a:pt x="24596" y="3154"/>
                  </a:lnTo>
                  <a:lnTo>
                    <a:pt x="24439" y="3342"/>
                  </a:lnTo>
                  <a:lnTo>
                    <a:pt x="24313" y="3562"/>
                  </a:lnTo>
                  <a:lnTo>
                    <a:pt x="24203" y="3797"/>
                  </a:lnTo>
                  <a:lnTo>
                    <a:pt x="24125" y="4032"/>
                  </a:lnTo>
                  <a:lnTo>
                    <a:pt x="24062" y="4283"/>
                  </a:lnTo>
                  <a:lnTo>
                    <a:pt x="24047" y="4550"/>
                  </a:lnTo>
                  <a:lnTo>
                    <a:pt x="24047" y="4832"/>
                  </a:lnTo>
                  <a:lnTo>
                    <a:pt x="24078" y="5130"/>
                  </a:lnTo>
                  <a:lnTo>
                    <a:pt x="24156" y="5428"/>
                  </a:lnTo>
                  <a:lnTo>
                    <a:pt x="24266" y="5742"/>
                  </a:lnTo>
                  <a:lnTo>
                    <a:pt x="24407" y="6056"/>
                  </a:lnTo>
                  <a:lnTo>
                    <a:pt x="24596" y="6369"/>
                  </a:lnTo>
                  <a:lnTo>
                    <a:pt x="24831" y="6699"/>
                  </a:lnTo>
                  <a:lnTo>
                    <a:pt x="25098" y="7028"/>
                  </a:lnTo>
                  <a:lnTo>
                    <a:pt x="25945" y="8001"/>
                  </a:lnTo>
                  <a:lnTo>
                    <a:pt x="25756" y="8095"/>
                  </a:lnTo>
                  <a:lnTo>
                    <a:pt x="23749" y="5742"/>
                  </a:lnTo>
                  <a:lnTo>
                    <a:pt x="23749" y="5742"/>
                  </a:lnTo>
                  <a:lnTo>
                    <a:pt x="23513" y="5491"/>
                  </a:lnTo>
                  <a:lnTo>
                    <a:pt x="23262" y="5256"/>
                  </a:lnTo>
                  <a:lnTo>
                    <a:pt x="22996" y="5067"/>
                  </a:lnTo>
                  <a:lnTo>
                    <a:pt x="22729" y="4895"/>
                  </a:lnTo>
                  <a:lnTo>
                    <a:pt x="22447" y="4769"/>
                  </a:lnTo>
                  <a:lnTo>
                    <a:pt x="22180" y="4660"/>
                  </a:lnTo>
                  <a:lnTo>
                    <a:pt x="21898" y="4581"/>
                  </a:lnTo>
                  <a:lnTo>
                    <a:pt x="21631" y="4534"/>
                  </a:lnTo>
                  <a:lnTo>
                    <a:pt x="21349" y="4518"/>
                  </a:lnTo>
                  <a:lnTo>
                    <a:pt x="21082" y="4518"/>
                  </a:lnTo>
                  <a:lnTo>
                    <a:pt x="20815" y="4550"/>
                  </a:lnTo>
                  <a:lnTo>
                    <a:pt x="20564" y="4613"/>
                  </a:lnTo>
                  <a:lnTo>
                    <a:pt x="20313" y="4691"/>
                  </a:lnTo>
                  <a:lnTo>
                    <a:pt x="20078" y="4801"/>
                  </a:lnTo>
                  <a:lnTo>
                    <a:pt x="19859" y="4911"/>
                  </a:lnTo>
                  <a:lnTo>
                    <a:pt x="19639" y="5052"/>
                  </a:lnTo>
                  <a:lnTo>
                    <a:pt x="19451" y="5224"/>
                  </a:lnTo>
                  <a:lnTo>
                    <a:pt x="19278" y="5397"/>
                  </a:lnTo>
                  <a:lnTo>
                    <a:pt x="19121" y="5601"/>
                  </a:lnTo>
                  <a:lnTo>
                    <a:pt x="18996" y="5805"/>
                  </a:lnTo>
                  <a:lnTo>
                    <a:pt x="18886" y="6040"/>
                  </a:lnTo>
                  <a:lnTo>
                    <a:pt x="18808" y="6291"/>
                  </a:lnTo>
                  <a:lnTo>
                    <a:pt x="18745" y="6542"/>
                  </a:lnTo>
                  <a:lnTo>
                    <a:pt x="18729" y="6809"/>
                  </a:lnTo>
                  <a:lnTo>
                    <a:pt x="18729" y="7091"/>
                  </a:lnTo>
                  <a:lnTo>
                    <a:pt x="18776" y="7373"/>
                  </a:lnTo>
                  <a:lnTo>
                    <a:pt x="18839" y="7671"/>
                  </a:lnTo>
                  <a:lnTo>
                    <a:pt x="18949" y="7985"/>
                  </a:lnTo>
                  <a:lnTo>
                    <a:pt x="19106" y="8299"/>
                  </a:lnTo>
                  <a:lnTo>
                    <a:pt x="19294" y="8628"/>
                  </a:lnTo>
                  <a:lnTo>
                    <a:pt x="19513" y="8957"/>
                  </a:lnTo>
                  <a:lnTo>
                    <a:pt x="19796" y="9287"/>
                  </a:lnTo>
                  <a:lnTo>
                    <a:pt x="20878" y="10526"/>
                  </a:lnTo>
                  <a:lnTo>
                    <a:pt x="20706" y="10620"/>
                  </a:lnTo>
                  <a:lnTo>
                    <a:pt x="18635" y="8220"/>
                  </a:lnTo>
                  <a:lnTo>
                    <a:pt x="18635" y="8220"/>
                  </a:lnTo>
                  <a:lnTo>
                    <a:pt x="18400" y="7954"/>
                  </a:lnTo>
                  <a:lnTo>
                    <a:pt x="18149" y="7718"/>
                  </a:lnTo>
                  <a:lnTo>
                    <a:pt x="17882" y="7530"/>
                  </a:lnTo>
                  <a:lnTo>
                    <a:pt x="17615" y="7358"/>
                  </a:lnTo>
                  <a:lnTo>
                    <a:pt x="17349" y="7232"/>
                  </a:lnTo>
                  <a:lnTo>
                    <a:pt x="17066" y="7122"/>
                  </a:lnTo>
                  <a:lnTo>
                    <a:pt x="16784" y="7044"/>
                  </a:lnTo>
                  <a:lnTo>
                    <a:pt x="16517" y="6997"/>
                  </a:lnTo>
                  <a:lnTo>
                    <a:pt x="16235" y="6981"/>
                  </a:lnTo>
                  <a:lnTo>
                    <a:pt x="15968" y="6997"/>
                  </a:lnTo>
                  <a:lnTo>
                    <a:pt x="15702" y="7028"/>
                  </a:lnTo>
                  <a:lnTo>
                    <a:pt x="15451" y="7075"/>
                  </a:lnTo>
                  <a:lnTo>
                    <a:pt x="15200" y="7154"/>
                  </a:lnTo>
                  <a:lnTo>
                    <a:pt x="14964" y="7263"/>
                  </a:lnTo>
                  <a:lnTo>
                    <a:pt x="14745" y="7389"/>
                  </a:lnTo>
                  <a:lnTo>
                    <a:pt x="14525" y="7530"/>
                  </a:lnTo>
                  <a:lnTo>
                    <a:pt x="14337" y="7687"/>
                  </a:lnTo>
                  <a:lnTo>
                    <a:pt x="14165" y="7859"/>
                  </a:lnTo>
                  <a:lnTo>
                    <a:pt x="14008" y="8063"/>
                  </a:lnTo>
                  <a:lnTo>
                    <a:pt x="13882" y="8283"/>
                  </a:lnTo>
                  <a:lnTo>
                    <a:pt x="13772" y="8503"/>
                  </a:lnTo>
                  <a:lnTo>
                    <a:pt x="13694" y="8754"/>
                  </a:lnTo>
                  <a:lnTo>
                    <a:pt x="13647" y="9005"/>
                  </a:lnTo>
                  <a:lnTo>
                    <a:pt x="13616" y="9271"/>
                  </a:lnTo>
                  <a:lnTo>
                    <a:pt x="13616" y="9554"/>
                  </a:lnTo>
                  <a:lnTo>
                    <a:pt x="13663" y="9852"/>
                  </a:lnTo>
                  <a:lnTo>
                    <a:pt x="13741" y="10150"/>
                  </a:lnTo>
                  <a:lnTo>
                    <a:pt x="13851" y="10448"/>
                  </a:lnTo>
                  <a:lnTo>
                    <a:pt x="13992" y="10761"/>
                  </a:lnTo>
                  <a:lnTo>
                    <a:pt x="14180" y="11091"/>
                  </a:lnTo>
                  <a:lnTo>
                    <a:pt x="14415" y="11420"/>
                  </a:lnTo>
                  <a:lnTo>
                    <a:pt x="14682" y="11750"/>
                  </a:lnTo>
                  <a:lnTo>
                    <a:pt x="15812" y="13051"/>
                  </a:lnTo>
                  <a:lnTo>
                    <a:pt x="15655" y="13130"/>
                  </a:lnTo>
                  <a:lnTo>
                    <a:pt x="12345" y="9240"/>
                  </a:lnTo>
                  <a:lnTo>
                    <a:pt x="5459" y="1146"/>
                  </a:lnTo>
                  <a:lnTo>
                    <a:pt x="5459" y="1146"/>
                  </a:lnTo>
                  <a:lnTo>
                    <a:pt x="5208" y="895"/>
                  </a:lnTo>
                  <a:lnTo>
                    <a:pt x="4957" y="660"/>
                  </a:lnTo>
                  <a:lnTo>
                    <a:pt x="4690" y="471"/>
                  </a:lnTo>
                  <a:lnTo>
                    <a:pt x="4408" y="315"/>
                  </a:lnTo>
                  <a:lnTo>
                    <a:pt x="4126" y="189"/>
                  </a:lnTo>
                  <a:lnTo>
                    <a:pt x="3843" y="95"/>
                  </a:lnTo>
                  <a:lnTo>
                    <a:pt x="3545" y="32"/>
                  </a:lnTo>
                  <a:lnTo>
                    <a:pt x="3263" y="1"/>
                  </a:lnTo>
                  <a:lnTo>
                    <a:pt x="2965" y="1"/>
                  </a:lnTo>
                  <a:lnTo>
                    <a:pt x="2667" y="32"/>
                  </a:lnTo>
                  <a:lnTo>
                    <a:pt x="2384" y="79"/>
                  </a:lnTo>
                  <a:lnTo>
                    <a:pt x="2102" y="158"/>
                  </a:lnTo>
                  <a:lnTo>
                    <a:pt x="1835" y="252"/>
                  </a:lnTo>
                  <a:lnTo>
                    <a:pt x="1584" y="377"/>
                  </a:lnTo>
                  <a:lnTo>
                    <a:pt x="1333" y="519"/>
                  </a:lnTo>
                  <a:lnTo>
                    <a:pt x="1098" y="675"/>
                  </a:lnTo>
                  <a:lnTo>
                    <a:pt x="879" y="864"/>
                  </a:lnTo>
                  <a:lnTo>
                    <a:pt x="690" y="1068"/>
                  </a:lnTo>
                  <a:lnTo>
                    <a:pt x="518" y="1287"/>
                  </a:lnTo>
                  <a:lnTo>
                    <a:pt x="361" y="1522"/>
                  </a:lnTo>
                  <a:lnTo>
                    <a:pt x="235" y="1758"/>
                  </a:lnTo>
                  <a:lnTo>
                    <a:pt x="126" y="2024"/>
                  </a:lnTo>
                  <a:lnTo>
                    <a:pt x="47" y="2307"/>
                  </a:lnTo>
                  <a:lnTo>
                    <a:pt x="0" y="2589"/>
                  </a:lnTo>
                  <a:lnTo>
                    <a:pt x="0" y="2871"/>
                  </a:lnTo>
                  <a:lnTo>
                    <a:pt x="16" y="3185"/>
                  </a:lnTo>
                  <a:lnTo>
                    <a:pt x="79" y="3499"/>
                  </a:lnTo>
                  <a:lnTo>
                    <a:pt x="173" y="3813"/>
                  </a:lnTo>
                  <a:lnTo>
                    <a:pt x="314" y="4142"/>
                  </a:lnTo>
                  <a:lnTo>
                    <a:pt x="502" y="4471"/>
                  </a:lnTo>
                  <a:lnTo>
                    <a:pt x="722" y="4801"/>
                  </a:lnTo>
                  <a:lnTo>
                    <a:pt x="988" y="5130"/>
                  </a:lnTo>
                  <a:lnTo>
                    <a:pt x="22117" y="29365"/>
                  </a:lnTo>
                  <a:lnTo>
                    <a:pt x="22117" y="29365"/>
                  </a:lnTo>
                  <a:lnTo>
                    <a:pt x="22384" y="29631"/>
                  </a:lnTo>
                  <a:lnTo>
                    <a:pt x="22666" y="29882"/>
                  </a:lnTo>
                  <a:lnTo>
                    <a:pt x="22964" y="30102"/>
                  </a:lnTo>
                  <a:lnTo>
                    <a:pt x="23294" y="30306"/>
                  </a:lnTo>
                  <a:lnTo>
                    <a:pt x="23639" y="30478"/>
                  </a:lnTo>
                  <a:lnTo>
                    <a:pt x="24000" y="30651"/>
                  </a:lnTo>
                  <a:lnTo>
                    <a:pt x="24376" y="30808"/>
                  </a:lnTo>
                  <a:lnTo>
                    <a:pt x="24784" y="30949"/>
                  </a:lnTo>
                  <a:lnTo>
                    <a:pt x="25207" y="31090"/>
                  </a:lnTo>
                  <a:lnTo>
                    <a:pt x="25647" y="31231"/>
                  </a:lnTo>
                  <a:lnTo>
                    <a:pt x="26588" y="31482"/>
                  </a:lnTo>
                  <a:lnTo>
                    <a:pt x="27607" y="31765"/>
                  </a:lnTo>
                  <a:lnTo>
                    <a:pt x="28690" y="32078"/>
                  </a:lnTo>
                  <a:lnTo>
                    <a:pt x="28690" y="32078"/>
                  </a:lnTo>
                  <a:lnTo>
                    <a:pt x="28894" y="32298"/>
                  </a:lnTo>
                  <a:lnTo>
                    <a:pt x="29380" y="32863"/>
                  </a:lnTo>
                  <a:lnTo>
                    <a:pt x="30854" y="34588"/>
                  </a:lnTo>
                  <a:lnTo>
                    <a:pt x="32972" y="37113"/>
                  </a:lnTo>
                  <a:lnTo>
                    <a:pt x="32972" y="37113"/>
                  </a:lnTo>
                  <a:close/>
                </a:path>
              </a:pathLst>
            </a:custGeom>
            <a:solidFill>
              <a:srgbClr val="FCD4B3"/>
            </a:solidFill>
            <a:ln>
              <a:noFill/>
            </a:ln>
          </p:spPr>
          <p:txBody>
            <a:bodyPr spcFirstLastPara="1" wrap="square" lIns="74250" tIns="74250" rIns="74250" bIns="742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7"/>
            <p:cNvSpPr/>
            <p:nvPr/>
          </p:nvSpPr>
          <p:spPr>
            <a:xfrm>
              <a:off x="6849775" y="3855725"/>
              <a:ext cx="562375" cy="504700"/>
            </a:xfrm>
            <a:custGeom>
              <a:avLst/>
              <a:gdLst/>
              <a:ahLst/>
              <a:cxnLst/>
              <a:rect l="l" t="t" r="r" b="b"/>
              <a:pathLst>
                <a:path w="22495" h="20188" extrusionOk="0">
                  <a:moveTo>
                    <a:pt x="7028" y="20188"/>
                  </a:moveTo>
                  <a:lnTo>
                    <a:pt x="1" y="12753"/>
                  </a:lnTo>
                  <a:lnTo>
                    <a:pt x="15875" y="0"/>
                  </a:lnTo>
                  <a:lnTo>
                    <a:pt x="22494" y="7671"/>
                  </a:lnTo>
                  <a:lnTo>
                    <a:pt x="7028" y="2018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74250" tIns="74250" rIns="74250" bIns="742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7"/>
            <p:cNvSpPr/>
            <p:nvPr/>
          </p:nvSpPr>
          <p:spPr>
            <a:xfrm>
              <a:off x="6849775" y="4035725"/>
              <a:ext cx="343150" cy="308250"/>
            </a:xfrm>
            <a:custGeom>
              <a:avLst/>
              <a:gdLst/>
              <a:ahLst/>
              <a:cxnLst/>
              <a:rect l="l" t="t" r="r" b="b"/>
              <a:pathLst>
                <a:path w="13726" h="12330" extrusionOk="0">
                  <a:moveTo>
                    <a:pt x="6918" y="0"/>
                  </a:moveTo>
                  <a:lnTo>
                    <a:pt x="1" y="5553"/>
                  </a:lnTo>
                  <a:lnTo>
                    <a:pt x="6400" y="12329"/>
                  </a:lnTo>
                  <a:lnTo>
                    <a:pt x="13726" y="6980"/>
                  </a:lnTo>
                  <a:lnTo>
                    <a:pt x="6918" y="0"/>
                  </a:lnTo>
                  <a:close/>
                </a:path>
              </a:pathLst>
            </a:custGeom>
            <a:solidFill>
              <a:srgbClr val="E6E7E8"/>
            </a:solidFill>
            <a:ln>
              <a:noFill/>
            </a:ln>
          </p:spPr>
          <p:txBody>
            <a:bodyPr spcFirstLastPara="1" wrap="square" lIns="74250" tIns="74250" rIns="74250" bIns="742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7"/>
            <p:cNvSpPr/>
            <p:nvPr/>
          </p:nvSpPr>
          <p:spPr>
            <a:xfrm>
              <a:off x="6898800" y="3913750"/>
              <a:ext cx="1245075" cy="1065500"/>
            </a:xfrm>
            <a:custGeom>
              <a:avLst/>
              <a:gdLst/>
              <a:ahLst/>
              <a:cxnLst/>
              <a:rect l="l" t="t" r="r" b="b"/>
              <a:pathLst>
                <a:path w="49803" h="42620" extrusionOk="0">
                  <a:moveTo>
                    <a:pt x="0" y="14557"/>
                  </a:moveTo>
                  <a:lnTo>
                    <a:pt x="26008" y="42619"/>
                  </a:lnTo>
                  <a:lnTo>
                    <a:pt x="49803" y="33490"/>
                  </a:lnTo>
                  <a:lnTo>
                    <a:pt x="18070" y="1"/>
                  </a:lnTo>
                  <a:lnTo>
                    <a:pt x="0" y="14557"/>
                  </a:lnTo>
                  <a:close/>
                </a:path>
              </a:pathLst>
            </a:custGeom>
            <a:solidFill>
              <a:srgbClr val="393939"/>
            </a:solidFill>
            <a:ln>
              <a:noFill/>
            </a:ln>
          </p:spPr>
          <p:txBody>
            <a:bodyPr spcFirstLastPara="1" wrap="square" lIns="74250" tIns="74250" rIns="74250" bIns="742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7"/>
            <p:cNvSpPr/>
            <p:nvPr/>
          </p:nvSpPr>
          <p:spPr>
            <a:xfrm>
              <a:off x="7098800" y="3913750"/>
              <a:ext cx="1045075" cy="951375"/>
            </a:xfrm>
            <a:custGeom>
              <a:avLst/>
              <a:gdLst/>
              <a:ahLst/>
              <a:cxnLst/>
              <a:rect l="l" t="t" r="r" b="b"/>
              <a:pathLst>
                <a:path w="41803" h="38055" extrusionOk="0">
                  <a:moveTo>
                    <a:pt x="0" y="8095"/>
                  </a:moveTo>
                  <a:lnTo>
                    <a:pt x="29897" y="38054"/>
                  </a:lnTo>
                  <a:lnTo>
                    <a:pt x="41803" y="33490"/>
                  </a:lnTo>
                  <a:lnTo>
                    <a:pt x="10070" y="1"/>
                  </a:lnTo>
                  <a:lnTo>
                    <a:pt x="0" y="809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74250" tIns="74250" rIns="74250" bIns="742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7"/>
            <p:cNvSpPr/>
            <p:nvPr/>
          </p:nvSpPr>
          <p:spPr>
            <a:xfrm>
              <a:off x="5838825" y="3176125"/>
              <a:ext cx="139225" cy="150225"/>
            </a:xfrm>
            <a:custGeom>
              <a:avLst/>
              <a:gdLst/>
              <a:ahLst/>
              <a:cxnLst/>
              <a:rect l="l" t="t" r="r" b="b"/>
              <a:pathLst>
                <a:path w="5569" h="6009" extrusionOk="0">
                  <a:moveTo>
                    <a:pt x="3985" y="1"/>
                  </a:moveTo>
                  <a:lnTo>
                    <a:pt x="0" y="2934"/>
                  </a:lnTo>
                  <a:lnTo>
                    <a:pt x="549" y="3703"/>
                  </a:lnTo>
                  <a:lnTo>
                    <a:pt x="2008" y="2620"/>
                  </a:lnTo>
                  <a:lnTo>
                    <a:pt x="4502" y="6009"/>
                  </a:lnTo>
                  <a:lnTo>
                    <a:pt x="5569" y="5209"/>
                  </a:lnTo>
                  <a:lnTo>
                    <a:pt x="3090" y="1836"/>
                  </a:lnTo>
                  <a:lnTo>
                    <a:pt x="4549" y="769"/>
                  </a:lnTo>
                  <a:lnTo>
                    <a:pt x="3985" y="1"/>
                  </a:ln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74250" tIns="74250" rIns="74250" bIns="742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7"/>
            <p:cNvSpPr/>
            <p:nvPr/>
          </p:nvSpPr>
          <p:spPr>
            <a:xfrm>
              <a:off x="5969800" y="3132600"/>
              <a:ext cx="149050" cy="157675"/>
            </a:xfrm>
            <a:custGeom>
              <a:avLst/>
              <a:gdLst/>
              <a:ahLst/>
              <a:cxnLst/>
              <a:rect l="l" t="t" r="r" b="b"/>
              <a:pathLst>
                <a:path w="5962" h="6307" extrusionOk="0">
                  <a:moveTo>
                    <a:pt x="1302" y="1428"/>
                  </a:moveTo>
                  <a:lnTo>
                    <a:pt x="3028" y="2495"/>
                  </a:lnTo>
                  <a:lnTo>
                    <a:pt x="1773" y="3436"/>
                  </a:lnTo>
                  <a:lnTo>
                    <a:pt x="1287" y="1444"/>
                  </a:lnTo>
                  <a:lnTo>
                    <a:pt x="1302" y="1428"/>
                  </a:lnTo>
                  <a:close/>
                  <a:moveTo>
                    <a:pt x="1098" y="1"/>
                  </a:moveTo>
                  <a:lnTo>
                    <a:pt x="0" y="816"/>
                  </a:lnTo>
                  <a:lnTo>
                    <a:pt x="1208" y="6306"/>
                  </a:lnTo>
                  <a:lnTo>
                    <a:pt x="2291" y="5522"/>
                  </a:lnTo>
                  <a:lnTo>
                    <a:pt x="1992" y="4314"/>
                  </a:lnTo>
                  <a:lnTo>
                    <a:pt x="3812" y="2981"/>
                  </a:lnTo>
                  <a:lnTo>
                    <a:pt x="4863" y="3624"/>
                  </a:lnTo>
                  <a:lnTo>
                    <a:pt x="5961" y="2809"/>
                  </a:lnTo>
                  <a:lnTo>
                    <a:pt x="1098" y="1"/>
                  </a:ln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74250" tIns="74250" rIns="74250" bIns="742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7"/>
            <p:cNvSpPr/>
            <p:nvPr/>
          </p:nvSpPr>
          <p:spPr>
            <a:xfrm>
              <a:off x="6043925" y="3018100"/>
              <a:ext cx="188625" cy="186300"/>
            </a:xfrm>
            <a:custGeom>
              <a:avLst/>
              <a:gdLst/>
              <a:ahLst/>
              <a:cxnLst/>
              <a:rect l="l" t="t" r="r" b="b"/>
              <a:pathLst>
                <a:path w="7545" h="7452" extrusionOk="0">
                  <a:moveTo>
                    <a:pt x="4361" y="1"/>
                  </a:moveTo>
                  <a:lnTo>
                    <a:pt x="3184" y="863"/>
                  </a:lnTo>
                  <a:lnTo>
                    <a:pt x="3169" y="2918"/>
                  </a:lnTo>
                  <a:lnTo>
                    <a:pt x="1239" y="2291"/>
                  </a:lnTo>
                  <a:lnTo>
                    <a:pt x="0" y="3216"/>
                  </a:lnTo>
                  <a:lnTo>
                    <a:pt x="3027" y="4032"/>
                  </a:lnTo>
                  <a:lnTo>
                    <a:pt x="2918" y="7451"/>
                  </a:lnTo>
                  <a:lnTo>
                    <a:pt x="4125" y="6573"/>
                  </a:lnTo>
                  <a:lnTo>
                    <a:pt x="4157" y="4330"/>
                  </a:lnTo>
                  <a:lnTo>
                    <a:pt x="6274" y="4989"/>
                  </a:lnTo>
                  <a:lnTo>
                    <a:pt x="7545" y="4047"/>
                  </a:lnTo>
                  <a:lnTo>
                    <a:pt x="4251" y="3138"/>
                  </a:lnTo>
                  <a:lnTo>
                    <a:pt x="4361" y="1"/>
                  </a:ln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74250" tIns="74250" rIns="74250" bIns="742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7"/>
            <p:cNvSpPr/>
            <p:nvPr/>
          </p:nvSpPr>
          <p:spPr>
            <a:xfrm>
              <a:off x="6167050" y="2988300"/>
              <a:ext cx="103150" cy="123150"/>
            </a:xfrm>
            <a:custGeom>
              <a:avLst/>
              <a:gdLst/>
              <a:ahLst/>
              <a:cxnLst/>
              <a:rect l="l" t="t" r="r" b="b"/>
              <a:pathLst>
                <a:path w="4126" h="4926" extrusionOk="0">
                  <a:moveTo>
                    <a:pt x="1067" y="0"/>
                  </a:moveTo>
                  <a:lnTo>
                    <a:pt x="0" y="785"/>
                  </a:lnTo>
                  <a:lnTo>
                    <a:pt x="3043" y="4926"/>
                  </a:lnTo>
                  <a:lnTo>
                    <a:pt x="4126" y="4141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74250" tIns="74250" rIns="74250" bIns="742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4" name="Google Shape;724;p37"/>
          <p:cNvGrpSpPr/>
          <p:nvPr/>
        </p:nvGrpSpPr>
        <p:grpSpPr>
          <a:xfrm>
            <a:off x="6194459" y="2034981"/>
            <a:ext cx="2795400" cy="2952911"/>
            <a:chOff x="2331809" y="853956"/>
            <a:chExt cx="2795400" cy="2952911"/>
          </a:xfrm>
        </p:grpSpPr>
        <p:sp>
          <p:nvSpPr>
            <p:cNvPr id="725" name="Google Shape;725;p37"/>
            <p:cNvSpPr txBox="1"/>
            <p:nvPr/>
          </p:nvSpPr>
          <p:spPr>
            <a:xfrm>
              <a:off x="2331809" y="853956"/>
              <a:ext cx="2795400" cy="53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Oswald Medium"/>
                  <a:ea typeface="Oswald Medium"/>
                  <a:cs typeface="Oswald Medium"/>
                  <a:sym typeface="Oswald Medium"/>
                </a:rPr>
                <a:t>3️⃣ Performance &amp; Customer Impact</a:t>
              </a:r>
              <a:endParaRPr sz="1800">
                <a:solidFill>
                  <a:srgbClr val="000000"/>
                </a:solidFill>
                <a:latin typeface="Oswald Medium"/>
                <a:ea typeface="Oswald Medium"/>
                <a:cs typeface="Oswald Medium"/>
                <a:sym typeface="Oswald Medium"/>
              </a:endParaRPr>
            </a:p>
          </p:txBody>
        </p:sp>
        <p:sp>
          <p:nvSpPr>
            <p:cNvPr id="726" name="Google Shape;726;p37"/>
            <p:cNvSpPr txBox="1"/>
            <p:nvPr/>
          </p:nvSpPr>
          <p:spPr>
            <a:xfrm>
              <a:off x="2331809" y="1391568"/>
              <a:ext cx="2795400" cy="24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  <a:latin typeface="Oswald"/>
                  <a:ea typeface="Oswald"/>
                  <a:cs typeface="Oswald"/>
                  <a:sym typeface="Oswald"/>
                </a:rPr>
                <a:t>⚡ Faster ride allocation → reduced wait time</a:t>
              </a:r>
              <a:endParaRPr sz="1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  <a:latin typeface="Oswald"/>
                  <a:ea typeface="Oswald"/>
                  <a:cs typeface="Oswald"/>
                  <a:sym typeface="Oswald"/>
                </a:rPr>
                <a:t>⏱️ Accurate ETA → boosts trust and reliability</a:t>
              </a:r>
              <a:endParaRPr sz="1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  <a:latin typeface="Oswald"/>
                  <a:ea typeface="Oswald"/>
                  <a:cs typeface="Oswald"/>
                  <a:sym typeface="Oswald"/>
                </a:rPr>
                <a:t>🛵 Optimised routes → faster trips &amp; fuel savings</a:t>
              </a:r>
              <a:endParaRPr sz="1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  <a:latin typeface="Oswald"/>
                  <a:ea typeface="Oswald"/>
                  <a:cs typeface="Oswald"/>
                  <a:sym typeface="Oswald"/>
                </a:rPr>
                <a:t>🛰️ Live ride tracking → increases safety &amp; transparency</a:t>
              </a:r>
              <a:endParaRPr sz="1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  <a:latin typeface="Oswald"/>
                  <a:ea typeface="Oswald"/>
                  <a:cs typeface="Oswald"/>
                  <a:sym typeface="Oswald"/>
                </a:rPr>
                <a:t>📈 Better demand forecasting → more captains available during peak hours</a:t>
              </a:r>
              <a:endParaRPr sz="1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  <a:latin typeface="Oswald"/>
                  <a:ea typeface="Oswald"/>
                  <a:cs typeface="Oswald"/>
                  <a:sym typeface="Oswald"/>
                </a:rPr>
                <a:t>🤝 Seamless digital payments → smoother ride completion</a:t>
              </a:r>
              <a:endParaRPr sz="1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grpSp>
        <p:nvGrpSpPr>
          <p:cNvPr id="727" name="Google Shape;727;p37"/>
          <p:cNvGrpSpPr/>
          <p:nvPr/>
        </p:nvGrpSpPr>
        <p:grpSpPr>
          <a:xfrm>
            <a:off x="3375506" y="144545"/>
            <a:ext cx="2795413" cy="2265552"/>
            <a:chOff x="2466243" y="-214180"/>
            <a:chExt cx="2795412" cy="2265552"/>
          </a:xfrm>
        </p:grpSpPr>
        <p:sp>
          <p:nvSpPr>
            <p:cNvPr id="728" name="Google Shape;728;p37"/>
            <p:cNvSpPr txBox="1"/>
            <p:nvPr/>
          </p:nvSpPr>
          <p:spPr>
            <a:xfrm>
              <a:off x="2466243" y="-214180"/>
              <a:ext cx="2795400" cy="53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Oswald Medium"/>
                  <a:ea typeface="Oswald Medium"/>
                  <a:cs typeface="Oswald Medium"/>
                  <a:sym typeface="Oswald Medium"/>
                </a:rPr>
                <a:t>2️⃣</a:t>
              </a:r>
              <a:r>
                <a:rPr lang="en" sz="1800">
                  <a:latin typeface="Oswald Medium"/>
                  <a:ea typeface="Oswald Medium"/>
                  <a:cs typeface="Oswald Medium"/>
                  <a:sym typeface="Oswald Medium"/>
                </a:rPr>
                <a:t>Innovation Highlights</a:t>
              </a:r>
              <a:endParaRPr sz="1800">
                <a:solidFill>
                  <a:srgbClr val="000000"/>
                </a:solidFill>
                <a:latin typeface="Oswald Medium"/>
                <a:ea typeface="Oswald Medium"/>
                <a:cs typeface="Oswald Medium"/>
                <a:sym typeface="Oswald Medium"/>
              </a:endParaRPr>
            </a:p>
          </p:txBody>
        </p:sp>
        <p:sp>
          <p:nvSpPr>
            <p:cNvPr id="729" name="Google Shape;729;p37"/>
            <p:cNvSpPr txBox="1"/>
            <p:nvPr/>
          </p:nvSpPr>
          <p:spPr>
            <a:xfrm>
              <a:off x="2466256" y="199772"/>
              <a:ext cx="2795400" cy="185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  <a:latin typeface="Oswald"/>
                  <a:ea typeface="Oswald"/>
                  <a:cs typeface="Oswald"/>
                  <a:sym typeface="Oswald"/>
                </a:rPr>
                <a:t>🚀 India’s largest bike‑taxi tech platform</a:t>
              </a:r>
              <a:endParaRPr sz="1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  <a:latin typeface="Oswald"/>
                  <a:ea typeface="Oswald"/>
                  <a:cs typeface="Oswald"/>
                  <a:sym typeface="Oswald"/>
                </a:rPr>
                <a:t>🔄 Multi‑modal rides: Bike, Auto, Cab in one app</a:t>
              </a:r>
              <a:endParaRPr sz="1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  <a:latin typeface="Oswald"/>
                  <a:ea typeface="Oswald"/>
                  <a:cs typeface="Oswald"/>
                  <a:sym typeface="Oswald"/>
                </a:rPr>
                <a:t>🎯 Performance‑based captain incentives using algorithms</a:t>
              </a:r>
              <a:endParaRPr sz="1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  <a:latin typeface="Oswald"/>
                  <a:ea typeface="Oswald"/>
                  <a:cs typeface="Oswald"/>
                  <a:sym typeface="Oswald"/>
                </a:rPr>
                <a:t>💡 Micro‑mobility innovation for short &amp; affordable trips</a:t>
              </a:r>
              <a:endParaRPr sz="1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  <a:latin typeface="Oswald"/>
                  <a:ea typeface="Oswald"/>
                  <a:cs typeface="Oswald"/>
                  <a:sym typeface="Oswald"/>
                </a:rPr>
                <a:t>🛡️ Safety features: SOS, live tracking, Safe Drop call</a:t>
              </a:r>
              <a:endParaRPr sz="1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grpSp>
        <p:nvGrpSpPr>
          <p:cNvPr id="730" name="Google Shape;730;p37"/>
          <p:cNvGrpSpPr/>
          <p:nvPr/>
        </p:nvGrpSpPr>
        <p:grpSpPr>
          <a:xfrm>
            <a:off x="7263393" y="135736"/>
            <a:ext cx="1155404" cy="1320352"/>
            <a:chOff x="6073305" y="1251205"/>
            <a:chExt cx="1845693" cy="2109188"/>
          </a:xfrm>
        </p:grpSpPr>
        <p:sp>
          <p:nvSpPr>
            <p:cNvPr id="731" name="Google Shape;731;p37"/>
            <p:cNvSpPr/>
            <p:nvPr/>
          </p:nvSpPr>
          <p:spPr>
            <a:xfrm>
              <a:off x="6320360" y="3156626"/>
              <a:ext cx="255897" cy="203768"/>
            </a:xfrm>
            <a:custGeom>
              <a:avLst/>
              <a:gdLst/>
              <a:ahLst/>
              <a:cxnLst/>
              <a:rect l="l" t="t" r="r" b="b"/>
              <a:pathLst>
                <a:path w="13051" h="10391" extrusionOk="0">
                  <a:moveTo>
                    <a:pt x="0" y="0"/>
                  </a:moveTo>
                  <a:lnTo>
                    <a:pt x="0" y="8059"/>
                  </a:lnTo>
                  <a:lnTo>
                    <a:pt x="41" y="8550"/>
                  </a:lnTo>
                  <a:lnTo>
                    <a:pt x="164" y="8959"/>
                  </a:lnTo>
                  <a:lnTo>
                    <a:pt x="368" y="9368"/>
                  </a:lnTo>
                  <a:lnTo>
                    <a:pt x="655" y="9696"/>
                  </a:lnTo>
                  <a:lnTo>
                    <a:pt x="1023" y="9982"/>
                  </a:lnTo>
                  <a:lnTo>
                    <a:pt x="1391" y="10227"/>
                  </a:lnTo>
                  <a:lnTo>
                    <a:pt x="1841" y="10350"/>
                  </a:lnTo>
                  <a:lnTo>
                    <a:pt x="2332" y="10391"/>
                  </a:lnTo>
                  <a:lnTo>
                    <a:pt x="10718" y="10391"/>
                  </a:lnTo>
                  <a:lnTo>
                    <a:pt x="11168" y="10350"/>
                  </a:lnTo>
                  <a:lnTo>
                    <a:pt x="11618" y="10227"/>
                  </a:lnTo>
                  <a:lnTo>
                    <a:pt x="12027" y="9982"/>
                  </a:lnTo>
                  <a:lnTo>
                    <a:pt x="12355" y="9696"/>
                  </a:lnTo>
                  <a:lnTo>
                    <a:pt x="12641" y="9368"/>
                  </a:lnTo>
                  <a:lnTo>
                    <a:pt x="12846" y="8959"/>
                  </a:lnTo>
                  <a:lnTo>
                    <a:pt x="13009" y="8550"/>
                  </a:lnTo>
                  <a:lnTo>
                    <a:pt x="13050" y="8059"/>
                  </a:lnTo>
                  <a:lnTo>
                    <a:pt x="1305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7225" tIns="57225" rIns="57225" bIns="57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7"/>
            <p:cNvSpPr/>
            <p:nvPr/>
          </p:nvSpPr>
          <p:spPr>
            <a:xfrm>
              <a:off x="7407243" y="3156626"/>
              <a:ext cx="256682" cy="203768"/>
            </a:xfrm>
            <a:custGeom>
              <a:avLst/>
              <a:gdLst/>
              <a:ahLst/>
              <a:cxnLst/>
              <a:rect l="l" t="t" r="r" b="b"/>
              <a:pathLst>
                <a:path w="13091" h="10391" extrusionOk="0">
                  <a:moveTo>
                    <a:pt x="0" y="0"/>
                  </a:moveTo>
                  <a:lnTo>
                    <a:pt x="0" y="8059"/>
                  </a:lnTo>
                  <a:lnTo>
                    <a:pt x="82" y="8550"/>
                  </a:lnTo>
                  <a:lnTo>
                    <a:pt x="205" y="8959"/>
                  </a:lnTo>
                  <a:lnTo>
                    <a:pt x="409" y="9368"/>
                  </a:lnTo>
                  <a:lnTo>
                    <a:pt x="695" y="9696"/>
                  </a:lnTo>
                  <a:lnTo>
                    <a:pt x="1064" y="9982"/>
                  </a:lnTo>
                  <a:lnTo>
                    <a:pt x="1432" y="10227"/>
                  </a:lnTo>
                  <a:lnTo>
                    <a:pt x="1882" y="10350"/>
                  </a:lnTo>
                  <a:lnTo>
                    <a:pt x="2332" y="10391"/>
                  </a:lnTo>
                  <a:lnTo>
                    <a:pt x="10759" y="10391"/>
                  </a:lnTo>
                  <a:lnTo>
                    <a:pt x="11209" y="10350"/>
                  </a:lnTo>
                  <a:lnTo>
                    <a:pt x="11659" y="10227"/>
                  </a:lnTo>
                  <a:lnTo>
                    <a:pt x="12068" y="9982"/>
                  </a:lnTo>
                  <a:lnTo>
                    <a:pt x="12395" y="9696"/>
                  </a:lnTo>
                  <a:lnTo>
                    <a:pt x="12682" y="9368"/>
                  </a:lnTo>
                  <a:lnTo>
                    <a:pt x="12886" y="8959"/>
                  </a:lnTo>
                  <a:lnTo>
                    <a:pt x="13050" y="8550"/>
                  </a:lnTo>
                  <a:lnTo>
                    <a:pt x="13091" y="8059"/>
                  </a:lnTo>
                  <a:lnTo>
                    <a:pt x="1309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7225" tIns="57225" rIns="57225" bIns="57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7"/>
            <p:cNvSpPr/>
            <p:nvPr/>
          </p:nvSpPr>
          <p:spPr>
            <a:xfrm>
              <a:off x="6073305" y="2370441"/>
              <a:ext cx="184507" cy="161253"/>
            </a:xfrm>
            <a:custGeom>
              <a:avLst/>
              <a:gdLst/>
              <a:ahLst/>
              <a:cxnLst/>
              <a:rect l="l" t="t" r="r" b="b"/>
              <a:pathLst>
                <a:path w="9410" h="8223" extrusionOk="0">
                  <a:moveTo>
                    <a:pt x="2414" y="0"/>
                  </a:moveTo>
                  <a:lnTo>
                    <a:pt x="2127" y="41"/>
                  </a:lnTo>
                  <a:lnTo>
                    <a:pt x="1882" y="123"/>
                  </a:lnTo>
                  <a:lnTo>
                    <a:pt x="1637" y="205"/>
                  </a:lnTo>
                  <a:lnTo>
                    <a:pt x="1391" y="327"/>
                  </a:lnTo>
                  <a:lnTo>
                    <a:pt x="1187" y="450"/>
                  </a:lnTo>
                  <a:lnTo>
                    <a:pt x="982" y="614"/>
                  </a:lnTo>
                  <a:lnTo>
                    <a:pt x="777" y="777"/>
                  </a:lnTo>
                  <a:lnTo>
                    <a:pt x="614" y="982"/>
                  </a:lnTo>
                  <a:lnTo>
                    <a:pt x="450" y="1187"/>
                  </a:lnTo>
                  <a:lnTo>
                    <a:pt x="327" y="1391"/>
                  </a:lnTo>
                  <a:lnTo>
                    <a:pt x="205" y="1637"/>
                  </a:lnTo>
                  <a:lnTo>
                    <a:pt x="123" y="1882"/>
                  </a:lnTo>
                  <a:lnTo>
                    <a:pt x="82" y="2127"/>
                  </a:lnTo>
                  <a:lnTo>
                    <a:pt x="41" y="2373"/>
                  </a:lnTo>
                  <a:lnTo>
                    <a:pt x="0" y="2659"/>
                  </a:lnTo>
                  <a:lnTo>
                    <a:pt x="0" y="2782"/>
                  </a:lnTo>
                  <a:lnTo>
                    <a:pt x="41" y="3109"/>
                  </a:lnTo>
                  <a:lnTo>
                    <a:pt x="123" y="3396"/>
                  </a:lnTo>
                  <a:lnTo>
                    <a:pt x="287" y="3641"/>
                  </a:lnTo>
                  <a:lnTo>
                    <a:pt x="491" y="3887"/>
                  </a:lnTo>
                  <a:lnTo>
                    <a:pt x="696" y="4091"/>
                  </a:lnTo>
                  <a:lnTo>
                    <a:pt x="982" y="4214"/>
                  </a:lnTo>
                  <a:lnTo>
                    <a:pt x="1268" y="4337"/>
                  </a:lnTo>
                  <a:lnTo>
                    <a:pt x="6423" y="4337"/>
                  </a:lnTo>
                  <a:lnTo>
                    <a:pt x="7527" y="8223"/>
                  </a:lnTo>
                  <a:lnTo>
                    <a:pt x="9409" y="7405"/>
                  </a:lnTo>
                  <a:lnTo>
                    <a:pt x="9246" y="6627"/>
                  </a:lnTo>
                  <a:lnTo>
                    <a:pt x="8877" y="4991"/>
                  </a:lnTo>
                  <a:lnTo>
                    <a:pt x="8141" y="1227"/>
                  </a:lnTo>
                  <a:lnTo>
                    <a:pt x="8059" y="941"/>
                  </a:lnTo>
                  <a:lnTo>
                    <a:pt x="7937" y="737"/>
                  </a:lnTo>
                  <a:lnTo>
                    <a:pt x="7773" y="532"/>
                  </a:lnTo>
                  <a:lnTo>
                    <a:pt x="7609" y="327"/>
                  </a:lnTo>
                  <a:lnTo>
                    <a:pt x="7364" y="205"/>
                  </a:lnTo>
                  <a:lnTo>
                    <a:pt x="7159" y="82"/>
                  </a:lnTo>
                  <a:lnTo>
                    <a:pt x="6914" y="0"/>
                  </a:lnTo>
                  <a:close/>
                </a:path>
              </a:pathLst>
            </a:custGeom>
            <a:solidFill>
              <a:srgbClr val="DDA216"/>
            </a:solidFill>
            <a:ln>
              <a:noFill/>
            </a:ln>
          </p:spPr>
          <p:txBody>
            <a:bodyPr spcFirstLastPara="1" wrap="square" lIns="57225" tIns="57225" rIns="57225" bIns="57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7"/>
            <p:cNvSpPr/>
            <p:nvPr/>
          </p:nvSpPr>
          <p:spPr>
            <a:xfrm>
              <a:off x="7734492" y="2370441"/>
              <a:ext cx="184507" cy="161253"/>
            </a:xfrm>
            <a:custGeom>
              <a:avLst/>
              <a:gdLst/>
              <a:ahLst/>
              <a:cxnLst/>
              <a:rect l="l" t="t" r="r" b="b"/>
              <a:pathLst>
                <a:path w="9410" h="8223" extrusionOk="0">
                  <a:moveTo>
                    <a:pt x="2537" y="0"/>
                  </a:moveTo>
                  <a:lnTo>
                    <a:pt x="2251" y="82"/>
                  </a:lnTo>
                  <a:lnTo>
                    <a:pt x="2046" y="205"/>
                  </a:lnTo>
                  <a:lnTo>
                    <a:pt x="1801" y="327"/>
                  </a:lnTo>
                  <a:lnTo>
                    <a:pt x="1637" y="532"/>
                  </a:lnTo>
                  <a:lnTo>
                    <a:pt x="1474" y="737"/>
                  </a:lnTo>
                  <a:lnTo>
                    <a:pt x="1351" y="941"/>
                  </a:lnTo>
                  <a:lnTo>
                    <a:pt x="1310" y="1227"/>
                  </a:lnTo>
                  <a:lnTo>
                    <a:pt x="533" y="4991"/>
                  </a:lnTo>
                  <a:lnTo>
                    <a:pt x="165" y="6627"/>
                  </a:lnTo>
                  <a:lnTo>
                    <a:pt x="1" y="7405"/>
                  </a:lnTo>
                  <a:lnTo>
                    <a:pt x="1883" y="8223"/>
                  </a:lnTo>
                  <a:lnTo>
                    <a:pt x="2987" y="4337"/>
                  </a:lnTo>
                  <a:lnTo>
                    <a:pt x="8142" y="4337"/>
                  </a:lnTo>
                  <a:lnTo>
                    <a:pt x="8428" y="4214"/>
                  </a:lnTo>
                  <a:lnTo>
                    <a:pt x="8715" y="4091"/>
                  </a:lnTo>
                  <a:lnTo>
                    <a:pt x="8960" y="3887"/>
                  </a:lnTo>
                  <a:lnTo>
                    <a:pt x="9124" y="3641"/>
                  </a:lnTo>
                  <a:lnTo>
                    <a:pt x="9287" y="3396"/>
                  </a:lnTo>
                  <a:lnTo>
                    <a:pt x="9369" y="3109"/>
                  </a:lnTo>
                  <a:lnTo>
                    <a:pt x="9410" y="2782"/>
                  </a:lnTo>
                  <a:lnTo>
                    <a:pt x="9410" y="2659"/>
                  </a:lnTo>
                  <a:lnTo>
                    <a:pt x="9369" y="2373"/>
                  </a:lnTo>
                  <a:lnTo>
                    <a:pt x="9328" y="2127"/>
                  </a:lnTo>
                  <a:lnTo>
                    <a:pt x="9287" y="1882"/>
                  </a:lnTo>
                  <a:lnTo>
                    <a:pt x="9205" y="1637"/>
                  </a:lnTo>
                  <a:lnTo>
                    <a:pt x="9083" y="1391"/>
                  </a:lnTo>
                  <a:lnTo>
                    <a:pt x="8960" y="1187"/>
                  </a:lnTo>
                  <a:lnTo>
                    <a:pt x="8796" y="982"/>
                  </a:lnTo>
                  <a:lnTo>
                    <a:pt x="8633" y="777"/>
                  </a:lnTo>
                  <a:lnTo>
                    <a:pt x="8428" y="614"/>
                  </a:lnTo>
                  <a:lnTo>
                    <a:pt x="8224" y="450"/>
                  </a:lnTo>
                  <a:lnTo>
                    <a:pt x="8019" y="327"/>
                  </a:lnTo>
                  <a:lnTo>
                    <a:pt x="7774" y="205"/>
                  </a:lnTo>
                  <a:lnTo>
                    <a:pt x="7528" y="123"/>
                  </a:lnTo>
                  <a:lnTo>
                    <a:pt x="7283" y="41"/>
                  </a:lnTo>
                  <a:lnTo>
                    <a:pt x="6996" y="0"/>
                  </a:lnTo>
                  <a:close/>
                </a:path>
              </a:pathLst>
            </a:custGeom>
            <a:solidFill>
              <a:srgbClr val="DDA216"/>
            </a:solidFill>
            <a:ln>
              <a:noFill/>
            </a:ln>
          </p:spPr>
          <p:txBody>
            <a:bodyPr spcFirstLastPara="1" wrap="square" lIns="57225" tIns="57225" rIns="57225" bIns="57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7"/>
            <p:cNvSpPr/>
            <p:nvPr/>
          </p:nvSpPr>
          <p:spPr>
            <a:xfrm>
              <a:off x="6179990" y="2076821"/>
              <a:ext cx="1633128" cy="1104690"/>
            </a:xfrm>
            <a:custGeom>
              <a:avLst/>
              <a:gdLst/>
              <a:ahLst/>
              <a:cxnLst/>
              <a:rect l="l" t="t" r="r" b="b"/>
              <a:pathLst>
                <a:path w="83291" h="56333" extrusionOk="0">
                  <a:moveTo>
                    <a:pt x="15832" y="1"/>
                  </a:moveTo>
                  <a:lnTo>
                    <a:pt x="15341" y="123"/>
                  </a:lnTo>
                  <a:lnTo>
                    <a:pt x="14850" y="287"/>
                  </a:lnTo>
                  <a:lnTo>
                    <a:pt x="14400" y="532"/>
                  </a:lnTo>
                  <a:lnTo>
                    <a:pt x="13950" y="819"/>
                  </a:lnTo>
                  <a:lnTo>
                    <a:pt x="13582" y="1187"/>
                  </a:lnTo>
                  <a:lnTo>
                    <a:pt x="13255" y="1596"/>
                  </a:lnTo>
                  <a:lnTo>
                    <a:pt x="12968" y="2046"/>
                  </a:lnTo>
                  <a:lnTo>
                    <a:pt x="491" y="26141"/>
                  </a:lnTo>
                  <a:lnTo>
                    <a:pt x="286" y="26510"/>
                  </a:lnTo>
                  <a:lnTo>
                    <a:pt x="123" y="26919"/>
                  </a:lnTo>
                  <a:lnTo>
                    <a:pt x="41" y="27328"/>
                  </a:lnTo>
                  <a:lnTo>
                    <a:pt x="0" y="27778"/>
                  </a:lnTo>
                  <a:lnTo>
                    <a:pt x="0" y="51996"/>
                  </a:lnTo>
                  <a:lnTo>
                    <a:pt x="41" y="52446"/>
                  </a:lnTo>
                  <a:lnTo>
                    <a:pt x="82" y="52855"/>
                  </a:lnTo>
                  <a:lnTo>
                    <a:pt x="205" y="53305"/>
                  </a:lnTo>
                  <a:lnTo>
                    <a:pt x="368" y="53673"/>
                  </a:lnTo>
                  <a:lnTo>
                    <a:pt x="532" y="54082"/>
                  </a:lnTo>
                  <a:lnTo>
                    <a:pt x="736" y="54410"/>
                  </a:lnTo>
                  <a:lnTo>
                    <a:pt x="1023" y="54778"/>
                  </a:lnTo>
                  <a:lnTo>
                    <a:pt x="1268" y="55064"/>
                  </a:lnTo>
                  <a:lnTo>
                    <a:pt x="1596" y="55350"/>
                  </a:lnTo>
                  <a:lnTo>
                    <a:pt x="1923" y="55596"/>
                  </a:lnTo>
                  <a:lnTo>
                    <a:pt x="2291" y="55800"/>
                  </a:lnTo>
                  <a:lnTo>
                    <a:pt x="2659" y="56005"/>
                  </a:lnTo>
                  <a:lnTo>
                    <a:pt x="3068" y="56128"/>
                  </a:lnTo>
                  <a:lnTo>
                    <a:pt x="3477" y="56250"/>
                  </a:lnTo>
                  <a:lnTo>
                    <a:pt x="3927" y="56332"/>
                  </a:lnTo>
                  <a:lnTo>
                    <a:pt x="79405" y="56332"/>
                  </a:lnTo>
                  <a:lnTo>
                    <a:pt x="79814" y="56250"/>
                  </a:lnTo>
                  <a:lnTo>
                    <a:pt x="80223" y="56128"/>
                  </a:lnTo>
                  <a:lnTo>
                    <a:pt x="80632" y="56005"/>
                  </a:lnTo>
                  <a:lnTo>
                    <a:pt x="81000" y="55800"/>
                  </a:lnTo>
                  <a:lnTo>
                    <a:pt x="81368" y="55596"/>
                  </a:lnTo>
                  <a:lnTo>
                    <a:pt x="81696" y="55350"/>
                  </a:lnTo>
                  <a:lnTo>
                    <a:pt x="82023" y="55064"/>
                  </a:lnTo>
                  <a:lnTo>
                    <a:pt x="82309" y="54778"/>
                  </a:lnTo>
                  <a:lnTo>
                    <a:pt x="82555" y="54410"/>
                  </a:lnTo>
                  <a:lnTo>
                    <a:pt x="82759" y="54082"/>
                  </a:lnTo>
                  <a:lnTo>
                    <a:pt x="82923" y="53673"/>
                  </a:lnTo>
                  <a:lnTo>
                    <a:pt x="83086" y="53305"/>
                  </a:lnTo>
                  <a:lnTo>
                    <a:pt x="83209" y="52855"/>
                  </a:lnTo>
                  <a:lnTo>
                    <a:pt x="83250" y="52446"/>
                  </a:lnTo>
                  <a:lnTo>
                    <a:pt x="83291" y="51996"/>
                  </a:lnTo>
                  <a:lnTo>
                    <a:pt x="83291" y="27778"/>
                  </a:lnTo>
                  <a:lnTo>
                    <a:pt x="83250" y="27328"/>
                  </a:lnTo>
                  <a:lnTo>
                    <a:pt x="83168" y="26919"/>
                  </a:lnTo>
                  <a:lnTo>
                    <a:pt x="83005" y="26510"/>
                  </a:lnTo>
                  <a:lnTo>
                    <a:pt x="82800" y="26141"/>
                  </a:lnTo>
                  <a:lnTo>
                    <a:pt x="69832" y="1964"/>
                  </a:lnTo>
                  <a:lnTo>
                    <a:pt x="69546" y="1555"/>
                  </a:lnTo>
                  <a:lnTo>
                    <a:pt x="69218" y="1146"/>
                  </a:lnTo>
                  <a:lnTo>
                    <a:pt x="68850" y="819"/>
                  </a:lnTo>
                  <a:lnTo>
                    <a:pt x="68441" y="532"/>
                  </a:lnTo>
                  <a:lnTo>
                    <a:pt x="67991" y="287"/>
                  </a:lnTo>
                  <a:lnTo>
                    <a:pt x="67500" y="123"/>
                  </a:lnTo>
                  <a:lnTo>
                    <a:pt x="67009" y="1"/>
                  </a:lnTo>
                  <a:close/>
                </a:path>
              </a:pathLst>
            </a:custGeom>
            <a:solidFill>
              <a:srgbClr val="FDB813"/>
            </a:solidFill>
            <a:ln>
              <a:noFill/>
            </a:ln>
          </p:spPr>
          <p:txBody>
            <a:bodyPr spcFirstLastPara="1" wrap="square" lIns="57225" tIns="57225" rIns="57225" bIns="57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7"/>
            <p:cNvSpPr/>
            <p:nvPr/>
          </p:nvSpPr>
          <p:spPr>
            <a:xfrm>
              <a:off x="6313144" y="2145809"/>
              <a:ext cx="1366839" cy="442049"/>
            </a:xfrm>
            <a:custGeom>
              <a:avLst/>
              <a:gdLst/>
              <a:ahLst/>
              <a:cxnLst/>
              <a:rect l="l" t="t" r="r" b="b"/>
              <a:pathLst>
                <a:path w="69710" h="22542" extrusionOk="0">
                  <a:moveTo>
                    <a:pt x="11373" y="1"/>
                  </a:moveTo>
                  <a:lnTo>
                    <a:pt x="10923" y="42"/>
                  </a:lnTo>
                  <a:lnTo>
                    <a:pt x="10473" y="123"/>
                  </a:lnTo>
                  <a:lnTo>
                    <a:pt x="10064" y="287"/>
                  </a:lnTo>
                  <a:lnTo>
                    <a:pt x="9695" y="492"/>
                  </a:lnTo>
                  <a:lnTo>
                    <a:pt x="9327" y="737"/>
                  </a:lnTo>
                  <a:lnTo>
                    <a:pt x="9000" y="1064"/>
                  </a:lnTo>
                  <a:lnTo>
                    <a:pt x="8755" y="1392"/>
                  </a:lnTo>
                  <a:lnTo>
                    <a:pt x="8509" y="1801"/>
                  </a:lnTo>
                  <a:lnTo>
                    <a:pt x="286" y="18614"/>
                  </a:lnTo>
                  <a:lnTo>
                    <a:pt x="164" y="18942"/>
                  </a:lnTo>
                  <a:lnTo>
                    <a:pt x="41" y="19310"/>
                  </a:lnTo>
                  <a:lnTo>
                    <a:pt x="0" y="19637"/>
                  </a:lnTo>
                  <a:lnTo>
                    <a:pt x="0" y="20005"/>
                  </a:lnTo>
                  <a:lnTo>
                    <a:pt x="41" y="20332"/>
                  </a:lnTo>
                  <a:lnTo>
                    <a:pt x="164" y="20660"/>
                  </a:lnTo>
                  <a:lnTo>
                    <a:pt x="286" y="20987"/>
                  </a:lnTo>
                  <a:lnTo>
                    <a:pt x="409" y="21273"/>
                  </a:lnTo>
                  <a:lnTo>
                    <a:pt x="614" y="21519"/>
                  </a:lnTo>
                  <a:lnTo>
                    <a:pt x="859" y="21764"/>
                  </a:lnTo>
                  <a:lnTo>
                    <a:pt x="1105" y="22010"/>
                  </a:lnTo>
                  <a:lnTo>
                    <a:pt x="1391" y="22173"/>
                  </a:lnTo>
                  <a:lnTo>
                    <a:pt x="1677" y="22337"/>
                  </a:lnTo>
                  <a:lnTo>
                    <a:pt x="2045" y="22460"/>
                  </a:lnTo>
                  <a:lnTo>
                    <a:pt x="2373" y="22542"/>
                  </a:lnTo>
                  <a:lnTo>
                    <a:pt x="67336" y="22542"/>
                  </a:lnTo>
                  <a:lnTo>
                    <a:pt x="67705" y="22460"/>
                  </a:lnTo>
                  <a:lnTo>
                    <a:pt x="68032" y="22337"/>
                  </a:lnTo>
                  <a:lnTo>
                    <a:pt x="68359" y="22173"/>
                  </a:lnTo>
                  <a:lnTo>
                    <a:pt x="68645" y="21969"/>
                  </a:lnTo>
                  <a:lnTo>
                    <a:pt x="68891" y="21764"/>
                  </a:lnTo>
                  <a:lnTo>
                    <a:pt x="69136" y="21478"/>
                  </a:lnTo>
                  <a:lnTo>
                    <a:pt x="69300" y="21192"/>
                  </a:lnTo>
                  <a:lnTo>
                    <a:pt x="69464" y="20905"/>
                  </a:lnTo>
                  <a:lnTo>
                    <a:pt x="69586" y="20578"/>
                  </a:lnTo>
                  <a:lnTo>
                    <a:pt x="69668" y="20251"/>
                  </a:lnTo>
                  <a:lnTo>
                    <a:pt x="69709" y="19923"/>
                  </a:lnTo>
                  <a:lnTo>
                    <a:pt x="69709" y="19555"/>
                  </a:lnTo>
                  <a:lnTo>
                    <a:pt x="69627" y="19187"/>
                  </a:lnTo>
                  <a:lnTo>
                    <a:pt x="69505" y="18860"/>
                  </a:lnTo>
                  <a:lnTo>
                    <a:pt x="69382" y="18492"/>
                  </a:lnTo>
                  <a:lnTo>
                    <a:pt x="60136" y="1678"/>
                  </a:lnTo>
                  <a:lnTo>
                    <a:pt x="59891" y="1310"/>
                  </a:lnTo>
                  <a:lnTo>
                    <a:pt x="59645" y="983"/>
                  </a:lnTo>
                  <a:lnTo>
                    <a:pt x="59318" y="696"/>
                  </a:lnTo>
                  <a:lnTo>
                    <a:pt x="58991" y="451"/>
                  </a:lnTo>
                  <a:lnTo>
                    <a:pt x="58623" y="246"/>
                  </a:lnTo>
                  <a:lnTo>
                    <a:pt x="58214" y="123"/>
                  </a:lnTo>
                  <a:lnTo>
                    <a:pt x="57805" y="42"/>
                  </a:lnTo>
                  <a:lnTo>
                    <a:pt x="57355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57225" tIns="57225" rIns="57225" bIns="57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7"/>
            <p:cNvSpPr/>
            <p:nvPr/>
          </p:nvSpPr>
          <p:spPr>
            <a:xfrm>
              <a:off x="6293086" y="2725814"/>
              <a:ext cx="333700" cy="191766"/>
            </a:xfrm>
            <a:custGeom>
              <a:avLst/>
              <a:gdLst/>
              <a:ahLst/>
              <a:cxnLst/>
              <a:rect l="l" t="t" r="r" b="b"/>
              <a:pathLst>
                <a:path w="17019" h="9779" extrusionOk="0">
                  <a:moveTo>
                    <a:pt x="2128" y="1"/>
                  </a:moveTo>
                  <a:lnTo>
                    <a:pt x="1882" y="42"/>
                  </a:lnTo>
                  <a:lnTo>
                    <a:pt x="1678" y="83"/>
                  </a:lnTo>
                  <a:lnTo>
                    <a:pt x="1432" y="124"/>
                  </a:lnTo>
                  <a:lnTo>
                    <a:pt x="1228" y="205"/>
                  </a:lnTo>
                  <a:lnTo>
                    <a:pt x="1023" y="328"/>
                  </a:lnTo>
                  <a:lnTo>
                    <a:pt x="818" y="492"/>
                  </a:lnTo>
                  <a:lnTo>
                    <a:pt x="655" y="615"/>
                  </a:lnTo>
                  <a:lnTo>
                    <a:pt x="491" y="819"/>
                  </a:lnTo>
                  <a:lnTo>
                    <a:pt x="328" y="983"/>
                  </a:lnTo>
                  <a:lnTo>
                    <a:pt x="246" y="1187"/>
                  </a:lnTo>
                  <a:lnTo>
                    <a:pt x="123" y="1433"/>
                  </a:lnTo>
                  <a:lnTo>
                    <a:pt x="82" y="1678"/>
                  </a:lnTo>
                  <a:lnTo>
                    <a:pt x="41" y="1924"/>
                  </a:lnTo>
                  <a:lnTo>
                    <a:pt x="0" y="2169"/>
                  </a:lnTo>
                  <a:lnTo>
                    <a:pt x="0" y="7610"/>
                  </a:lnTo>
                  <a:lnTo>
                    <a:pt x="41" y="8060"/>
                  </a:lnTo>
                  <a:lnTo>
                    <a:pt x="164" y="8469"/>
                  </a:lnTo>
                  <a:lnTo>
                    <a:pt x="368" y="8837"/>
                  </a:lnTo>
                  <a:lnTo>
                    <a:pt x="655" y="9124"/>
                  </a:lnTo>
                  <a:lnTo>
                    <a:pt x="941" y="9410"/>
                  </a:lnTo>
                  <a:lnTo>
                    <a:pt x="1309" y="9615"/>
                  </a:lnTo>
                  <a:lnTo>
                    <a:pt x="1718" y="9737"/>
                  </a:lnTo>
                  <a:lnTo>
                    <a:pt x="2168" y="9778"/>
                  </a:lnTo>
                  <a:lnTo>
                    <a:pt x="15546" y="9778"/>
                  </a:lnTo>
                  <a:lnTo>
                    <a:pt x="15750" y="9696"/>
                  </a:lnTo>
                  <a:lnTo>
                    <a:pt x="15955" y="9655"/>
                  </a:lnTo>
                  <a:lnTo>
                    <a:pt x="16159" y="9574"/>
                  </a:lnTo>
                  <a:lnTo>
                    <a:pt x="16323" y="9451"/>
                  </a:lnTo>
                  <a:lnTo>
                    <a:pt x="16487" y="9328"/>
                  </a:lnTo>
                  <a:lnTo>
                    <a:pt x="16732" y="9001"/>
                  </a:lnTo>
                  <a:lnTo>
                    <a:pt x="16896" y="8633"/>
                  </a:lnTo>
                  <a:lnTo>
                    <a:pt x="16978" y="8428"/>
                  </a:lnTo>
                  <a:lnTo>
                    <a:pt x="16978" y="8224"/>
                  </a:lnTo>
                  <a:lnTo>
                    <a:pt x="17018" y="8019"/>
                  </a:lnTo>
                  <a:lnTo>
                    <a:pt x="16978" y="7815"/>
                  </a:lnTo>
                  <a:lnTo>
                    <a:pt x="16937" y="7610"/>
                  </a:lnTo>
                  <a:lnTo>
                    <a:pt x="16855" y="7405"/>
                  </a:lnTo>
                  <a:lnTo>
                    <a:pt x="16323" y="6219"/>
                  </a:lnTo>
                  <a:lnTo>
                    <a:pt x="16118" y="5810"/>
                  </a:lnTo>
                  <a:lnTo>
                    <a:pt x="15914" y="5442"/>
                  </a:lnTo>
                  <a:lnTo>
                    <a:pt x="15668" y="5074"/>
                  </a:lnTo>
                  <a:lnTo>
                    <a:pt x="15423" y="4705"/>
                  </a:lnTo>
                  <a:lnTo>
                    <a:pt x="15137" y="4378"/>
                  </a:lnTo>
                  <a:lnTo>
                    <a:pt x="14850" y="4051"/>
                  </a:lnTo>
                  <a:lnTo>
                    <a:pt x="14564" y="3765"/>
                  </a:lnTo>
                  <a:lnTo>
                    <a:pt x="14237" y="3478"/>
                  </a:lnTo>
                  <a:lnTo>
                    <a:pt x="13868" y="3233"/>
                  </a:lnTo>
                  <a:lnTo>
                    <a:pt x="13541" y="2987"/>
                  </a:lnTo>
                  <a:lnTo>
                    <a:pt x="13132" y="2742"/>
                  </a:lnTo>
                  <a:lnTo>
                    <a:pt x="12764" y="2578"/>
                  </a:lnTo>
                  <a:lnTo>
                    <a:pt x="12355" y="2374"/>
                  </a:lnTo>
                  <a:lnTo>
                    <a:pt x="11987" y="2210"/>
                  </a:lnTo>
                  <a:lnTo>
                    <a:pt x="11537" y="2087"/>
                  </a:lnTo>
                  <a:lnTo>
                    <a:pt x="11128" y="1965"/>
                  </a:lnTo>
                  <a:lnTo>
                    <a:pt x="2618" y="42"/>
                  </a:lnTo>
                  <a:lnTo>
                    <a:pt x="2373" y="1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spcFirstLastPara="1" wrap="square" lIns="57225" tIns="57225" rIns="57225" bIns="57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7"/>
            <p:cNvSpPr/>
            <p:nvPr/>
          </p:nvSpPr>
          <p:spPr>
            <a:xfrm>
              <a:off x="7370341" y="2725814"/>
              <a:ext cx="333700" cy="191766"/>
            </a:xfrm>
            <a:custGeom>
              <a:avLst/>
              <a:gdLst/>
              <a:ahLst/>
              <a:cxnLst/>
              <a:rect l="l" t="t" r="r" b="b"/>
              <a:pathLst>
                <a:path w="17019" h="9779" extrusionOk="0">
                  <a:moveTo>
                    <a:pt x="14605" y="1"/>
                  </a:moveTo>
                  <a:lnTo>
                    <a:pt x="14359" y="42"/>
                  </a:lnTo>
                  <a:lnTo>
                    <a:pt x="5891" y="1965"/>
                  </a:lnTo>
                  <a:lnTo>
                    <a:pt x="5441" y="2087"/>
                  </a:lnTo>
                  <a:lnTo>
                    <a:pt x="5032" y="2210"/>
                  </a:lnTo>
                  <a:lnTo>
                    <a:pt x="4623" y="2374"/>
                  </a:lnTo>
                  <a:lnTo>
                    <a:pt x="4255" y="2578"/>
                  </a:lnTo>
                  <a:lnTo>
                    <a:pt x="3846" y="2742"/>
                  </a:lnTo>
                  <a:lnTo>
                    <a:pt x="3477" y="2987"/>
                  </a:lnTo>
                  <a:lnTo>
                    <a:pt x="3150" y="3233"/>
                  </a:lnTo>
                  <a:lnTo>
                    <a:pt x="2782" y="3478"/>
                  </a:lnTo>
                  <a:lnTo>
                    <a:pt x="2455" y="3765"/>
                  </a:lnTo>
                  <a:lnTo>
                    <a:pt x="2168" y="4051"/>
                  </a:lnTo>
                  <a:lnTo>
                    <a:pt x="1882" y="4378"/>
                  </a:lnTo>
                  <a:lnTo>
                    <a:pt x="1596" y="4705"/>
                  </a:lnTo>
                  <a:lnTo>
                    <a:pt x="1350" y="5074"/>
                  </a:lnTo>
                  <a:lnTo>
                    <a:pt x="1105" y="5442"/>
                  </a:lnTo>
                  <a:lnTo>
                    <a:pt x="900" y="5810"/>
                  </a:lnTo>
                  <a:lnTo>
                    <a:pt x="696" y="6219"/>
                  </a:lnTo>
                  <a:lnTo>
                    <a:pt x="164" y="7405"/>
                  </a:lnTo>
                  <a:lnTo>
                    <a:pt x="82" y="7610"/>
                  </a:lnTo>
                  <a:lnTo>
                    <a:pt x="41" y="7815"/>
                  </a:lnTo>
                  <a:lnTo>
                    <a:pt x="0" y="8019"/>
                  </a:lnTo>
                  <a:lnTo>
                    <a:pt x="0" y="8224"/>
                  </a:lnTo>
                  <a:lnTo>
                    <a:pt x="41" y="8428"/>
                  </a:lnTo>
                  <a:lnTo>
                    <a:pt x="82" y="8633"/>
                  </a:lnTo>
                  <a:lnTo>
                    <a:pt x="287" y="9001"/>
                  </a:lnTo>
                  <a:lnTo>
                    <a:pt x="532" y="9328"/>
                  </a:lnTo>
                  <a:lnTo>
                    <a:pt x="696" y="9451"/>
                  </a:lnTo>
                  <a:lnTo>
                    <a:pt x="859" y="9574"/>
                  </a:lnTo>
                  <a:lnTo>
                    <a:pt x="1064" y="9655"/>
                  </a:lnTo>
                  <a:lnTo>
                    <a:pt x="1268" y="9696"/>
                  </a:lnTo>
                  <a:lnTo>
                    <a:pt x="1473" y="9778"/>
                  </a:lnTo>
                  <a:lnTo>
                    <a:pt x="14850" y="9778"/>
                  </a:lnTo>
                  <a:lnTo>
                    <a:pt x="15300" y="9737"/>
                  </a:lnTo>
                  <a:lnTo>
                    <a:pt x="15668" y="9615"/>
                  </a:lnTo>
                  <a:lnTo>
                    <a:pt x="16037" y="9410"/>
                  </a:lnTo>
                  <a:lnTo>
                    <a:pt x="16364" y="9124"/>
                  </a:lnTo>
                  <a:lnTo>
                    <a:pt x="16650" y="8837"/>
                  </a:lnTo>
                  <a:lnTo>
                    <a:pt x="16814" y="8469"/>
                  </a:lnTo>
                  <a:lnTo>
                    <a:pt x="16937" y="8060"/>
                  </a:lnTo>
                  <a:lnTo>
                    <a:pt x="17018" y="7610"/>
                  </a:lnTo>
                  <a:lnTo>
                    <a:pt x="17018" y="2169"/>
                  </a:lnTo>
                  <a:lnTo>
                    <a:pt x="16977" y="1924"/>
                  </a:lnTo>
                  <a:lnTo>
                    <a:pt x="16937" y="1678"/>
                  </a:lnTo>
                  <a:lnTo>
                    <a:pt x="16855" y="1433"/>
                  </a:lnTo>
                  <a:lnTo>
                    <a:pt x="16773" y="1187"/>
                  </a:lnTo>
                  <a:lnTo>
                    <a:pt x="16650" y="983"/>
                  </a:lnTo>
                  <a:lnTo>
                    <a:pt x="16527" y="819"/>
                  </a:lnTo>
                  <a:lnTo>
                    <a:pt x="16364" y="615"/>
                  </a:lnTo>
                  <a:lnTo>
                    <a:pt x="16200" y="492"/>
                  </a:lnTo>
                  <a:lnTo>
                    <a:pt x="15996" y="328"/>
                  </a:lnTo>
                  <a:lnTo>
                    <a:pt x="15791" y="205"/>
                  </a:lnTo>
                  <a:lnTo>
                    <a:pt x="15587" y="124"/>
                  </a:lnTo>
                  <a:lnTo>
                    <a:pt x="15341" y="83"/>
                  </a:lnTo>
                  <a:lnTo>
                    <a:pt x="15096" y="42"/>
                  </a:lnTo>
                  <a:lnTo>
                    <a:pt x="14891" y="1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spcFirstLastPara="1" wrap="square" lIns="57225" tIns="57225" rIns="57225" bIns="57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7"/>
            <p:cNvSpPr/>
            <p:nvPr/>
          </p:nvSpPr>
          <p:spPr>
            <a:xfrm>
              <a:off x="6370888" y="3063557"/>
              <a:ext cx="145997" cy="72224"/>
            </a:xfrm>
            <a:custGeom>
              <a:avLst/>
              <a:gdLst/>
              <a:ahLst/>
              <a:cxnLst/>
              <a:rect l="l" t="t" r="r" b="b"/>
              <a:pathLst>
                <a:path w="7446" h="3683" extrusionOk="0">
                  <a:moveTo>
                    <a:pt x="287" y="1"/>
                  </a:moveTo>
                  <a:lnTo>
                    <a:pt x="123" y="123"/>
                  </a:lnTo>
                  <a:lnTo>
                    <a:pt x="41" y="246"/>
                  </a:lnTo>
                  <a:lnTo>
                    <a:pt x="0" y="410"/>
                  </a:lnTo>
                  <a:lnTo>
                    <a:pt x="0" y="3232"/>
                  </a:lnTo>
                  <a:lnTo>
                    <a:pt x="41" y="3437"/>
                  </a:lnTo>
                  <a:lnTo>
                    <a:pt x="123" y="3560"/>
                  </a:lnTo>
                  <a:lnTo>
                    <a:pt x="287" y="3642"/>
                  </a:lnTo>
                  <a:lnTo>
                    <a:pt x="450" y="3682"/>
                  </a:lnTo>
                  <a:lnTo>
                    <a:pt x="6996" y="3682"/>
                  </a:lnTo>
                  <a:lnTo>
                    <a:pt x="7160" y="3642"/>
                  </a:lnTo>
                  <a:lnTo>
                    <a:pt x="7323" y="3560"/>
                  </a:lnTo>
                  <a:lnTo>
                    <a:pt x="7405" y="3437"/>
                  </a:lnTo>
                  <a:lnTo>
                    <a:pt x="7446" y="3232"/>
                  </a:lnTo>
                  <a:lnTo>
                    <a:pt x="7446" y="410"/>
                  </a:lnTo>
                  <a:lnTo>
                    <a:pt x="7405" y="246"/>
                  </a:lnTo>
                  <a:lnTo>
                    <a:pt x="7323" y="123"/>
                  </a:lnTo>
                  <a:lnTo>
                    <a:pt x="7160" y="1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spcFirstLastPara="1" wrap="square" lIns="57225" tIns="57225" rIns="57225" bIns="57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7"/>
            <p:cNvSpPr/>
            <p:nvPr/>
          </p:nvSpPr>
          <p:spPr>
            <a:xfrm>
              <a:off x="7464183" y="3063557"/>
              <a:ext cx="145997" cy="72224"/>
            </a:xfrm>
            <a:custGeom>
              <a:avLst/>
              <a:gdLst/>
              <a:ahLst/>
              <a:cxnLst/>
              <a:rect l="l" t="t" r="r" b="b"/>
              <a:pathLst>
                <a:path w="7446" h="3683" extrusionOk="0">
                  <a:moveTo>
                    <a:pt x="246" y="1"/>
                  </a:moveTo>
                  <a:lnTo>
                    <a:pt x="123" y="123"/>
                  </a:lnTo>
                  <a:lnTo>
                    <a:pt x="41" y="246"/>
                  </a:lnTo>
                  <a:lnTo>
                    <a:pt x="1" y="410"/>
                  </a:lnTo>
                  <a:lnTo>
                    <a:pt x="1" y="3232"/>
                  </a:lnTo>
                  <a:lnTo>
                    <a:pt x="41" y="3437"/>
                  </a:lnTo>
                  <a:lnTo>
                    <a:pt x="123" y="3560"/>
                  </a:lnTo>
                  <a:lnTo>
                    <a:pt x="246" y="3642"/>
                  </a:lnTo>
                  <a:lnTo>
                    <a:pt x="451" y="3682"/>
                  </a:lnTo>
                  <a:lnTo>
                    <a:pt x="6996" y="3682"/>
                  </a:lnTo>
                  <a:lnTo>
                    <a:pt x="7160" y="3642"/>
                  </a:lnTo>
                  <a:lnTo>
                    <a:pt x="7323" y="3560"/>
                  </a:lnTo>
                  <a:lnTo>
                    <a:pt x="7405" y="3437"/>
                  </a:lnTo>
                  <a:lnTo>
                    <a:pt x="7446" y="3232"/>
                  </a:lnTo>
                  <a:lnTo>
                    <a:pt x="7446" y="410"/>
                  </a:lnTo>
                  <a:lnTo>
                    <a:pt x="7405" y="246"/>
                  </a:lnTo>
                  <a:lnTo>
                    <a:pt x="7323" y="123"/>
                  </a:lnTo>
                  <a:lnTo>
                    <a:pt x="7160" y="1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spcFirstLastPara="1" wrap="square" lIns="57225" tIns="57225" rIns="57225" bIns="57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7"/>
            <p:cNvSpPr/>
            <p:nvPr/>
          </p:nvSpPr>
          <p:spPr>
            <a:xfrm>
              <a:off x="6706177" y="2892695"/>
              <a:ext cx="545461" cy="45731"/>
            </a:xfrm>
            <a:custGeom>
              <a:avLst/>
              <a:gdLst/>
              <a:ahLst/>
              <a:cxnLst/>
              <a:rect l="l" t="t" r="r" b="b"/>
              <a:pathLst>
                <a:path w="27819" h="2332" extrusionOk="0">
                  <a:moveTo>
                    <a:pt x="1146" y="0"/>
                  </a:moveTo>
                  <a:lnTo>
                    <a:pt x="900" y="41"/>
                  </a:lnTo>
                  <a:lnTo>
                    <a:pt x="696" y="123"/>
                  </a:lnTo>
                  <a:lnTo>
                    <a:pt x="491" y="205"/>
                  </a:lnTo>
                  <a:lnTo>
                    <a:pt x="328" y="368"/>
                  </a:lnTo>
                  <a:lnTo>
                    <a:pt x="164" y="532"/>
                  </a:lnTo>
                  <a:lnTo>
                    <a:pt x="82" y="736"/>
                  </a:lnTo>
                  <a:lnTo>
                    <a:pt x="0" y="941"/>
                  </a:lnTo>
                  <a:lnTo>
                    <a:pt x="0" y="1186"/>
                  </a:lnTo>
                  <a:lnTo>
                    <a:pt x="0" y="1432"/>
                  </a:lnTo>
                  <a:lnTo>
                    <a:pt x="82" y="1636"/>
                  </a:lnTo>
                  <a:lnTo>
                    <a:pt x="164" y="1841"/>
                  </a:lnTo>
                  <a:lnTo>
                    <a:pt x="328" y="2005"/>
                  </a:lnTo>
                  <a:lnTo>
                    <a:pt x="491" y="2168"/>
                  </a:lnTo>
                  <a:lnTo>
                    <a:pt x="696" y="2250"/>
                  </a:lnTo>
                  <a:lnTo>
                    <a:pt x="900" y="2332"/>
                  </a:lnTo>
                  <a:lnTo>
                    <a:pt x="26878" y="2332"/>
                  </a:lnTo>
                  <a:lnTo>
                    <a:pt x="27123" y="2250"/>
                  </a:lnTo>
                  <a:lnTo>
                    <a:pt x="27328" y="2168"/>
                  </a:lnTo>
                  <a:lnTo>
                    <a:pt x="27491" y="2005"/>
                  </a:lnTo>
                  <a:lnTo>
                    <a:pt x="27614" y="1841"/>
                  </a:lnTo>
                  <a:lnTo>
                    <a:pt x="27737" y="1636"/>
                  </a:lnTo>
                  <a:lnTo>
                    <a:pt x="27819" y="1432"/>
                  </a:lnTo>
                  <a:lnTo>
                    <a:pt x="27819" y="1186"/>
                  </a:lnTo>
                  <a:lnTo>
                    <a:pt x="27819" y="941"/>
                  </a:lnTo>
                  <a:lnTo>
                    <a:pt x="27737" y="736"/>
                  </a:lnTo>
                  <a:lnTo>
                    <a:pt x="27614" y="532"/>
                  </a:lnTo>
                  <a:lnTo>
                    <a:pt x="27491" y="368"/>
                  </a:lnTo>
                  <a:lnTo>
                    <a:pt x="27328" y="205"/>
                  </a:lnTo>
                  <a:lnTo>
                    <a:pt x="27123" y="123"/>
                  </a:lnTo>
                  <a:lnTo>
                    <a:pt x="26878" y="41"/>
                  </a:lnTo>
                  <a:lnTo>
                    <a:pt x="26673" y="0"/>
                  </a:lnTo>
                  <a:close/>
                </a:path>
              </a:pathLst>
            </a:custGeom>
            <a:solidFill>
              <a:srgbClr val="BC8B19"/>
            </a:solidFill>
            <a:ln>
              <a:noFill/>
            </a:ln>
          </p:spPr>
          <p:txBody>
            <a:bodyPr spcFirstLastPara="1" wrap="square" lIns="57225" tIns="57225" rIns="57225" bIns="57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7"/>
            <p:cNvSpPr/>
            <p:nvPr/>
          </p:nvSpPr>
          <p:spPr>
            <a:xfrm>
              <a:off x="6760725" y="2029482"/>
              <a:ext cx="478090" cy="47358"/>
            </a:xfrm>
            <a:custGeom>
              <a:avLst/>
              <a:gdLst/>
              <a:ahLst/>
              <a:cxnLst/>
              <a:rect l="l" t="t" r="r" b="b"/>
              <a:pathLst>
                <a:path w="24383" h="2415" extrusionOk="0">
                  <a:moveTo>
                    <a:pt x="0" y="1"/>
                  </a:moveTo>
                  <a:lnTo>
                    <a:pt x="0" y="2415"/>
                  </a:lnTo>
                  <a:lnTo>
                    <a:pt x="24382" y="2415"/>
                  </a:lnTo>
                  <a:lnTo>
                    <a:pt x="24382" y="1"/>
                  </a:lnTo>
                  <a:close/>
                </a:path>
              </a:pathLst>
            </a:custGeom>
            <a:solidFill>
              <a:srgbClr val="DDA216"/>
            </a:solidFill>
            <a:ln>
              <a:noFill/>
            </a:ln>
          </p:spPr>
          <p:txBody>
            <a:bodyPr spcFirstLastPara="1" wrap="square" lIns="57225" tIns="57225" rIns="57225" bIns="57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7"/>
            <p:cNvSpPr/>
            <p:nvPr/>
          </p:nvSpPr>
          <p:spPr>
            <a:xfrm>
              <a:off x="6789607" y="1878662"/>
              <a:ext cx="420326" cy="150840"/>
            </a:xfrm>
            <a:custGeom>
              <a:avLst/>
              <a:gdLst/>
              <a:ahLst/>
              <a:cxnLst/>
              <a:rect l="l" t="t" r="r" b="b"/>
              <a:pathLst>
                <a:path w="21437" h="7692" extrusionOk="0">
                  <a:moveTo>
                    <a:pt x="5114" y="1"/>
                  </a:moveTo>
                  <a:lnTo>
                    <a:pt x="4786" y="42"/>
                  </a:lnTo>
                  <a:lnTo>
                    <a:pt x="4459" y="83"/>
                  </a:lnTo>
                  <a:lnTo>
                    <a:pt x="4132" y="124"/>
                  </a:lnTo>
                  <a:lnTo>
                    <a:pt x="3845" y="206"/>
                  </a:lnTo>
                  <a:lnTo>
                    <a:pt x="3518" y="328"/>
                  </a:lnTo>
                  <a:lnTo>
                    <a:pt x="3232" y="492"/>
                  </a:lnTo>
                  <a:lnTo>
                    <a:pt x="2986" y="656"/>
                  </a:lnTo>
                  <a:lnTo>
                    <a:pt x="2700" y="819"/>
                  </a:lnTo>
                  <a:lnTo>
                    <a:pt x="2455" y="1024"/>
                  </a:lnTo>
                  <a:lnTo>
                    <a:pt x="2250" y="1228"/>
                  </a:lnTo>
                  <a:lnTo>
                    <a:pt x="2045" y="1474"/>
                  </a:lnTo>
                  <a:lnTo>
                    <a:pt x="1841" y="1760"/>
                  </a:lnTo>
                  <a:lnTo>
                    <a:pt x="1677" y="2006"/>
                  </a:lnTo>
                  <a:lnTo>
                    <a:pt x="1514" y="2292"/>
                  </a:lnTo>
                  <a:lnTo>
                    <a:pt x="1391" y="2619"/>
                  </a:lnTo>
                  <a:lnTo>
                    <a:pt x="1309" y="2946"/>
                  </a:lnTo>
                  <a:lnTo>
                    <a:pt x="0" y="7692"/>
                  </a:lnTo>
                  <a:lnTo>
                    <a:pt x="21436" y="7692"/>
                  </a:lnTo>
                  <a:lnTo>
                    <a:pt x="20127" y="2946"/>
                  </a:lnTo>
                  <a:lnTo>
                    <a:pt x="20045" y="2619"/>
                  </a:lnTo>
                  <a:lnTo>
                    <a:pt x="19923" y="2292"/>
                  </a:lnTo>
                  <a:lnTo>
                    <a:pt x="19759" y="2006"/>
                  </a:lnTo>
                  <a:lnTo>
                    <a:pt x="19595" y="1760"/>
                  </a:lnTo>
                  <a:lnTo>
                    <a:pt x="19391" y="1474"/>
                  </a:lnTo>
                  <a:lnTo>
                    <a:pt x="19186" y="1228"/>
                  </a:lnTo>
                  <a:lnTo>
                    <a:pt x="18982" y="1024"/>
                  </a:lnTo>
                  <a:lnTo>
                    <a:pt x="18736" y="819"/>
                  </a:lnTo>
                  <a:lnTo>
                    <a:pt x="18450" y="656"/>
                  </a:lnTo>
                  <a:lnTo>
                    <a:pt x="18205" y="492"/>
                  </a:lnTo>
                  <a:lnTo>
                    <a:pt x="17918" y="328"/>
                  </a:lnTo>
                  <a:lnTo>
                    <a:pt x="17591" y="206"/>
                  </a:lnTo>
                  <a:lnTo>
                    <a:pt x="17305" y="124"/>
                  </a:lnTo>
                  <a:lnTo>
                    <a:pt x="16977" y="83"/>
                  </a:lnTo>
                  <a:lnTo>
                    <a:pt x="16650" y="42"/>
                  </a:lnTo>
                  <a:lnTo>
                    <a:pt x="163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7225" tIns="57225" rIns="57225" bIns="57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7"/>
            <p:cNvSpPr/>
            <p:nvPr/>
          </p:nvSpPr>
          <p:spPr>
            <a:xfrm>
              <a:off x="6887448" y="1929216"/>
              <a:ext cx="53764" cy="64988"/>
            </a:xfrm>
            <a:custGeom>
              <a:avLst/>
              <a:gdLst/>
              <a:ahLst/>
              <a:cxnLst/>
              <a:rect l="l" t="t" r="r" b="b"/>
              <a:pathLst>
                <a:path w="2742" h="3314" extrusionOk="0">
                  <a:moveTo>
                    <a:pt x="1" y="0"/>
                  </a:moveTo>
                  <a:lnTo>
                    <a:pt x="1" y="655"/>
                  </a:lnTo>
                  <a:lnTo>
                    <a:pt x="983" y="655"/>
                  </a:lnTo>
                  <a:lnTo>
                    <a:pt x="983" y="3314"/>
                  </a:lnTo>
                  <a:lnTo>
                    <a:pt x="1719" y="3314"/>
                  </a:lnTo>
                  <a:lnTo>
                    <a:pt x="1719" y="655"/>
                  </a:lnTo>
                  <a:lnTo>
                    <a:pt x="2742" y="655"/>
                  </a:lnTo>
                  <a:lnTo>
                    <a:pt x="274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7225" tIns="57225" rIns="57225" bIns="57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7"/>
            <p:cNvSpPr/>
            <p:nvPr/>
          </p:nvSpPr>
          <p:spPr>
            <a:xfrm>
              <a:off x="6941192" y="1929216"/>
              <a:ext cx="73822" cy="64988"/>
            </a:xfrm>
            <a:custGeom>
              <a:avLst/>
              <a:gdLst/>
              <a:ahLst/>
              <a:cxnLst/>
              <a:rect l="l" t="t" r="r" b="b"/>
              <a:pathLst>
                <a:path w="3765" h="3314" extrusionOk="0">
                  <a:moveTo>
                    <a:pt x="1883" y="778"/>
                  </a:moveTo>
                  <a:lnTo>
                    <a:pt x="2455" y="2087"/>
                  </a:lnTo>
                  <a:lnTo>
                    <a:pt x="1310" y="2087"/>
                  </a:lnTo>
                  <a:lnTo>
                    <a:pt x="1883" y="778"/>
                  </a:lnTo>
                  <a:close/>
                  <a:moveTo>
                    <a:pt x="1474" y="0"/>
                  </a:moveTo>
                  <a:lnTo>
                    <a:pt x="1" y="3314"/>
                  </a:lnTo>
                  <a:lnTo>
                    <a:pt x="819" y="3314"/>
                  </a:lnTo>
                  <a:lnTo>
                    <a:pt x="1024" y="2741"/>
                  </a:lnTo>
                  <a:lnTo>
                    <a:pt x="2742" y="2741"/>
                  </a:lnTo>
                  <a:lnTo>
                    <a:pt x="2987" y="3314"/>
                  </a:lnTo>
                  <a:lnTo>
                    <a:pt x="3764" y="3314"/>
                  </a:lnTo>
                  <a:lnTo>
                    <a:pt x="229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7225" tIns="57225" rIns="57225" bIns="57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37"/>
            <p:cNvSpPr/>
            <p:nvPr/>
          </p:nvSpPr>
          <p:spPr>
            <a:xfrm>
              <a:off x="7022210" y="1929216"/>
              <a:ext cx="62587" cy="64988"/>
            </a:xfrm>
            <a:custGeom>
              <a:avLst/>
              <a:gdLst/>
              <a:ahLst/>
              <a:cxnLst/>
              <a:rect l="l" t="t" r="r" b="b"/>
              <a:pathLst>
                <a:path w="3192" h="3314" extrusionOk="0">
                  <a:moveTo>
                    <a:pt x="1" y="0"/>
                  </a:moveTo>
                  <a:lnTo>
                    <a:pt x="1" y="41"/>
                  </a:lnTo>
                  <a:lnTo>
                    <a:pt x="1146" y="1678"/>
                  </a:lnTo>
                  <a:lnTo>
                    <a:pt x="1" y="3314"/>
                  </a:lnTo>
                  <a:lnTo>
                    <a:pt x="819" y="3314"/>
                  </a:lnTo>
                  <a:lnTo>
                    <a:pt x="1596" y="2168"/>
                  </a:lnTo>
                  <a:lnTo>
                    <a:pt x="2373" y="3314"/>
                  </a:lnTo>
                  <a:lnTo>
                    <a:pt x="3192" y="3314"/>
                  </a:lnTo>
                  <a:lnTo>
                    <a:pt x="2087" y="1678"/>
                  </a:lnTo>
                  <a:lnTo>
                    <a:pt x="3192" y="41"/>
                  </a:lnTo>
                  <a:lnTo>
                    <a:pt x="3192" y="0"/>
                  </a:lnTo>
                  <a:lnTo>
                    <a:pt x="2373" y="0"/>
                  </a:lnTo>
                  <a:lnTo>
                    <a:pt x="1596" y="1187"/>
                  </a:lnTo>
                  <a:lnTo>
                    <a:pt x="81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7225" tIns="57225" rIns="57225" bIns="57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7"/>
            <p:cNvSpPr/>
            <p:nvPr/>
          </p:nvSpPr>
          <p:spPr>
            <a:xfrm>
              <a:off x="7097621" y="1929216"/>
              <a:ext cx="14451" cy="64988"/>
            </a:xfrm>
            <a:custGeom>
              <a:avLst/>
              <a:gdLst/>
              <a:ahLst/>
              <a:cxnLst/>
              <a:rect l="l" t="t" r="r" b="b"/>
              <a:pathLst>
                <a:path w="737" h="3314" extrusionOk="0">
                  <a:moveTo>
                    <a:pt x="0" y="0"/>
                  </a:moveTo>
                  <a:lnTo>
                    <a:pt x="0" y="3314"/>
                  </a:lnTo>
                  <a:lnTo>
                    <a:pt x="736" y="3314"/>
                  </a:lnTo>
                  <a:lnTo>
                    <a:pt x="73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7225" tIns="57225" rIns="57225" bIns="57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37"/>
            <p:cNvSpPr/>
            <p:nvPr/>
          </p:nvSpPr>
          <p:spPr>
            <a:xfrm>
              <a:off x="6823288" y="1251205"/>
              <a:ext cx="333695" cy="511157"/>
            </a:xfrm>
            <a:custGeom>
              <a:avLst/>
              <a:gdLst/>
              <a:ahLst/>
              <a:cxnLst/>
              <a:rect l="l" t="t" r="r" b="b"/>
              <a:pathLst>
                <a:path w="23319" h="35714" extrusionOk="0">
                  <a:moveTo>
                    <a:pt x="11291" y="0"/>
                  </a:moveTo>
                  <a:lnTo>
                    <a:pt x="10514" y="41"/>
                  </a:lnTo>
                  <a:lnTo>
                    <a:pt x="9696" y="164"/>
                  </a:lnTo>
                  <a:lnTo>
                    <a:pt x="8877" y="327"/>
                  </a:lnTo>
                  <a:lnTo>
                    <a:pt x="8059" y="532"/>
                  </a:lnTo>
                  <a:lnTo>
                    <a:pt x="7241" y="818"/>
                  </a:lnTo>
                  <a:lnTo>
                    <a:pt x="6423" y="1145"/>
                  </a:lnTo>
                  <a:lnTo>
                    <a:pt x="5605" y="1555"/>
                  </a:lnTo>
                  <a:lnTo>
                    <a:pt x="5073" y="1841"/>
                  </a:lnTo>
                  <a:lnTo>
                    <a:pt x="4500" y="2250"/>
                  </a:lnTo>
                  <a:lnTo>
                    <a:pt x="3968" y="2700"/>
                  </a:lnTo>
                  <a:lnTo>
                    <a:pt x="3396" y="3191"/>
                  </a:lnTo>
                  <a:lnTo>
                    <a:pt x="2905" y="3723"/>
                  </a:lnTo>
                  <a:lnTo>
                    <a:pt x="2455" y="4255"/>
                  </a:lnTo>
                  <a:lnTo>
                    <a:pt x="2046" y="4786"/>
                  </a:lnTo>
                  <a:lnTo>
                    <a:pt x="1718" y="5318"/>
                  </a:lnTo>
                  <a:lnTo>
                    <a:pt x="1309" y="6095"/>
                  </a:lnTo>
                  <a:lnTo>
                    <a:pt x="941" y="6914"/>
                  </a:lnTo>
                  <a:lnTo>
                    <a:pt x="655" y="7691"/>
                  </a:lnTo>
                  <a:lnTo>
                    <a:pt x="409" y="8468"/>
                  </a:lnTo>
                  <a:lnTo>
                    <a:pt x="246" y="9205"/>
                  </a:lnTo>
                  <a:lnTo>
                    <a:pt x="123" y="9982"/>
                  </a:lnTo>
                  <a:lnTo>
                    <a:pt x="41" y="10718"/>
                  </a:lnTo>
                  <a:lnTo>
                    <a:pt x="0" y="11495"/>
                  </a:lnTo>
                  <a:lnTo>
                    <a:pt x="0" y="12232"/>
                  </a:lnTo>
                  <a:lnTo>
                    <a:pt x="41" y="12927"/>
                  </a:lnTo>
                  <a:lnTo>
                    <a:pt x="164" y="13623"/>
                  </a:lnTo>
                  <a:lnTo>
                    <a:pt x="287" y="14318"/>
                  </a:lnTo>
                  <a:lnTo>
                    <a:pt x="491" y="15014"/>
                  </a:lnTo>
                  <a:lnTo>
                    <a:pt x="696" y="15668"/>
                  </a:lnTo>
                  <a:lnTo>
                    <a:pt x="982" y="16323"/>
                  </a:lnTo>
                  <a:lnTo>
                    <a:pt x="1268" y="16936"/>
                  </a:lnTo>
                  <a:lnTo>
                    <a:pt x="1350" y="17100"/>
                  </a:lnTo>
                  <a:lnTo>
                    <a:pt x="1473" y="17345"/>
                  </a:lnTo>
                  <a:lnTo>
                    <a:pt x="11659" y="35714"/>
                  </a:lnTo>
                  <a:lnTo>
                    <a:pt x="21846" y="17305"/>
                  </a:lnTo>
                  <a:lnTo>
                    <a:pt x="21927" y="17141"/>
                  </a:lnTo>
                  <a:lnTo>
                    <a:pt x="21968" y="17059"/>
                  </a:lnTo>
                  <a:lnTo>
                    <a:pt x="22255" y="16445"/>
                  </a:lnTo>
                  <a:lnTo>
                    <a:pt x="22541" y="15791"/>
                  </a:lnTo>
                  <a:lnTo>
                    <a:pt x="22746" y="15136"/>
                  </a:lnTo>
                  <a:lnTo>
                    <a:pt x="22950" y="14482"/>
                  </a:lnTo>
                  <a:lnTo>
                    <a:pt x="23114" y="13786"/>
                  </a:lnTo>
                  <a:lnTo>
                    <a:pt x="23196" y="13091"/>
                  </a:lnTo>
                  <a:lnTo>
                    <a:pt x="23277" y="12395"/>
                  </a:lnTo>
                  <a:lnTo>
                    <a:pt x="23318" y="11659"/>
                  </a:lnTo>
                  <a:lnTo>
                    <a:pt x="23277" y="10882"/>
                  </a:lnTo>
                  <a:lnTo>
                    <a:pt x="23196" y="10105"/>
                  </a:lnTo>
                  <a:lnTo>
                    <a:pt x="23073" y="9368"/>
                  </a:lnTo>
                  <a:lnTo>
                    <a:pt x="22909" y="8632"/>
                  </a:lnTo>
                  <a:lnTo>
                    <a:pt x="22705" y="7895"/>
                  </a:lnTo>
                  <a:lnTo>
                    <a:pt x="22418" y="7200"/>
                  </a:lnTo>
                  <a:lnTo>
                    <a:pt x="22132" y="6545"/>
                  </a:lnTo>
                  <a:lnTo>
                    <a:pt x="21764" y="5891"/>
                  </a:lnTo>
                  <a:lnTo>
                    <a:pt x="21396" y="5277"/>
                  </a:lnTo>
                  <a:lnTo>
                    <a:pt x="20987" y="4664"/>
                  </a:lnTo>
                  <a:lnTo>
                    <a:pt x="20537" y="4091"/>
                  </a:lnTo>
                  <a:lnTo>
                    <a:pt x="20046" y="3559"/>
                  </a:lnTo>
                  <a:lnTo>
                    <a:pt x="19514" y="3068"/>
                  </a:lnTo>
                  <a:lnTo>
                    <a:pt x="18941" y="2577"/>
                  </a:lnTo>
                  <a:lnTo>
                    <a:pt x="18368" y="2127"/>
                  </a:lnTo>
                  <a:lnTo>
                    <a:pt x="17755" y="1718"/>
                  </a:lnTo>
                  <a:lnTo>
                    <a:pt x="17141" y="1350"/>
                  </a:lnTo>
                  <a:lnTo>
                    <a:pt x="16487" y="1064"/>
                  </a:lnTo>
                  <a:lnTo>
                    <a:pt x="15791" y="777"/>
                  </a:lnTo>
                  <a:lnTo>
                    <a:pt x="15096" y="532"/>
                  </a:lnTo>
                  <a:lnTo>
                    <a:pt x="14359" y="327"/>
                  </a:lnTo>
                  <a:lnTo>
                    <a:pt x="13623" y="164"/>
                  </a:lnTo>
                  <a:lnTo>
                    <a:pt x="12846" y="82"/>
                  </a:lnTo>
                  <a:lnTo>
                    <a:pt x="12109" y="0"/>
                  </a:lnTo>
                  <a:close/>
                </a:path>
              </a:pathLst>
            </a:custGeom>
            <a:solidFill>
              <a:srgbClr val="145CFC"/>
            </a:solidFill>
            <a:ln>
              <a:noFill/>
            </a:ln>
          </p:spPr>
          <p:txBody>
            <a:bodyPr spcFirstLastPara="1" wrap="square" lIns="57225" tIns="57225" rIns="57225" bIns="57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7"/>
            <p:cNvSpPr/>
            <p:nvPr/>
          </p:nvSpPr>
          <p:spPr>
            <a:xfrm>
              <a:off x="6915775" y="1342531"/>
              <a:ext cx="148123" cy="147562"/>
            </a:xfrm>
            <a:custGeom>
              <a:avLst/>
              <a:gdLst/>
              <a:ahLst/>
              <a:cxnLst/>
              <a:rect l="l" t="t" r="r" b="b"/>
              <a:pathLst>
                <a:path w="10351" h="10310" extrusionOk="0">
                  <a:moveTo>
                    <a:pt x="4664" y="1"/>
                  </a:moveTo>
                  <a:lnTo>
                    <a:pt x="4133" y="83"/>
                  </a:lnTo>
                  <a:lnTo>
                    <a:pt x="3642" y="205"/>
                  </a:lnTo>
                  <a:lnTo>
                    <a:pt x="3151" y="410"/>
                  </a:lnTo>
                  <a:lnTo>
                    <a:pt x="2701" y="614"/>
                  </a:lnTo>
                  <a:lnTo>
                    <a:pt x="2292" y="860"/>
                  </a:lnTo>
                  <a:lnTo>
                    <a:pt x="1883" y="1187"/>
                  </a:lnTo>
                  <a:lnTo>
                    <a:pt x="1514" y="1514"/>
                  </a:lnTo>
                  <a:lnTo>
                    <a:pt x="1187" y="1883"/>
                  </a:lnTo>
                  <a:lnTo>
                    <a:pt x="901" y="2251"/>
                  </a:lnTo>
                  <a:lnTo>
                    <a:pt x="655" y="2701"/>
                  </a:lnTo>
                  <a:lnTo>
                    <a:pt x="410" y="3151"/>
                  </a:lnTo>
                  <a:lnTo>
                    <a:pt x="246" y="3601"/>
                  </a:lnTo>
                  <a:lnTo>
                    <a:pt x="124" y="4092"/>
                  </a:lnTo>
                  <a:lnTo>
                    <a:pt x="42" y="4624"/>
                  </a:lnTo>
                  <a:lnTo>
                    <a:pt x="1" y="5155"/>
                  </a:lnTo>
                  <a:lnTo>
                    <a:pt x="42" y="5687"/>
                  </a:lnTo>
                  <a:lnTo>
                    <a:pt x="124" y="6178"/>
                  </a:lnTo>
                  <a:lnTo>
                    <a:pt x="246" y="6669"/>
                  </a:lnTo>
                  <a:lnTo>
                    <a:pt x="410" y="7160"/>
                  </a:lnTo>
                  <a:lnTo>
                    <a:pt x="655" y="7610"/>
                  </a:lnTo>
                  <a:lnTo>
                    <a:pt x="901" y="8019"/>
                  </a:lnTo>
                  <a:lnTo>
                    <a:pt x="1187" y="8428"/>
                  </a:lnTo>
                  <a:lnTo>
                    <a:pt x="1514" y="8796"/>
                  </a:lnTo>
                  <a:lnTo>
                    <a:pt x="1883" y="9124"/>
                  </a:lnTo>
                  <a:lnTo>
                    <a:pt x="2292" y="9451"/>
                  </a:lnTo>
                  <a:lnTo>
                    <a:pt x="2701" y="9696"/>
                  </a:lnTo>
                  <a:lnTo>
                    <a:pt x="3151" y="9901"/>
                  </a:lnTo>
                  <a:lnTo>
                    <a:pt x="3642" y="10064"/>
                  </a:lnTo>
                  <a:lnTo>
                    <a:pt x="4133" y="10228"/>
                  </a:lnTo>
                  <a:lnTo>
                    <a:pt x="4664" y="10269"/>
                  </a:lnTo>
                  <a:lnTo>
                    <a:pt x="5196" y="10310"/>
                  </a:lnTo>
                  <a:lnTo>
                    <a:pt x="5728" y="10269"/>
                  </a:lnTo>
                  <a:lnTo>
                    <a:pt x="6219" y="10228"/>
                  </a:lnTo>
                  <a:lnTo>
                    <a:pt x="6710" y="10064"/>
                  </a:lnTo>
                  <a:lnTo>
                    <a:pt x="7201" y="9901"/>
                  </a:lnTo>
                  <a:lnTo>
                    <a:pt x="7651" y="9696"/>
                  </a:lnTo>
                  <a:lnTo>
                    <a:pt x="8060" y="9451"/>
                  </a:lnTo>
                  <a:lnTo>
                    <a:pt x="8469" y="9124"/>
                  </a:lnTo>
                  <a:lnTo>
                    <a:pt x="8837" y="8796"/>
                  </a:lnTo>
                  <a:lnTo>
                    <a:pt x="9164" y="8428"/>
                  </a:lnTo>
                  <a:lnTo>
                    <a:pt x="9451" y="8019"/>
                  </a:lnTo>
                  <a:lnTo>
                    <a:pt x="9737" y="7610"/>
                  </a:lnTo>
                  <a:lnTo>
                    <a:pt x="9942" y="7160"/>
                  </a:lnTo>
                  <a:lnTo>
                    <a:pt x="10105" y="6669"/>
                  </a:lnTo>
                  <a:lnTo>
                    <a:pt x="10228" y="6178"/>
                  </a:lnTo>
                  <a:lnTo>
                    <a:pt x="10310" y="5687"/>
                  </a:lnTo>
                  <a:lnTo>
                    <a:pt x="10351" y="5155"/>
                  </a:lnTo>
                  <a:lnTo>
                    <a:pt x="10310" y="4624"/>
                  </a:lnTo>
                  <a:lnTo>
                    <a:pt x="10228" y="4092"/>
                  </a:lnTo>
                  <a:lnTo>
                    <a:pt x="10105" y="3601"/>
                  </a:lnTo>
                  <a:lnTo>
                    <a:pt x="9942" y="3151"/>
                  </a:lnTo>
                  <a:lnTo>
                    <a:pt x="9737" y="2701"/>
                  </a:lnTo>
                  <a:lnTo>
                    <a:pt x="9451" y="2251"/>
                  </a:lnTo>
                  <a:lnTo>
                    <a:pt x="9164" y="1883"/>
                  </a:lnTo>
                  <a:lnTo>
                    <a:pt x="8837" y="1514"/>
                  </a:lnTo>
                  <a:lnTo>
                    <a:pt x="8469" y="1187"/>
                  </a:lnTo>
                  <a:lnTo>
                    <a:pt x="8060" y="860"/>
                  </a:lnTo>
                  <a:lnTo>
                    <a:pt x="7651" y="614"/>
                  </a:lnTo>
                  <a:lnTo>
                    <a:pt x="7201" y="410"/>
                  </a:lnTo>
                  <a:lnTo>
                    <a:pt x="6710" y="205"/>
                  </a:lnTo>
                  <a:lnTo>
                    <a:pt x="6219" y="83"/>
                  </a:lnTo>
                  <a:lnTo>
                    <a:pt x="57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7225" tIns="57225" rIns="57225" bIns="57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50" name="Google Shape;750;p37"/>
          <p:cNvPicPr preferRelativeResize="0"/>
          <p:nvPr/>
        </p:nvPicPr>
        <p:blipFill rotWithShape="1">
          <a:blip r:embed="rId3">
            <a:alphaModFix/>
          </a:blip>
          <a:srcRect t="10023"/>
          <a:stretch/>
        </p:blipFill>
        <p:spPr>
          <a:xfrm rot="-8863374">
            <a:off x="5208190" y="552427"/>
            <a:ext cx="1626997" cy="2196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750"/>
        </a:solidFill>
        <a:effectLst/>
      </p:bgPr>
    </p:bg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38"/>
          <p:cNvSpPr txBox="1">
            <a:spLocks noGrp="1"/>
          </p:cNvSpPr>
          <p:nvPr>
            <p:ph type="title"/>
          </p:nvPr>
        </p:nvSpPr>
        <p:spPr>
          <a:xfrm>
            <a:off x="268683" y="640229"/>
            <a:ext cx="5436000" cy="396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370" b="1">
                <a:latin typeface="Oswald"/>
                <a:ea typeface="Oswald"/>
                <a:cs typeface="Oswald"/>
                <a:sym typeface="Oswald"/>
              </a:rPr>
              <a:t>    Customer Review &amp; Sentiment Analysis</a:t>
            </a:r>
            <a:endParaRPr sz="2370" b="1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SzPts val="990"/>
              <a:buNone/>
            </a:pPr>
            <a:endParaRPr sz="252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56" name="Google Shape;756;p38"/>
          <p:cNvSpPr txBox="1"/>
          <p:nvPr/>
        </p:nvSpPr>
        <p:spPr>
          <a:xfrm>
            <a:off x="687525" y="3931972"/>
            <a:ext cx="5127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🟢 | ▰▰▰▰▰▰▰▰▰▰▰▰▰▰▰▰▰▰▰▰▰▰▏ | 45%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⚪ | ▰▰▰▰▰▰▰▏                     | 20%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🔴 | ▰▰▰▰▰▰▰▰▰▰▰▰▰▏               | 35%</a:t>
            </a:r>
            <a:endParaRPr/>
          </a:p>
        </p:txBody>
      </p:sp>
      <p:graphicFrame>
        <p:nvGraphicFramePr>
          <p:cNvPr id="757" name="Google Shape;757;p38"/>
          <p:cNvGraphicFramePr/>
          <p:nvPr/>
        </p:nvGraphicFramePr>
        <p:xfrm>
          <a:off x="687525" y="11454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{85018C48-59F7-4E2F-BC6C-F2FD70ED93FA}</a:tableStyleId>
              </a:tblPr>
              <a:tblGrid>
                <a:gridCol w="1249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4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Sentiment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7C9DE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               Highlights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7C9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🟢 Positive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</a:rPr>
                        <a:t>(4–5★)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User-friendly app • Good service                         • Fast rides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• Affordability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⚪ Neutral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GPS mismatch • Helmet inconsistency                • Payment mismatch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🔴 Negative </a:t>
                      </a:r>
                      <a:r>
                        <a:rPr lang="en" sz="1100" b="1">
                          <a:solidFill>
                            <a:schemeClr val="dk1"/>
                          </a:solidFill>
                        </a:rPr>
                        <a:t>(1–2★)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Cancellations • Safety issues • Delayed pickup  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 • </a:t>
                      </a:r>
                      <a:r>
                        <a:rPr lang="en"/>
                        <a:t>Refund delays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58" name="Google Shape;758;p38"/>
          <p:cNvGraphicFramePr/>
          <p:nvPr/>
        </p:nvGraphicFramePr>
        <p:xfrm>
          <a:off x="6115208" y="3794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{85018C48-59F7-4E2F-BC6C-F2FD70ED93FA}</a:tableStyleId>
              </a:tblPr>
              <a:tblGrid>
                <a:gridCol w="27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5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Some real customer reviews</a:t>
                      </a:r>
                      <a:endParaRPr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L="91425" marR="91425" marT="91425" marB="91425">
                    <a:solidFill>
                      <a:srgbClr val="BAD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1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🟢 Positive - “Reached my destination in half the time — bikes cut through traffic like magic.”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1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🟢 Positive - “Found a ride in under 30 seconds — faster than Ola/Uber even in crowded areas.”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9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🔴 Negative - “Driver showed a manipulated fare screen — almost double the amount.”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9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🔴 Negative - “Captain cancelled after arriving just to force offline payment.”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59" name="Google Shape;759;p38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{4E5A4C81-9847-49EB-8ECB-FB480C47FDA3}</a:tableStyleId>
              </a:tblPr>
              <a:tblGrid>
                <a:gridCol w="20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750"/>
        </a:solidFill>
        <a:effectLst/>
      </p:bgPr>
    </p:bg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39"/>
          <p:cNvSpPr txBox="1">
            <a:spLocks noGrp="1"/>
          </p:cNvSpPr>
          <p:nvPr>
            <p:ph type="title"/>
          </p:nvPr>
        </p:nvSpPr>
        <p:spPr>
          <a:xfrm>
            <a:off x="521000" y="216221"/>
            <a:ext cx="6187800" cy="6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 Competitor Comparison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graphicFrame>
        <p:nvGraphicFramePr>
          <p:cNvPr id="765" name="Google Shape;765;p39"/>
          <p:cNvGraphicFramePr/>
          <p:nvPr/>
        </p:nvGraphicFramePr>
        <p:xfrm>
          <a:off x="520997" y="9418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{85018C48-59F7-4E2F-BC6C-F2FD70ED93FA}</a:tableStyleId>
              </a:tblPr>
              <a:tblGrid>
                <a:gridCol w="2009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9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9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9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1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b="1">
                          <a:solidFill>
                            <a:srgbClr val="2D2D2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Feature</a:t>
                      </a:r>
                      <a:endParaRPr sz="1500" b="1">
                        <a:solidFill>
                          <a:srgbClr val="2D2D2D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b="1">
                          <a:solidFill>
                            <a:srgbClr val="2D2D2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Rapido</a:t>
                      </a:r>
                      <a:endParaRPr sz="1500" b="1">
                        <a:solidFill>
                          <a:srgbClr val="2D2D2D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b="1">
                          <a:solidFill>
                            <a:srgbClr val="2D2D2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Ola</a:t>
                      </a:r>
                      <a:endParaRPr sz="1500" b="1">
                        <a:solidFill>
                          <a:srgbClr val="2D2D2D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b="1">
                          <a:solidFill>
                            <a:srgbClr val="2D2D2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Uber</a:t>
                      </a:r>
                      <a:endParaRPr sz="1500" b="1">
                        <a:solidFill>
                          <a:srgbClr val="2D2D2D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Delivery (Speed &amp; Reliability)</a:t>
                      </a: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⭐ </a:t>
                      </a:r>
                      <a:r>
                        <a:rPr lang="en" sz="1100" b="1">
                          <a:solidFill>
                            <a:srgbClr val="0E9C4A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Fastest in city traffic (bike advantage)</a:t>
                      </a:r>
                      <a:endParaRPr sz="1100" b="1">
                        <a:solidFill>
                          <a:srgbClr val="0E9C4A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Moderate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Moderate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Product Variety</a:t>
                      </a: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Bike, Auto, Cab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Cab, Auto, Bike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Cab, Auto, Moto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Pricing</a:t>
                      </a: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⭐</a:t>
                      </a:r>
                      <a:r>
                        <a:rPr lang="en" sz="1100">
                          <a:solidFill>
                            <a:srgbClr val="0E9C4A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" sz="1100" b="1">
                          <a:solidFill>
                            <a:srgbClr val="0E9C4A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Cheapest (30–40% cheaper)</a:t>
                      </a:r>
                      <a:endParaRPr sz="1100" b="1">
                        <a:solidFill>
                          <a:srgbClr val="0E9C4A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Moderate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High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App Experience</a:t>
                      </a: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Simple, fast, lightweight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Feature-rich but heavy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Smooth UI, global UX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1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Customer Satisfaction</a:t>
                      </a: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⭐ </a:t>
                      </a: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High for both speed &amp; pricing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Mixed (pricing issues)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High for quality, lower for pricing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1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Availability</a:t>
                      </a: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100+ cities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250+ cities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100+ cities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4975">
                <a:tc>
                  <a:txBody>
                    <a:bodyPr/>
                    <a:lstStyle/>
                    <a:p>
                      <a:pPr marL="0" lvl="0" indent="22860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Market Share (Bike)</a:t>
                      </a: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rgbClr val="0E9C4A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      61%</a:t>
                      </a:r>
                      <a:endParaRPr sz="1100" b="1">
                        <a:solidFill>
                          <a:srgbClr val="0E9C4A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         Low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Low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766" name="Google Shape;766;p39"/>
          <p:cNvGrpSpPr/>
          <p:nvPr/>
        </p:nvGrpSpPr>
        <p:grpSpPr>
          <a:xfrm>
            <a:off x="7862146" y="68853"/>
            <a:ext cx="1011157" cy="873042"/>
            <a:chOff x="5525450" y="2514600"/>
            <a:chExt cx="2599375" cy="2244325"/>
          </a:xfrm>
        </p:grpSpPr>
        <p:sp>
          <p:nvSpPr>
            <p:cNvPr id="767" name="Google Shape;767;p39"/>
            <p:cNvSpPr/>
            <p:nvPr/>
          </p:nvSpPr>
          <p:spPr>
            <a:xfrm>
              <a:off x="5619600" y="4389150"/>
              <a:ext cx="2372175" cy="369775"/>
            </a:xfrm>
            <a:custGeom>
              <a:avLst/>
              <a:gdLst/>
              <a:ahLst/>
              <a:cxnLst/>
              <a:rect l="l" t="t" r="r" b="b"/>
              <a:pathLst>
                <a:path w="94887" h="14791" extrusionOk="0">
                  <a:moveTo>
                    <a:pt x="17232" y="1"/>
                  </a:moveTo>
                  <a:lnTo>
                    <a:pt x="15296" y="295"/>
                  </a:lnTo>
                  <a:lnTo>
                    <a:pt x="13466" y="611"/>
                  </a:lnTo>
                  <a:lnTo>
                    <a:pt x="11741" y="947"/>
                  </a:lnTo>
                  <a:lnTo>
                    <a:pt x="10100" y="1284"/>
                  </a:lnTo>
                  <a:lnTo>
                    <a:pt x="8564" y="1663"/>
                  </a:lnTo>
                  <a:lnTo>
                    <a:pt x="7154" y="2041"/>
                  </a:lnTo>
                  <a:lnTo>
                    <a:pt x="5850" y="2420"/>
                  </a:lnTo>
                  <a:lnTo>
                    <a:pt x="5240" y="2631"/>
                  </a:lnTo>
                  <a:lnTo>
                    <a:pt x="4671" y="2820"/>
                  </a:lnTo>
                  <a:lnTo>
                    <a:pt x="4124" y="3030"/>
                  </a:lnTo>
                  <a:lnTo>
                    <a:pt x="3598" y="3241"/>
                  </a:lnTo>
                  <a:lnTo>
                    <a:pt x="3115" y="3451"/>
                  </a:lnTo>
                  <a:lnTo>
                    <a:pt x="2673" y="3661"/>
                  </a:lnTo>
                  <a:lnTo>
                    <a:pt x="2252" y="3893"/>
                  </a:lnTo>
                  <a:lnTo>
                    <a:pt x="1873" y="4103"/>
                  </a:lnTo>
                  <a:lnTo>
                    <a:pt x="1516" y="4335"/>
                  </a:lnTo>
                  <a:lnTo>
                    <a:pt x="1200" y="4566"/>
                  </a:lnTo>
                  <a:lnTo>
                    <a:pt x="927" y="4777"/>
                  </a:lnTo>
                  <a:lnTo>
                    <a:pt x="674" y="5008"/>
                  </a:lnTo>
                  <a:lnTo>
                    <a:pt x="464" y="5239"/>
                  </a:lnTo>
                  <a:lnTo>
                    <a:pt x="295" y="5492"/>
                  </a:lnTo>
                  <a:lnTo>
                    <a:pt x="169" y="5723"/>
                  </a:lnTo>
                  <a:lnTo>
                    <a:pt x="64" y="5955"/>
                  </a:lnTo>
                  <a:lnTo>
                    <a:pt x="1" y="6207"/>
                  </a:lnTo>
                  <a:lnTo>
                    <a:pt x="1" y="6439"/>
                  </a:lnTo>
                  <a:lnTo>
                    <a:pt x="1" y="6649"/>
                  </a:lnTo>
                  <a:lnTo>
                    <a:pt x="43" y="6880"/>
                  </a:lnTo>
                  <a:lnTo>
                    <a:pt x="127" y="7091"/>
                  </a:lnTo>
                  <a:lnTo>
                    <a:pt x="232" y="7301"/>
                  </a:lnTo>
                  <a:lnTo>
                    <a:pt x="380" y="7512"/>
                  </a:lnTo>
                  <a:lnTo>
                    <a:pt x="548" y="7722"/>
                  </a:lnTo>
                  <a:lnTo>
                    <a:pt x="737" y="7911"/>
                  </a:lnTo>
                  <a:lnTo>
                    <a:pt x="948" y="8122"/>
                  </a:lnTo>
                  <a:lnTo>
                    <a:pt x="1200" y="8332"/>
                  </a:lnTo>
                  <a:lnTo>
                    <a:pt x="1495" y="8521"/>
                  </a:lnTo>
                  <a:lnTo>
                    <a:pt x="1789" y="8732"/>
                  </a:lnTo>
                  <a:lnTo>
                    <a:pt x="2126" y="8921"/>
                  </a:lnTo>
                  <a:lnTo>
                    <a:pt x="2483" y="9111"/>
                  </a:lnTo>
                  <a:lnTo>
                    <a:pt x="2862" y="9321"/>
                  </a:lnTo>
                  <a:lnTo>
                    <a:pt x="3725" y="9700"/>
                  </a:lnTo>
                  <a:lnTo>
                    <a:pt x="4671" y="10057"/>
                  </a:lnTo>
                  <a:lnTo>
                    <a:pt x="5723" y="10415"/>
                  </a:lnTo>
                  <a:lnTo>
                    <a:pt x="6860" y="10773"/>
                  </a:lnTo>
                  <a:lnTo>
                    <a:pt x="8101" y="11109"/>
                  </a:lnTo>
                  <a:lnTo>
                    <a:pt x="9426" y="11446"/>
                  </a:lnTo>
                  <a:lnTo>
                    <a:pt x="10815" y="11761"/>
                  </a:lnTo>
                  <a:lnTo>
                    <a:pt x="12309" y="12056"/>
                  </a:lnTo>
                  <a:lnTo>
                    <a:pt x="13887" y="12350"/>
                  </a:lnTo>
                  <a:lnTo>
                    <a:pt x="15528" y="12624"/>
                  </a:lnTo>
                  <a:lnTo>
                    <a:pt x="17253" y="12876"/>
                  </a:lnTo>
                  <a:lnTo>
                    <a:pt x="19041" y="13129"/>
                  </a:lnTo>
                  <a:lnTo>
                    <a:pt x="20913" y="13360"/>
                  </a:lnTo>
                  <a:lnTo>
                    <a:pt x="22828" y="13571"/>
                  </a:lnTo>
                  <a:lnTo>
                    <a:pt x="24827" y="13781"/>
                  </a:lnTo>
                  <a:lnTo>
                    <a:pt x="26867" y="13970"/>
                  </a:lnTo>
                  <a:lnTo>
                    <a:pt x="28971" y="14139"/>
                  </a:lnTo>
                  <a:lnTo>
                    <a:pt x="31117" y="14286"/>
                  </a:lnTo>
                  <a:lnTo>
                    <a:pt x="33326" y="14412"/>
                  </a:lnTo>
                  <a:lnTo>
                    <a:pt x="35578" y="14518"/>
                  </a:lnTo>
                  <a:lnTo>
                    <a:pt x="37871" y="14623"/>
                  </a:lnTo>
                  <a:lnTo>
                    <a:pt x="40206" y="14686"/>
                  </a:lnTo>
                  <a:lnTo>
                    <a:pt x="42584" y="14749"/>
                  </a:lnTo>
                  <a:lnTo>
                    <a:pt x="45003" y="14770"/>
                  </a:lnTo>
                  <a:lnTo>
                    <a:pt x="47444" y="14791"/>
                  </a:lnTo>
                  <a:lnTo>
                    <a:pt x="49884" y="14770"/>
                  </a:lnTo>
                  <a:lnTo>
                    <a:pt x="52282" y="14749"/>
                  </a:lnTo>
                  <a:lnTo>
                    <a:pt x="54660" y="14686"/>
                  </a:lnTo>
                  <a:lnTo>
                    <a:pt x="56995" y="14623"/>
                  </a:lnTo>
                  <a:lnTo>
                    <a:pt x="59288" y="14518"/>
                  </a:lnTo>
                  <a:lnTo>
                    <a:pt x="61540" y="14412"/>
                  </a:lnTo>
                  <a:lnTo>
                    <a:pt x="63749" y="14286"/>
                  </a:lnTo>
                  <a:lnTo>
                    <a:pt x="65895" y="14139"/>
                  </a:lnTo>
                  <a:lnTo>
                    <a:pt x="67998" y="13970"/>
                  </a:lnTo>
                  <a:lnTo>
                    <a:pt x="70060" y="13781"/>
                  </a:lnTo>
                  <a:lnTo>
                    <a:pt x="72038" y="13571"/>
                  </a:lnTo>
                  <a:lnTo>
                    <a:pt x="73952" y="13360"/>
                  </a:lnTo>
                  <a:lnTo>
                    <a:pt x="75825" y="13129"/>
                  </a:lnTo>
                  <a:lnTo>
                    <a:pt x="77613" y="12876"/>
                  </a:lnTo>
                  <a:lnTo>
                    <a:pt x="79338" y="12624"/>
                  </a:lnTo>
                  <a:lnTo>
                    <a:pt x="80979" y="12350"/>
                  </a:lnTo>
                  <a:lnTo>
                    <a:pt x="82557" y="12056"/>
                  </a:lnTo>
                  <a:lnTo>
                    <a:pt x="84051" y="11761"/>
                  </a:lnTo>
                  <a:lnTo>
                    <a:pt x="85461" y="11446"/>
                  </a:lnTo>
                  <a:lnTo>
                    <a:pt x="86786" y="11109"/>
                  </a:lnTo>
                  <a:lnTo>
                    <a:pt x="88006" y="10773"/>
                  </a:lnTo>
                  <a:lnTo>
                    <a:pt x="89164" y="10415"/>
                  </a:lnTo>
                  <a:lnTo>
                    <a:pt x="90195" y="10057"/>
                  </a:lnTo>
                  <a:lnTo>
                    <a:pt x="91141" y="9700"/>
                  </a:lnTo>
                  <a:lnTo>
                    <a:pt x="92004" y="9321"/>
                  </a:lnTo>
                  <a:lnTo>
                    <a:pt x="92383" y="9111"/>
                  </a:lnTo>
                  <a:lnTo>
                    <a:pt x="92740" y="8921"/>
                  </a:lnTo>
                  <a:lnTo>
                    <a:pt x="93077" y="8732"/>
                  </a:lnTo>
                  <a:lnTo>
                    <a:pt x="93392" y="8521"/>
                  </a:lnTo>
                  <a:lnTo>
                    <a:pt x="93666" y="8332"/>
                  </a:lnTo>
                  <a:lnTo>
                    <a:pt x="93918" y="8122"/>
                  </a:lnTo>
                  <a:lnTo>
                    <a:pt x="94129" y="7911"/>
                  </a:lnTo>
                  <a:lnTo>
                    <a:pt x="94339" y="7722"/>
                  </a:lnTo>
                  <a:lnTo>
                    <a:pt x="94507" y="7512"/>
                  </a:lnTo>
                  <a:lnTo>
                    <a:pt x="94634" y="7301"/>
                  </a:lnTo>
                  <a:lnTo>
                    <a:pt x="94739" y="7091"/>
                  </a:lnTo>
                  <a:lnTo>
                    <a:pt x="94823" y="6880"/>
                  </a:lnTo>
                  <a:lnTo>
                    <a:pt x="94865" y="6649"/>
                  </a:lnTo>
                  <a:lnTo>
                    <a:pt x="94886" y="6439"/>
                  </a:lnTo>
                  <a:lnTo>
                    <a:pt x="94865" y="6207"/>
                  </a:lnTo>
                  <a:lnTo>
                    <a:pt x="94802" y="5976"/>
                  </a:lnTo>
                  <a:lnTo>
                    <a:pt x="94718" y="5744"/>
                  </a:lnTo>
                  <a:lnTo>
                    <a:pt x="94592" y="5513"/>
                  </a:lnTo>
                  <a:lnTo>
                    <a:pt x="94423" y="5281"/>
                  </a:lnTo>
                  <a:lnTo>
                    <a:pt x="94213" y="5050"/>
                  </a:lnTo>
                  <a:lnTo>
                    <a:pt x="93982" y="4819"/>
                  </a:lnTo>
                  <a:lnTo>
                    <a:pt x="93729" y="4608"/>
                  </a:lnTo>
                  <a:lnTo>
                    <a:pt x="93413" y="4377"/>
                  </a:lnTo>
                  <a:lnTo>
                    <a:pt x="93098" y="4166"/>
                  </a:lnTo>
                  <a:lnTo>
                    <a:pt x="92719" y="3956"/>
                  </a:lnTo>
                  <a:lnTo>
                    <a:pt x="92319" y="3725"/>
                  </a:lnTo>
                  <a:lnTo>
                    <a:pt x="91899" y="3514"/>
                  </a:lnTo>
                  <a:lnTo>
                    <a:pt x="91436" y="3304"/>
                  </a:lnTo>
                  <a:lnTo>
                    <a:pt x="90952" y="3114"/>
                  </a:lnTo>
                  <a:lnTo>
                    <a:pt x="90426" y="2904"/>
                  </a:lnTo>
                  <a:lnTo>
                    <a:pt x="89290" y="2504"/>
                  </a:lnTo>
                  <a:lnTo>
                    <a:pt x="88049" y="2126"/>
                  </a:lnTo>
                  <a:lnTo>
                    <a:pt x="86681" y="1747"/>
                  </a:lnTo>
                  <a:lnTo>
                    <a:pt x="85229" y="1389"/>
                  </a:lnTo>
                  <a:lnTo>
                    <a:pt x="83672" y="1053"/>
                  </a:lnTo>
                  <a:lnTo>
                    <a:pt x="81989" y="716"/>
                  </a:lnTo>
                  <a:lnTo>
                    <a:pt x="80243" y="421"/>
                  </a:lnTo>
                  <a:lnTo>
                    <a:pt x="78392" y="127"/>
                  </a:lnTo>
                  <a:lnTo>
                    <a:pt x="78097" y="758"/>
                  </a:lnTo>
                  <a:lnTo>
                    <a:pt x="75299" y="947"/>
                  </a:lnTo>
                  <a:lnTo>
                    <a:pt x="72227" y="1116"/>
                  </a:lnTo>
                  <a:lnTo>
                    <a:pt x="68398" y="1326"/>
                  </a:lnTo>
                  <a:lnTo>
                    <a:pt x="64085" y="1537"/>
                  </a:lnTo>
                  <a:lnTo>
                    <a:pt x="59541" y="1705"/>
                  </a:lnTo>
                  <a:lnTo>
                    <a:pt x="57269" y="1768"/>
                  </a:lnTo>
                  <a:lnTo>
                    <a:pt x="55039" y="1831"/>
                  </a:lnTo>
                  <a:lnTo>
                    <a:pt x="52914" y="1873"/>
                  </a:lnTo>
                  <a:lnTo>
                    <a:pt x="49295" y="1873"/>
                  </a:lnTo>
                  <a:lnTo>
                    <a:pt x="47843" y="1852"/>
                  </a:lnTo>
                  <a:lnTo>
                    <a:pt x="46371" y="1873"/>
                  </a:lnTo>
                  <a:lnTo>
                    <a:pt x="42773" y="1873"/>
                  </a:lnTo>
                  <a:lnTo>
                    <a:pt x="40627" y="1831"/>
                  </a:lnTo>
                  <a:lnTo>
                    <a:pt x="38418" y="1768"/>
                  </a:lnTo>
                  <a:lnTo>
                    <a:pt x="36146" y="1705"/>
                  </a:lnTo>
                  <a:lnTo>
                    <a:pt x="31601" y="1537"/>
                  </a:lnTo>
                  <a:lnTo>
                    <a:pt x="27267" y="1326"/>
                  </a:lnTo>
                  <a:lnTo>
                    <a:pt x="23438" y="1116"/>
                  </a:lnTo>
                  <a:lnTo>
                    <a:pt x="20366" y="947"/>
                  </a:lnTo>
                  <a:lnTo>
                    <a:pt x="17589" y="758"/>
                  </a:lnTo>
                  <a:lnTo>
                    <a:pt x="17232" y="1"/>
                  </a:lnTo>
                  <a:close/>
                </a:path>
              </a:pathLst>
            </a:custGeom>
            <a:solidFill>
              <a:srgbClr val="434343">
                <a:alpha val="12160"/>
              </a:srgbClr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39"/>
            <p:cNvSpPr/>
            <p:nvPr/>
          </p:nvSpPr>
          <p:spPr>
            <a:xfrm>
              <a:off x="5619600" y="4389150"/>
              <a:ext cx="2372175" cy="369775"/>
            </a:xfrm>
            <a:custGeom>
              <a:avLst/>
              <a:gdLst/>
              <a:ahLst/>
              <a:cxnLst/>
              <a:rect l="l" t="t" r="r" b="b"/>
              <a:pathLst>
                <a:path w="94887" h="14791" fill="none" extrusionOk="0">
                  <a:moveTo>
                    <a:pt x="17232" y="1"/>
                  </a:moveTo>
                  <a:lnTo>
                    <a:pt x="17232" y="1"/>
                  </a:lnTo>
                  <a:lnTo>
                    <a:pt x="15296" y="295"/>
                  </a:lnTo>
                  <a:lnTo>
                    <a:pt x="13466" y="611"/>
                  </a:lnTo>
                  <a:lnTo>
                    <a:pt x="11741" y="947"/>
                  </a:lnTo>
                  <a:lnTo>
                    <a:pt x="10100" y="1284"/>
                  </a:lnTo>
                  <a:lnTo>
                    <a:pt x="8564" y="1663"/>
                  </a:lnTo>
                  <a:lnTo>
                    <a:pt x="7154" y="2041"/>
                  </a:lnTo>
                  <a:lnTo>
                    <a:pt x="5850" y="2420"/>
                  </a:lnTo>
                  <a:lnTo>
                    <a:pt x="5240" y="2631"/>
                  </a:lnTo>
                  <a:lnTo>
                    <a:pt x="4671" y="2820"/>
                  </a:lnTo>
                  <a:lnTo>
                    <a:pt x="4124" y="3030"/>
                  </a:lnTo>
                  <a:lnTo>
                    <a:pt x="3598" y="3241"/>
                  </a:lnTo>
                  <a:lnTo>
                    <a:pt x="3115" y="3451"/>
                  </a:lnTo>
                  <a:lnTo>
                    <a:pt x="2673" y="3661"/>
                  </a:lnTo>
                  <a:lnTo>
                    <a:pt x="2252" y="3893"/>
                  </a:lnTo>
                  <a:lnTo>
                    <a:pt x="1873" y="4103"/>
                  </a:lnTo>
                  <a:lnTo>
                    <a:pt x="1516" y="4335"/>
                  </a:lnTo>
                  <a:lnTo>
                    <a:pt x="1200" y="4566"/>
                  </a:lnTo>
                  <a:lnTo>
                    <a:pt x="927" y="4777"/>
                  </a:lnTo>
                  <a:lnTo>
                    <a:pt x="674" y="5008"/>
                  </a:lnTo>
                  <a:lnTo>
                    <a:pt x="464" y="5239"/>
                  </a:lnTo>
                  <a:lnTo>
                    <a:pt x="295" y="5492"/>
                  </a:lnTo>
                  <a:lnTo>
                    <a:pt x="169" y="5723"/>
                  </a:lnTo>
                  <a:lnTo>
                    <a:pt x="64" y="5955"/>
                  </a:lnTo>
                  <a:lnTo>
                    <a:pt x="1" y="6207"/>
                  </a:lnTo>
                  <a:lnTo>
                    <a:pt x="1" y="6439"/>
                  </a:lnTo>
                  <a:lnTo>
                    <a:pt x="1" y="6439"/>
                  </a:lnTo>
                  <a:lnTo>
                    <a:pt x="1" y="6649"/>
                  </a:lnTo>
                  <a:lnTo>
                    <a:pt x="43" y="6880"/>
                  </a:lnTo>
                  <a:lnTo>
                    <a:pt x="127" y="7091"/>
                  </a:lnTo>
                  <a:lnTo>
                    <a:pt x="232" y="7301"/>
                  </a:lnTo>
                  <a:lnTo>
                    <a:pt x="380" y="7512"/>
                  </a:lnTo>
                  <a:lnTo>
                    <a:pt x="548" y="7722"/>
                  </a:lnTo>
                  <a:lnTo>
                    <a:pt x="737" y="7911"/>
                  </a:lnTo>
                  <a:lnTo>
                    <a:pt x="948" y="8122"/>
                  </a:lnTo>
                  <a:lnTo>
                    <a:pt x="1200" y="8332"/>
                  </a:lnTo>
                  <a:lnTo>
                    <a:pt x="1495" y="8521"/>
                  </a:lnTo>
                  <a:lnTo>
                    <a:pt x="1789" y="8732"/>
                  </a:lnTo>
                  <a:lnTo>
                    <a:pt x="2126" y="8921"/>
                  </a:lnTo>
                  <a:lnTo>
                    <a:pt x="2483" y="9111"/>
                  </a:lnTo>
                  <a:lnTo>
                    <a:pt x="2862" y="9321"/>
                  </a:lnTo>
                  <a:lnTo>
                    <a:pt x="3725" y="9700"/>
                  </a:lnTo>
                  <a:lnTo>
                    <a:pt x="4671" y="10057"/>
                  </a:lnTo>
                  <a:lnTo>
                    <a:pt x="5723" y="10415"/>
                  </a:lnTo>
                  <a:lnTo>
                    <a:pt x="6860" y="10773"/>
                  </a:lnTo>
                  <a:lnTo>
                    <a:pt x="8101" y="11109"/>
                  </a:lnTo>
                  <a:lnTo>
                    <a:pt x="9426" y="11446"/>
                  </a:lnTo>
                  <a:lnTo>
                    <a:pt x="10815" y="11761"/>
                  </a:lnTo>
                  <a:lnTo>
                    <a:pt x="12309" y="12056"/>
                  </a:lnTo>
                  <a:lnTo>
                    <a:pt x="13887" y="12350"/>
                  </a:lnTo>
                  <a:lnTo>
                    <a:pt x="15528" y="12624"/>
                  </a:lnTo>
                  <a:lnTo>
                    <a:pt x="17253" y="12876"/>
                  </a:lnTo>
                  <a:lnTo>
                    <a:pt x="19041" y="13129"/>
                  </a:lnTo>
                  <a:lnTo>
                    <a:pt x="20913" y="13360"/>
                  </a:lnTo>
                  <a:lnTo>
                    <a:pt x="22828" y="13571"/>
                  </a:lnTo>
                  <a:lnTo>
                    <a:pt x="24827" y="13781"/>
                  </a:lnTo>
                  <a:lnTo>
                    <a:pt x="26867" y="13970"/>
                  </a:lnTo>
                  <a:lnTo>
                    <a:pt x="28971" y="14139"/>
                  </a:lnTo>
                  <a:lnTo>
                    <a:pt x="31117" y="14286"/>
                  </a:lnTo>
                  <a:lnTo>
                    <a:pt x="33326" y="14412"/>
                  </a:lnTo>
                  <a:lnTo>
                    <a:pt x="35578" y="14518"/>
                  </a:lnTo>
                  <a:lnTo>
                    <a:pt x="37871" y="14623"/>
                  </a:lnTo>
                  <a:lnTo>
                    <a:pt x="40206" y="14686"/>
                  </a:lnTo>
                  <a:lnTo>
                    <a:pt x="42584" y="14749"/>
                  </a:lnTo>
                  <a:lnTo>
                    <a:pt x="45003" y="14770"/>
                  </a:lnTo>
                  <a:lnTo>
                    <a:pt x="47444" y="14791"/>
                  </a:lnTo>
                  <a:lnTo>
                    <a:pt x="47444" y="14791"/>
                  </a:lnTo>
                  <a:lnTo>
                    <a:pt x="49884" y="14770"/>
                  </a:lnTo>
                  <a:lnTo>
                    <a:pt x="52282" y="14749"/>
                  </a:lnTo>
                  <a:lnTo>
                    <a:pt x="54660" y="14686"/>
                  </a:lnTo>
                  <a:lnTo>
                    <a:pt x="56995" y="14623"/>
                  </a:lnTo>
                  <a:lnTo>
                    <a:pt x="59288" y="14518"/>
                  </a:lnTo>
                  <a:lnTo>
                    <a:pt x="61540" y="14412"/>
                  </a:lnTo>
                  <a:lnTo>
                    <a:pt x="63749" y="14286"/>
                  </a:lnTo>
                  <a:lnTo>
                    <a:pt x="65895" y="14139"/>
                  </a:lnTo>
                  <a:lnTo>
                    <a:pt x="67998" y="13970"/>
                  </a:lnTo>
                  <a:lnTo>
                    <a:pt x="70060" y="13781"/>
                  </a:lnTo>
                  <a:lnTo>
                    <a:pt x="72038" y="13571"/>
                  </a:lnTo>
                  <a:lnTo>
                    <a:pt x="73952" y="13360"/>
                  </a:lnTo>
                  <a:lnTo>
                    <a:pt x="75825" y="13129"/>
                  </a:lnTo>
                  <a:lnTo>
                    <a:pt x="77613" y="12876"/>
                  </a:lnTo>
                  <a:lnTo>
                    <a:pt x="79338" y="12624"/>
                  </a:lnTo>
                  <a:lnTo>
                    <a:pt x="80979" y="12350"/>
                  </a:lnTo>
                  <a:lnTo>
                    <a:pt x="82557" y="12056"/>
                  </a:lnTo>
                  <a:lnTo>
                    <a:pt x="84051" y="11761"/>
                  </a:lnTo>
                  <a:lnTo>
                    <a:pt x="85461" y="11446"/>
                  </a:lnTo>
                  <a:lnTo>
                    <a:pt x="86786" y="11109"/>
                  </a:lnTo>
                  <a:lnTo>
                    <a:pt x="88006" y="10773"/>
                  </a:lnTo>
                  <a:lnTo>
                    <a:pt x="89164" y="10415"/>
                  </a:lnTo>
                  <a:lnTo>
                    <a:pt x="90195" y="10057"/>
                  </a:lnTo>
                  <a:lnTo>
                    <a:pt x="91141" y="9700"/>
                  </a:lnTo>
                  <a:lnTo>
                    <a:pt x="92004" y="9321"/>
                  </a:lnTo>
                  <a:lnTo>
                    <a:pt x="92383" y="9111"/>
                  </a:lnTo>
                  <a:lnTo>
                    <a:pt x="92740" y="8921"/>
                  </a:lnTo>
                  <a:lnTo>
                    <a:pt x="93077" y="8732"/>
                  </a:lnTo>
                  <a:lnTo>
                    <a:pt x="93392" y="8521"/>
                  </a:lnTo>
                  <a:lnTo>
                    <a:pt x="93666" y="8332"/>
                  </a:lnTo>
                  <a:lnTo>
                    <a:pt x="93918" y="8122"/>
                  </a:lnTo>
                  <a:lnTo>
                    <a:pt x="94129" y="7911"/>
                  </a:lnTo>
                  <a:lnTo>
                    <a:pt x="94339" y="7722"/>
                  </a:lnTo>
                  <a:lnTo>
                    <a:pt x="94507" y="7512"/>
                  </a:lnTo>
                  <a:lnTo>
                    <a:pt x="94634" y="7301"/>
                  </a:lnTo>
                  <a:lnTo>
                    <a:pt x="94739" y="7091"/>
                  </a:lnTo>
                  <a:lnTo>
                    <a:pt x="94823" y="6880"/>
                  </a:lnTo>
                  <a:lnTo>
                    <a:pt x="94865" y="6649"/>
                  </a:lnTo>
                  <a:lnTo>
                    <a:pt x="94886" y="6439"/>
                  </a:lnTo>
                  <a:lnTo>
                    <a:pt x="94886" y="6439"/>
                  </a:lnTo>
                  <a:lnTo>
                    <a:pt x="94865" y="6207"/>
                  </a:lnTo>
                  <a:lnTo>
                    <a:pt x="94802" y="5976"/>
                  </a:lnTo>
                  <a:lnTo>
                    <a:pt x="94718" y="5744"/>
                  </a:lnTo>
                  <a:lnTo>
                    <a:pt x="94592" y="5513"/>
                  </a:lnTo>
                  <a:lnTo>
                    <a:pt x="94423" y="5281"/>
                  </a:lnTo>
                  <a:lnTo>
                    <a:pt x="94213" y="5050"/>
                  </a:lnTo>
                  <a:lnTo>
                    <a:pt x="93982" y="4819"/>
                  </a:lnTo>
                  <a:lnTo>
                    <a:pt x="93729" y="4608"/>
                  </a:lnTo>
                  <a:lnTo>
                    <a:pt x="93413" y="4377"/>
                  </a:lnTo>
                  <a:lnTo>
                    <a:pt x="93098" y="4166"/>
                  </a:lnTo>
                  <a:lnTo>
                    <a:pt x="92719" y="3956"/>
                  </a:lnTo>
                  <a:lnTo>
                    <a:pt x="92319" y="3725"/>
                  </a:lnTo>
                  <a:lnTo>
                    <a:pt x="91899" y="3514"/>
                  </a:lnTo>
                  <a:lnTo>
                    <a:pt x="91436" y="3304"/>
                  </a:lnTo>
                  <a:lnTo>
                    <a:pt x="90952" y="3114"/>
                  </a:lnTo>
                  <a:lnTo>
                    <a:pt x="90426" y="2904"/>
                  </a:lnTo>
                  <a:lnTo>
                    <a:pt x="89290" y="2504"/>
                  </a:lnTo>
                  <a:lnTo>
                    <a:pt x="88049" y="2126"/>
                  </a:lnTo>
                  <a:lnTo>
                    <a:pt x="86681" y="1747"/>
                  </a:lnTo>
                  <a:lnTo>
                    <a:pt x="85229" y="1389"/>
                  </a:lnTo>
                  <a:lnTo>
                    <a:pt x="83672" y="1053"/>
                  </a:lnTo>
                  <a:lnTo>
                    <a:pt x="81989" y="716"/>
                  </a:lnTo>
                  <a:lnTo>
                    <a:pt x="80243" y="421"/>
                  </a:lnTo>
                  <a:lnTo>
                    <a:pt x="78392" y="127"/>
                  </a:lnTo>
                  <a:lnTo>
                    <a:pt x="78392" y="127"/>
                  </a:lnTo>
                  <a:lnTo>
                    <a:pt x="78097" y="758"/>
                  </a:lnTo>
                  <a:lnTo>
                    <a:pt x="78097" y="758"/>
                  </a:lnTo>
                  <a:lnTo>
                    <a:pt x="75299" y="947"/>
                  </a:lnTo>
                  <a:lnTo>
                    <a:pt x="72227" y="1116"/>
                  </a:lnTo>
                  <a:lnTo>
                    <a:pt x="68398" y="1326"/>
                  </a:lnTo>
                  <a:lnTo>
                    <a:pt x="64085" y="1537"/>
                  </a:lnTo>
                  <a:lnTo>
                    <a:pt x="59541" y="1705"/>
                  </a:lnTo>
                  <a:lnTo>
                    <a:pt x="57269" y="1768"/>
                  </a:lnTo>
                  <a:lnTo>
                    <a:pt x="55039" y="1831"/>
                  </a:lnTo>
                  <a:lnTo>
                    <a:pt x="52914" y="1873"/>
                  </a:lnTo>
                  <a:lnTo>
                    <a:pt x="50873" y="1873"/>
                  </a:lnTo>
                  <a:lnTo>
                    <a:pt x="50873" y="1873"/>
                  </a:lnTo>
                  <a:lnTo>
                    <a:pt x="49295" y="1873"/>
                  </a:lnTo>
                  <a:lnTo>
                    <a:pt x="47843" y="1852"/>
                  </a:lnTo>
                  <a:lnTo>
                    <a:pt x="47843" y="1852"/>
                  </a:lnTo>
                  <a:lnTo>
                    <a:pt x="46371" y="1873"/>
                  </a:lnTo>
                  <a:lnTo>
                    <a:pt x="44793" y="1873"/>
                  </a:lnTo>
                  <a:lnTo>
                    <a:pt x="44793" y="1873"/>
                  </a:lnTo>
                  <a:lnTo>
                    <a:pt x="42773" y="1873"/>
                  </a:lnTo>
                  <a:lnTo>
                    <a:pt x="40627" y="1831"/>
                  </a:lnTo>
                  <a:lnTo>
                    <a:pt x="38418" y="1768"/>
                  </a:lnTo>
                  <a:lnTo>
                    <a:pt x="36146" y="1705"/>
                  </a:lnTo>
                  <a:lnTo>
                    <a:pt x="31601" y="1537"/>
                  </a:lnTo>
                  <a:lnTo>
                    <a:pt x="27267" y="1326"/>
                  </a:lnTo>
                  <a:lnTo>
                    <a:pt x="23438" y="1116"/>
                  </a:lnTo>
                  <a:lnTo>
                    <a:pt x="20366" y="947"/>
                  </a:lnTo>
                  <a:lnTo>
                    <a:pt x="17589" y="758"/>
                  </a:lnTo>
                  <a:lnTo>
                    <a:pt x="17589" y="758"/>
                  </a:lnTo>
                  <a:lnTo>
                    <a:pt x="1723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39"/>
            <p:cNvSpPr/>
            <p:nvPr/>
          </p:nvSpPr>
          <p:spPr>
            <a:xfrm>
              <a:off x="7563600" y="3203100"/>
              <a:ext cx="561225" cy="1168200"/>
            </a:xfrm>
            <a:custGeom>
              <a:avLst/>
              <a:gdLst/>
              <a:ahLst/>
              <a:cxnLst/>
              <a:rect l="l" t="t" r="r" b="b"/>
              <a:pathLst>
                <a:path w="22449" h="46728" extrusionOk="0">
                  <a:moveTo>
                    <a:pt x="9889" y="0"/>
                  </a:moveTo>
                  <a:lnTo>
                    <a:pt x="9826" y="253"/>
                  </a:lnTo>
                  <a:lnTo>
                    <a:pt x="9784" y="526"/>
                  </a:lnTo>
                  <a:lnTo>
                    <a:pt x="9720" y="905"/>
                  </a:lnTo>
                  <a:lnTo>
                    <a:pt x="9678" y="1347"/>
                  </a:lnTo>
                  <a:lnTo>
                    <a:pt x="9657" y="1873"/>
                  </a:lnTo>
                  <a:lnTo>
                    <a:pt x="9678" y="2441"/>
                  </a:lnTo>
                  <a:lnTo>
                    <a:pt x="9720" y="3072"/>
                  </a:lnTo>
                  <a:lnTo>
                    <a:pt x="9763" y="3387"/>
                  </a:lnTo>
                  <a:lnTo>
                    <a:pt x="9826" y="3724"/>
                  </a:lnTo>
                  <a:lnTo>
                    <a:pt x="9889" y="4040"/>
                  </a:lnTo>
                  <a:lnTo>
                    <a:pt x="9973" y="4376"/>
                  </a:lnTo>
                  <a:lnTo>
                    <a:pt x="10099" y="4713"/>
                  </a:lnTo>
                  <a:lnTo>
                    <a:pt x="10225" y="5049"/>
                  </a:lnTo>
                  <a:lnTo>
                    <a:pt x="10373" y="5386"/>
                  </a:lnTo>
                  <a:lnTo>
                    <a:pt x="10541" y="5723"/>
                  </a:lnTo>
                  <a:lnTo>
                    <a:pt x="10730" y="6059"/>
                  </a:lnTo>
                  <a:lnTo>
                    <a:pt x="10962" y="6375"/>
                  </a:lnTo>
                  <a:lnTo>
                    <a:pt x="11214" y="6690"/>
                  </a:lnTo>
                  <a:lnTo>
                    <a:pt x="11488" y="6985"/>
                  </a:lnTo>
                  <a:lnTo>
                    <a:pt x="11782" y="7279"/>
                  </a:lnTo>
                  <a:lnTo>
                    <a:pt x="12119" y="7574"/>
                  </a:lnTo>
                  <a:lnTo>
                    <a:pt x="12477" y="7827"/>
                  </a:lnTo>
                  <a:lnTo>
                    <a:pt x="12876" y="8079"/>
                  </a:lnTo>
                  <a:lnTo>
                    <a:pt x="13066" y="8710"/>
                  </a:lnTo>
                  <a:lnTo>
                    <a:pt x="13234" y="9341"/>
                  </a:lnTo>
                  <a:lnTo>
                    <a:pt x="13381" y="9972"/>
                  </a:lnTo>
                  <a:lnTo>
                    <a:pt x="13507" y="10604"/>
                  </a:lnTo>
                  <a:lnTo>
                    <a:pt x="13276" y="10309"/>
                  </a:lnTo>
                  <a:lnTo>
                    <a:pt x="13003" y="10036"/>
                  </a:lnTo>
                  <a:lnTo>
                    <a:pt x="12708" y="9741"/>
                  </a:lnTo>
                  <a:lnTo>
                    <a:pt x="12392" y="9446"/>
                  </a:lnTo>
                  <a:lnTo>
                    <a:pt x="12035" y="9152"/>
                  </a:lnTo>
                  <a:lnTo>
                    <a:pt x="11677" y="8899"/>
                  </a:lnTo>
                  <a:lnTo>
                    <a:pt x="11298" y="8626"/>
                  </a:lnTo>
                  <a:lnTo>
                    <a:pt x="10878" y="8395"/>
                  </a:lnTo>
                  <a:lnTo>
                    <a:pt x="10457" y="8184"/>
                  </a:lnTo>
                  <a:lnTo>
                    <a:pt x="9994" y="8016"/>
                  </a:lnTo>
                  <a:lnTo>
                    <a:pt x="9510" y="7869"/>
                  </a:lnTo>
                  <a:lnTo>
                    <a:pt x="9026" y="7763"/>
                  </a:lnTo>
                  <a:lnTo>
                    <a:pt x="8500" y="7700"/>
                  </a:lnTo>
                  <a:lnTo>
                    <a:pt x="7680" y="7700"/>
                  </a:lnTo>
                  <a:lnTo>
                    <a:pt x="7406" y="7742"/>
                  </a:lnTo>
                  <a:lnTo>
                    <a:pt x="7112" y="7784"/>
                  </a:lnTo>
                  <a:lnTo>
                    <a:pt x="6817" y="7827"/>
                  </a:lnTo>
                  <a:lnTo>
                    <a:pt x="6880" y="8079"/>
                  </a:lnTo>
                  <a:lnTo>
                    <a:pt x="6964" y="8331"/>
                  </a:lnTo>
                  <a:lnTo>
                    <a:pt x="7091" y="8689"/>
                  </a:lnTo>
                  <a:lnTo>
                    <a:pt x="7259" y="9089"/>
                  </a:lnTo>
                  <a:lnTo>
                    <a:pt x="7490" y="9531"/>
                  </a:lnTo>
                  <a:lnTo>
                    <a:pt x="7764" y="9994"/>
                  </a:lnTo>
                  <a:lnTo>
                    <a:pt x="7932" y="10225"/>
                  </a:lnTo>
                  <a:lnTo>
                    <a:pt x="8122" y="10456"/>
                  </a:lnTo>
                  <a:lnTo>
                    <a:pt x="8311" y="10688"/>
                  </a:lnTo>
                  <a:lnTo>
                    <a:pt x="8542" y="10919"/>
                  </a:lnTo>
                  <a:lnTo>
                    <a:pt x="8774" y="11151"/>
                  </a:lnTo>
                  <a:lnTo>
                    <a:pt x="9026" y="11340"/>
                  </a:lnTo>
                  <a:lnTo>
                    <a:pt x="9300" y="11550"/>
                  </a:lnTo>
                  <a:lnTo>
                    <a:pt x="9594" y="11719"/>
                  </a:lnTo>
                  <a:lnTo>
                    <a:pt x="9910" y="11887"/>
                  </a:lnTo>
                  <a:lnTo>
                    <a:pt x="10246" y="12034"/>
                  </a:lnTo>
                  <a:lnTo>
                    <a:pt x="10604" y="12161"/>
                  </a:lnTo>
                  <a:lnTo>
                    <a:pt x="10983" y="12266"/>
                  </a:lnTo>
                  <a:lnTo>
                    <a:pt x="11383" y="12350"/>
                  </a:lnTo>
                  <a:lnTo>
                    <a:pt x="11824" y="12392"/>
                  </a:lnTo>
                  <a:lnTo>
                    <a:pt x="12287" y="12413"/>
                  </a:lnTo>
                  <a:lnTo>
                    <a:pt x="12750" y="12392"/>
                  </a:lnTo>
                  <a:lnTo>
                    <a:pt x="13276" y="12350"/>
                  </a:lnTo>
                  <a:lnTo>
                    <a:pt x="13802" y="12266"/>
                  </a:lnTo>
                  <a:lnTo>
                    <a:pt x="13886" y="12918"/>
                  </a:lnTo>
                  <a:lnTo>
                    <a:pt x="13949" y="13570"/>
                  </a:lnTo>
                  <a:lnTo>
                    <a:pt x="14012" y="14264"/>
                  </a:lnTo>
                  <a:lnTo>
                    <a:pt x="14055" y="14980"/>
                  </a:lnTo>
                  <a:lnTo>
                    <a:pt x="14076" y="15695"/>
                  </a:lnTo>
                  <a:lnTo>
                    <a:pt x="14076" y="16410"/>
                  </a:lnTo>
                  <a:lnTo>
                    <a:pt x="13886" y="16137"/>
                  </a:lnTo>
                  <a:lnTo>
                    <a:pt x="13655" y="15821"/>
                  </a:lnTo>
                  <a:lnTo>
                    <a:pt x="13381" y="15485"/>
                  </a:lnTo>
                  <a:lnTo>
                    <a:pt x="13087" y="15148"/>
                  </a:lnTo>
                  <a:lnTo>
                    <a:pt x="12729" y="14790"/>
                  </a:lnTo>
                  <a:lnTo>
                    <a:pt x="12350" y="14433"/>
                  </a:lnTo>
                  <a:lnTo>
                    <a:pt x="11951" y="14096"/>
                  </a:lnTo>
                  <a:lnTo>
                    <a:pt x="11488" y="13759"/>
                  </a:lnTo>
                  <a:lnTo>
                    <a:pt x="11004" y="13465"/>
                  </a:lnTo>
                  <a:lnTo>
                    <a:pt x="10751" y="13318"/>
                  </a:lnTo>
                  <a:lnTo>
                    <a:pt x="10499" y="13191"/>
                  </a:lnTo>
                  <a:lnTo>
                    <a:pt x="10225" y="13065"/>
                  </a:lnTo>
                  <a:lnTo>
                    <a:pt x="9952" y="12960"/>
                  </a:lnTo>
                  <a:lnTo>
                    <a:pt x="9657" y="12876"/>
                  </a:lnTo>
                  <a:lnTo>
                    <a:pt x="9363" y="12792"/>
                  </a:lnTo>
                  <a:lnTo>
                    <a:pt x="9068" y="12729"/>
                  </a:lnTo>
                  <a:lnTo>
                    <a:pt x="8753" y="12665"/>
                  </a:lnTo>
                  <a:lnTo>
                    <a:pt x="8437" y="12644"/>
                  </a:lnTo>
                  <a:lnTo>
                    <a:pt x="8101" y="12623"/>
                  </a:lnTo>
                  <a:lnTo>
                    <a:pt x="7764" y="12623"/>
                  </a:lnTo>
                  <a:lnTo>
                    <a:pt x="7427" y="12665"/>
                  </a:lnTo>
                  <a:lnTo>
                    <a:pt x="7091" y="12708"/>
                  </a:lnTo>
                  <a:lnTo>
                    <a:pt x="6733" y="12771"/>
                  </a:lnTo>
                  <a:lnTo>
                    <a:pt x="6796" y="13023"/>
                  </a:lnTo>
                  <a:lnTo>
                    <a:pt x="6880" y="13297"/>
                  </a:lnTo>
                  <a:lnTo>
                    <a:pt x="7006" y="13654"/>
                  </a:lnTo>
                  <a:lnTo>
                    <a:pt x="7196" y="14054"/>
                  </a:lnTo>
                  <a:lnTo>
                    <a:pt x="7427" y="14517"/>
                  </a:lnTo>
                  <a:lnTo>
                    <a:pt x="7722" y="15001"/>
                  </a:lnTo>
                  <a:lnTo>
                    <a:pt x="7890" y="15232"/>
                  </a:lnTo>
                  <a:lnTo>
                    <a:pt x="8079" y="15485"/>
                  </a:lnTo>
                  <a:lnTo>
                    <a:pt x="8290" y="15716"/>
                  </a:lnTo>
                  <a:lnTo>
                    <a:pt x="8521" y="15948"/>
                  </a:lnTo>
                  <a:lnTo>
                    <a:pt x="8774" y="16158"/>
                  </a:lnTo>
                  <a:lnTo>
                    <a:pt x="9047" y="16368"/>
                  </a:lnTo>
                  <a:lnTo>
                    <a:pt x="9321" y="16558"/>
                  </a:lnTo>
                  <a:lnTo>
                    <a:pt x="9636" y="16747"/>
                  </a:lnTo>
                  <a:lnTo>
                    <a:pt x="9973" y="16894"/>
                  </a:lnTo>
                  <a:lnTo>
                    <a:pt x="10331" y="17042"/>
                  </a:lnTo>
                  <a:lnTo>
                    <a:pt x="10709" y="17147"/>
                  </a:lnTo>
                  <a:lnTo>
                    <a:pt x="11109" y="17252"/>
                  </a:lnTo>
                  <a:lnTo>
                    <a:pt x="11530" y="17315"/>
                  </a:lnTo>
                  <a:lnTo>
                    <a:pt x="11993" y="17336"/>
                  </a:lnTo>
                  <a:lnTo>
                    <a:pt x="12456" y="17336"/>
                  </a:lnTo>
                  <a:lnTo>
                    <a:pt x="12982" y="17294"/>
                  </a:lnTo>
                  <a:lnTo>
                    <a:pt x="13507" y="17231"/>
                  </a:lnTo>
                  <a:lnTo>
                    <a:pt x="14076" y="17126"/>
                  </a:lnTo>
                  <a:lnTo>
                    <a:pt x="14012" y="18367"/>
                  </a:lnTo>
                  <a:lnTo>
                    <a:pt x="13907" y="19608"/>
                  </a:lnTo>
                  <a:lnTo>
                    <a:pt x="13781" y="20829"/>
                  </a:lnTo>
                  <a:lnTo>
                    <a:pt x="13592" y="22070"/>
                  </a:lnTo>
                  <a:lnTo>
                    <a:pt x="13255" y="21544"/>
                  </a:lnTo>
                  <a:lnTo>
                    <a:pt x="13024" y="21228"/>
                  </a:lnTo>
                  <a:lnTo>
                    <a:pt x="12729" y="20871"/>
                  </a:lnTo>
                  <a:lnTo>
                    <a:pt x="12392" y="20492"/>
                  </a:lnTo>
                  <a:lnTo>
                    <a:pt x="12014" y="20092"/>
                  </a:lnTo>
                  <a:lnTo>
                    <a:pt x="11593" y="19713"/>
                  </a:lnTo>
                  <a:lnTo>
                    <a:pt x="11151" y="19335"/>
                  </a:lnTo>
                  <a:lnTo>
                    <a:pt x="10646" y="18977"/>
                  </a:lnTo>
                  <a:lnTo>
                    <a:pt x="10373" y="18809"/>
                  </a:lnTo>
                  <a:lnTo>
                    <a:pt x="10099" y="18662"/>
                  </a:lnTo>
                  <a:lnTo>
                    <a:pt x="9805" y="18514"/>
                  </a:lnTo>
                  <a:lnTo>
                    <a:pt x="9510" y="18388"/>
                  </a:lnTo>
                  <a:lnTo>
                    <a:pt x="9216" y="18262"/>
                  </a:lnTo>
                  <a:lnTo>
                    <a:pt x="8900" y="18178"/>
                  </a:lnTo>
                  <a:lnTo>
                    <a:pt x="8563" y="18093"/>
                  </a:lnTo>
                  <a:lnTo>
                    <a:pt x="8227" y="18030"/>
                  </a:lnTo>
                  <a:lnTo>
                    <a:pt x="7890" y="17967"/>
                  </a:lnTo>
                  <a:lnTo>
                    <a:pt x="7532" y="17946"/>
                  </a:lnTo>
                  <a:lnTo>
                    <a:pt x="7175" y="17946"/>
                  </a:lnTo>
                  <a:lnTo>
                    <a:pt x="6796" y="17967"/>
                  </a:lnTo>
                  <a:lnTo>
                    <a:pt x="6417" y="18009"/>
                  </a:lnTo>
                  <a:lnTo>
                    <a:pt x="6018" y="18093"/>
                  </a:lnTo>
                  <a:lnTo>
                    <a:pt x="6081" y="18346"/>
                  </a:lnTo>
                  <a:lnTo>
                    <a:pt x="6186" y="18619"/>
                  </a:lnTo>
                  <a:lnTo>
                    <a:pt x="6312" y="18977"/>
                  </a:lnTo>
                  <a:lnTo>
                    <a:pt x="6502" y="19398"/>
                  </a:lnTo>
                  <a:lnTo>
                    <a:pt x="6733" y="19861"/>
                  </a:lnTo>
                  <a:lnTo>
                    <a:pt x="6880" y="20113"/>
                  </a:lnTo>
                  <a:lnTo>
                    <a:pt x="7049" y="20345"/>
                  </a:lnTo>
                  <a:lnTo>
                    <a:pt x="7217" y="20597"/>
                  </a:lnTo>
                  <a:lnTo>
                    <a:pt x="7427" y="20829"/>
                  </a:lnTo>
                  <a:lnTo>
                    <a:pt x="7638" y="21060"/>
                  </a:lnTo>
                  <a:lnTo>
                    <a:pt x="7869" y="21291"/>
                  </a:lnTo>
                  <a:lnTo>
                    <a:pt x="8122" y="21523"/>
                  </a:lnTo>
                  <a:lnTo>
                    <a:pt x="8395" y="21733"/>
                  </a:lnTo>
                  <a:lnTo>
                    <a:pt x="8690" y="21923"/>
                  </a:lnTo>
                  <a:lnTo>
                    <a:pt x="9005" y="22091"/>
                  </a:lnTo>
                  <a:lnTo>
                    <a:pt x="9342" y="22259"/>
                  </a:lnTo>
                  <a:lnTo>
                    <a:pt x="9720" y="22385"/>
                  </a:lnTo>
                  <a:lnTo>
                    <a:pt x="10099" y="22491"/>
                  </a:lnTo>
                  <a:lnTo>
                    <a:pt x="10520" y="22575"/>
                  </a:lnTo>
                  <a:lnTo>
                    <a:pt x="10941" y="22638"/>
                  </a:lnTo>
                  <a:lnTo>
                    <a:pt x="11404" y="22659"/>
                  </a:lnTo>
                  <a:lnTo>
                    <a:pt x="11909" y="22659"/>
                  </a:lnTo>
                  <a:lnTo>
                    <a:pt x="12435" y="22617"/>
                  </a:lnTo>
                  <a:lnTo>
                    <a:pt x="12982" y="22533"/>
                  </a:lnTo>
                  <a:lnTo>
                    <a:pt x="13550" y="22406"/>
                  </a:lnTo>
                  <a:lnTo>
                    <a:pt x="13550" y="22406"/>
                  </a:lnTo>
                  <a:lnTo>
                    <a:pt x="13318" y="23669"/>
                  </a:lnTo>
                  <a:lnTo>
                    <a:pt x="13045" y="24952"/>
                  </a:lnTo>
                  <a:lnTo>
                    <a:pt x="12750" y="26236"/>
                  </a:lnTo>
                  <a:lnTo>
                    <a:pt x="12392" y="27498"/>
                  </a:lnTo>
                  <a:lnTo>
                    <a:pt x="12140" y="26888"/>
                  </a:lnTo>
                  <a:lnTo>
                    <a:pt x="11951" y="26509"/>
                  </a:lnTo>
                  <a:lnTo>
                    <a:pt x="11740" y="26109"/>
                  </a:lnTo>
                  <a:lnTo>
                    <a:pt x="11467" y="25667"/>
                  </a:lnTo>
                  <a:lnTo>
                    <a:pt x="11172" y="25226"/>
                  </a:lnTo>
                  <a:lnTo>
                    <a:pt x="10836" y="24784"/>
                  </a:lnTo>
                  <a:lnTo>
                    <a:pt x="10457" y="24342"/>
                  </a:lnTo>
                  <a:lnTo>
                    <a:pt x="10036" y="23921"/>
                  </a:lnTo>
                  <a:lnTo>
                    <a:pt x="9826" y="23711"/>
                  </a:lnTo>
                  <a:lnTo>
                    <a:pt x="9573" y="23521"/>
                  </a:lnTo>
                  <a:lnTo>
                    <a:pt x="9321" y="23332"/>
                  </a:lnTo>
                  <a:lnTo>
                    <a:pt x="9068" y="23164"/>
                  </a:lnTo>
                  <a:lnTo>
                    <a:pt x="8795" y="22996"/>
                  </a:lnTo>
                  <a:lnTo>
                    <a:pt x="8521" y="22848"/>
                  </a:lnTo>
                  <a:lnTo>
                    <a:pt x="8206" y="22701"/>
                  </a:lnTo>
                  <a:lnTo>
                    <a:pt x="7911" y="22596"/>
                  </a:lnTo>
                  <a:lnTo>
                    <a:pt x="7596" y="22491"/>
                  </a:lnTo>
                  <a:lnTo>
                    <a:pt x="7259" y="22385"/>
                  </a:lnTo>
                  <a:lnTo>
                    <a:pt x="6901" y="22322"/>
                  </a:lnTo>
                  <a:lnTo>
                    <a:pt x="6544" y="22280"/>
                  </a:lnTo>
                  <a:lnTo>
                    <a:pt x="6186" y="22259"/>
                  </a:lnTo>
                  <a:lnTo>
                    <a:pt x="5786" y="22238"/>
                  </a:lnTo>
                  <a:lnTo>
                    <a:pt x="5807" y="22512"/>
                  </a:lnTo>
                  <a:lnTo>
                    <a:pt x="5849" y="22785"/>
                  </a:lnTo>
                  <a:lnTo>
                    <a:pt x="5912" y="23164"/>
                  </a:lnTo>
                  <a:lnTo>
                    <a:pt x="5997" y="23627"/>
                  </a:lnTo>
                  <a:lnTo>
                    <a:pt x="6144" y="24111"/>
                  </a:lnTo>
                  <a:lnTo>
                    <a:pt x="6249" y="24384"/>
                  </a:lnTo>
                  <a:lnTo>
                    <a:pt x="6354" y="24658"/>
                  </a:lnTo>
                  <a:lnTo>
                    <a:pt x="6481" y="24931"/>
                  </a:lnTo>
                  <a:lnTo>
                    <a:pt x="6628" y="25205"/>
                  </a:lnTo>
                  <a:lnTo>
                    <a:pt x="6775" y="25457"/>
                  </a:lnTo>
                  <a:lnTo>
                    <a:pt x="6964" y="25731"/>
                  </a:lnTo>
                  <a:lnTo>
                    <a:pt x="7175" y="26004"/>
                  </a:lnTo>
                  <a:lnTo>
                    <a:pt x="7385" y="26257"/>
                  </a:lnTo>
                  <a:lnTo>
                    <a:pt x="7638" y="26509"/>
                  </a:lnTo>
                  <a:lnTo>
                    <a:pt x="7911" y="26740"/>
                  </a:lnTo>
                  <a:lnTo>
                    <a:pt x="8227" y="26951"/>
                  </a:lnTo>
                  <a:lnTo>
                    <a:pt x="8542" y="27161"/>
                  </a:lnTo>
                  <a:lnTo>
                    <a:pt x="8900" y="27351"/>
                  </a:lnTo>
                  <a:lnTo>
                    <a:pt x="9279" y="27519"/>
                  </a:lnTo>
                  <a:lnTo>
                    <a:pt x="9699" y="27666"/>
                  </a:lnTo>
                  <a:lnTo>
                    <a:pt x="10141" y="27771"/>
                  </a:lnTo>
                  <a:lnTo>
                    <a:pt x="10625" y="27855"/>
                  </a:lnTo>
                  <a:lnTo>
                    <a:pt x="11130" y="27919"/>
                  </a:lnTo>
                  <a:lnTo>
                    <a:pt x="11677" y="27940"/>
                  </a:lnTo>
                  <a:lnTo>
                    <a:pt x="12266" y="27940"/>
                  </a:lnTo>
                  <a:lnTo>
                    <a:pt x="11888" y="29160"/>
                  </a:lnTo>
                  <a:lnTo>
                    <a:pt x="11467" y="30359"/>
                  </a:lnTo>
                  <a:lnTo>
                    <a:pt x="11025" y="31537"/>
                  </a:lnTo>
                  <a:lnTo>
                    <a:pt x="10541" y="32715"/>
                  </a:lnTo>
                  <a:lnTo>
                    <a:pt x="10436" y="32358"/>
                  </a:lnTo>
                  <a:lnTo>
                    <a:pt x="10289" y="31979"/>
                  </a:lnTo>
                  <a:lnTo>
                    <a:pt x="10141" y="31600"/>
                  </a:lnTo>
                  <a:lnTo>
                    <a:pt x="9973" y="31180"/>
                  </a:lnTo>
                  <a:lnTo>
                    <a:pt x="9763" y="30759"/>
                  </a:lnTo>
                  <a:lnTo>
                    <a:pt x="9510" y="30338"/>
                  </a:lnTo>
                  <a:lnTo>
                    <a:pt x="9237" y="29917"/>
                  </a:lnTo>
                  <a:lnTo>
                    <a:pt x="8942" y="29497"/>
                  </a:lnTo>
                  <a:lnTo>
                    <a:pt x="8605" y="29097"/>
                  </a:lnTo>
                  <a:lnTo>
                    <a:pt x="8227" y="28718"/>
                  </a:lnTo>
                  <a:lnTo>
                    <a:pt x="7806" y="28360"/>
                  </a:lnTo>
                  <a:lnTo>
                    <a:pt x="7596" y="28213"/>
                  </a:lnTo>
                  <a:lnTo>
                    <a:pt x="7364" y="28045"/>
                  </a:lnTo>
                  <a:lnTo>
                    <a:pt x="7112" y="27898"/>
                  </a:lnTo>
                  <a:lnTo>
                    <a:pt x="6859" y="27771"/>
                  </a:lnTo>
                  <a:lnTo>
                    <a:pt x="6607" y="27645"/>
                  </a:lnTo>
                  <a:lnTo>
                    <a:pt x="6333" y="27540"/>
                  </a:lnTo>
                  <a:lnTo>
                    <a:pt x="6039" y="27435"/>
                  </a:lnTo>
                  <a:lnTo>
                    <a:pt x="5744" y="27351"/>
                  </a:lnTo>
                  <a:lnTo>
                    <a:pt x="5429" y="27287"/>
                  </a:lnTo>
                  <a:lnTo>
                    <a:pt x="5113" y="27224"/>
                  </a:lnTo>
                  <a:lnTo>
                    <a:pt x="5071" y="27456"/>
                  </a:lnTo>
                  <a:lnTo>
                    <a:pt x="5071" y="27750"/>
                  </a:lnTo>
                  <a:lnTo>
                    <a:pt x="5050" y="28108"/>
                  </a:lnTo>
                  <a:lnTo>
                    <a:pt x="5071" y="28550"/>
                  </a:lnTo>
                  <a:lnTo>
                    <a:pt x="5134" y="29034"/>
                  </a:lnTo>
                  <a:lnTo>
                    <a:pt x="5218" y="29581"/>
                  </a:lnTo>
                  <a:lnTo>
                    <a:pt x="5302" y="29854"/>
                  </a:lnTo>
                  <a:lnTo>
                    <a:pt x="5386" y="30149"/>
                  </a:lnTo>
                  <a:lnTo>
                    <a:pt x="5492" y="30422"/>
                  </a:lnTo>
                  <a:lnTo>
                    <a:pt x="5597" y="30717"/>
                  </a:lnTo>
                  <a:lnTo>
                    <a:pt x="5744" y="31011"/>
                  </a:lnTo>
                  <a:lnTo>
                    <a:pt x="5912" y="31285"/>
                  </a:lnTo>
                  <a:lnTo>
                    <a:pt x="6102" y="31579"/>
                  </a:lnTo>
                  <a:lnTo>
                    <a:pt x="6312" y="31853"/>
                  </a:lnTo>
                  <a:lnTo>
                    <a:pt x="6544" y="32105"/>
                  </a:lnTo>
                  <a:lnTo>
                    <a:pt x="6796" y="32358"/>
                  </a:lnTo>
                  <a:lnTo>
                    <a:pt x="7091" y="32610"/>
                  </a:lnTo>
                  <a:lnTo>
                    <a:pt x="7406" y="32842"/>
                  </a:lnTo>
                  <a:lnTo>
                    <a:pt x="7764" y="33052"/>
                  </a:lnTo>
                  <a:lnTo>
                    <a:pt x="8143" y="33262"/>
                  </a:lnTo>
                  <a:lnTo>
                    <a:pt x="8563" y="33431"/>
                  </a:lnTo>
                  <a:lnTo>
                    <a:pt x="9005" y="33599"/>
                  </a:lnTo>
                  <a:lnTo>
                    <a:pt x="9510" y="33746"/>
                  </a:lnTo>
                  <a:lnTo>
                    <a:pt x="10036" y="33852"/>
                  </a:lnTo>
                  <a:lnTo>
                    <a:pt x="9426" y="35093"/>
                  </a:lnTo>
                  <a:lnTo>
                    <a:pt x="8774" y="36313"/>
                  </a:lnTo>
                  <a:lnTo>
                    <a:pt x="8079" y="37512"/>
                  </a:lnTo>
                  <a:lnTo>
                    <a:pt x="7722" y="38101"/>
                  </a:lnTo>
                  <a:lnTo>
                    <a:pt x="7343" y="38669"/>
                  </a:lnTo>
                  <a:lnTo>
                    <a:pt x="7322" y="38312"/>
                  </a:lnTo>
                  <a:lnTo>
                    <a:pt x="7301" y="37912"/>
                  </a:lnTo>
                  <a:lnTo>
                    <a:pt x="7259" y="37491"/>
                  </a:lnTo>
                  <a:lnTo>
                    <a:pt x="7196" y="37028"/>
                  </a:lnTo>
                  <a:lnTo>
                    <a:pt x="7112" y="36566"/>
                  </a:lnTo>
                  <a:lnTo>
                    <a:pt x="6985" y="36103"/>
                  </a:lnTo>
                  <a:lnTo>
                    <a:pt x="6838" y="35619"/>
                  </a:lnTo>
                  <a:lnTo>
                    <a:pt x="6649" y="35135"/>
                  </a:lnTo>
                  <a:lnTo>
                    <a:pt x="6438" y="34651"/>
                  </a:lnTo>
                  <a:lnTo>
                    <a:pt x="6165" y="34188"/>
                  </a:lnTo>
                  <a:lnTo>
                    <a:pt x="5870" y="33746"/>
                  </a:lnTo>
                  <a:lnTo>
                    <a:pt x="5681" y="33515"/>
                  </a:lnTo>
                  <a:lnTo>
                    <a:pt x="5513" y="33305"/>
                  </a:lnTo>
                  <a:lnTo>
                    <a:pt x="5302" y="33115"/>
                  </a:lnTo>
                  <a:lnTo>
                    <a:pt x="5092" y="32905"/>
                  </a:lnTo>
                  <a:lnTo>
                    <a:pt x="4882" y="32715"/>
                  </a:lnTo>
                  <a:lnTo>
                    <a:pt x="4629" y="32526"/>
                  </a:lnTo>
                  <a:lnTo>
                    <a:pt x="4377" y="32358"/>
                  </a:lnTo>
                  <a:lnTo>
                    <a:pt x="4103" y="32190"/>
                  </a:lnTo>
                  <a:lnTo>
                    <a:pt x="3830" y="32042"/>
                  </a:lnTo>
                  <a:lnTo>
                    <a:pt x="3535" y="31916"/>
                  </a:lnTo>
                  <a:lnTo>
                    <a:pt x="3430" y="32126"/>
                  </a:lnTo>
                  <a:lnTo>
                    <a:pt x="3346" y="32400"/>
                  </a:lnTo>
                  <a:lnTo>
                    <a:pt x="3241" y="32758"/>
                  </a:lnTo>
                  <a:lnTo>
                    <a:pt x="3156" y="33199"/>
                  </a:lnTo>
                  <a:lnTo>
                    <a:pt x="3072" y="33683"/>
                  </a:lnTo>
                  <a:lnTo>
                    <a:pt x="3030" y="34251"/>
                  </a:lnTo>
                  <a:lnTo>
                    <a:pt x="3030" y="34525"/>
                  </a:lnTo>
                  <a:lnTo>
                    <a:pt x="3030" y="34840"/>
                  </a:lnTo>
                  <a:lnTo>
                    <a:pt x="3072" y="35135"/>
                  </a:lnTo>
                  <a:lnTo>
                    <a:pt x="3114" y="35451"/>
                  </a:lnTo>
                  <a:lnTo>
                    <a:pt x="3177" y="35766"/>
                  </a:lnTo>
                  <a:lnTo>
                    <a:pt x="3262" y="36082"/>
                  </a:lnTo>
                  <a:lnTo>
                    <a:pt x="3367" y="36418"/>
                  </a:lnTo>
                  <a:lnTo>
                    <a:pt x="3514" y="36734"/>
                  </a:lnTo>
                  <a:lnTo>
                    <a:pt x="3661" y="37049"/>
                  </a:lnTo>
                  <a:lnTo>
                    <a:pt x="3851" y="37365"/>
                  </a:lnTo>
                  <a:lnTo>
                    <a:pt x="4082" y="37681"/>
                  </a:lnTo>
                  <a:lnTo>
                    <a:pt x="4335" y="37996"/>
                  </a:lnTo>
                  <a:lnTo>
                    <a:pt x="4629" y="38291"/>
                  </a:lnTo>
                  <a:lnTo>
                    <a:pt x="4966" y="38585"/>
                  </a:lnTo>
                  <a:lnTo>
                    <a:pt x="5323" y="38880"/>
                  </a:lnTo>
                  <a:lnTo>
                    <a:pt x="5744" y="39153"/>
                  </a:lnTo>
                  <a:lnTo>
                    <a:pt x="6186" y="39406"/>
                  </a:lnTo>
                  <a:lnTo>
                    <a:pt x="6670" y="39637"/>
                  </a:lnTo>
                  <a:lnTo>
                    <a:pt x="6039" y="40521"/>
                  </a:lnTo>
                  <a:lnTo>
                    <a:pt x="5702" y="40942"/>
                  </a:lnTo>
                  <a:lnTo>
                    <a:pt x="5344" y="41362"/>
                  </a:lnTo>
                  <a:lnTo>
                    <a:pt x="4987" y="41762"/>
                  </a:lnTo>
                  <a:lnTo>
                    <a:pt x="4629" y="42162"/>
                  </a:lnTo>
                  <a:lnTo>
                    <a:pt x="4250" y="42562"/>
                  </a:lnTo>
                  <a:lnTo>
                    <a:pt x="3851" y="42940"/>
                  </a:lnTo>
                  <a:lnTo>
                    <a:pt x="3472" y="43298"/>
                  </a:lnTo>
                  <a:lnTo>
                    <a:pt x="3051" y="43656"/>
                  </a:lnTo>
                  <a:lnTo>
                    <a:pt x="2630" y="43992"/>
                  </a:lnTo>
                  <a:lnTo>
                    <a:pt x="2210" y="44329"/>
                  </a:lnTo>
                  <a:lnTo>
                    <a:pt x="1768" y="44645"/>
                  </a:lnTo>
                  <a:lnTo>
                    <a:pt x="1305" y="44939"/>
                  </a:lnTo>
                  <a:lnTo>
                    <a:pt x="842" y="45213"/>
                  </a:lnTo>
                  <a:lnTo>
                    <a:pt x="358" y="45465"/>
                  </a:lnTo>
                  <a:lnTo>
                    <a:pt x="232" y="45549"/>
                  </a:lnTo>
                  <a:lnTo>
                    <a:pt x="148" y="45654"/>
                  </a:lnTo>
                  <a:lnTo>
                    <a:pt x="64" y="45760"/>
                  </a:lnTo>
                  <a:lnTo>
                    <a:pt x="22" y="45865"/>
                  </a:lnTo>
                  <a:lnTo>
                    <a:pt x="1" y="45991"/>
                  </a:lnTo>
                  <a:lnTo>
                    <a:pt x="22" y="46117"/>
                  </a:lnTo>
                  <a:lnTo>
                    <a:pt x="43" y="46222"/>
                  </a:lnTo>
                  <a:lnTo>
                    <a:pt x="85" y="46349"/>
                  </a:lnTo>
                  <a:lnTo>
                    <a:pt x="127" y="46454"/>
                  </a:lnTo>
                  <a:lnTo>
                    <a:pt x="211" y="46538"/>
                  </a:lnTo>
                  <a:lnTo>
                    <a:pt x="295" y="46622"/>
                  </a:lnTo>
                  <a:lnTo>
                    <a:pt x="400" y="46685"/>
                  </a:lnTo>
                  <a:lnTo>
                    <a:pt x="505" y="46706"/>
                  </a:lnTo>
                  <a:lnTo>
                    <a:pt x="632" y="46727"/>
                  </a:lnTo>
                  <a:lnTo>
                    <a:pt x="758" y="46706"/>
                  </a:lnTo>
                  <a:lnTo>
                    <a:pt x="905" y="46643"/>
                  </a:lnTo>
                  <a:lnTo>
                    <a:pt x="1431" y="46349"/>
                  </a:lnTo>
                  <a:lnTo>
                    <a:pt x="1936" y="46054"/>
                  </a:lnTo>
                  <a:lnTo>
                    <a:pt x="2420" y="45739"/>
                  </a:lnTo>
                  <a:lnTo>
                    <a:pt x="2904" y="45402"/>
                  </a:lnTo>
                  <a:lnTo>
                    <a:pt x="3388" y="45044"/>
                  </a:lnTo>
                  <a:lnTo>
                    <a:pt x="3851" y="44687"/>
                  </a:lnTo>
                  <a:lnTo>
                    <a:pt x="4292" y="44287"/>
                  </a:lnTo>
                  <a:lnTo>
                    <a:pt x="4734" y="43908"/>
                  </a:lnTo>
                  <a:lnTo>
                    <a:pt x="5155" y="43487"/>
                  </a:lnTo>
                  <a:lnTo>
                    <a:pt x="5555" y="43067"/>
                  </a:lnTo>
                  <a:lnTo>
                    <a:pt x="5955" y="42646"/>
                  </a:lnTo>
                  <a:lnTo>
                    <a:pt x="6354" y="42183"/>
                  </a:lnTo>
                  <a:lnTo>
                    <a:pt x="6733" y="41741"/>
                  </a:lnTo>
                  <a:lnTo>
                    <a:pt x="7112" y="41278"/>
                  </a:lnTo>
                  <a:lnTo>
                    <a:pt x="7469" y="40794"/>
                  </a:lnTo>
                  <a:lnTo>
                    <a:pt x="7806" y="40311"/>
                  </a:lnTo>
                  <a:lnTo>
                    <a:pt x="8311" y="40668"/>
                  </a:lnTo>
                  <a:lnTo>
                    <a:pt x="8648" y="40879"/>
                  </a:lnTo>
                  <a:lnTo>
                    <a:pt x="9047" y="41110"/>
                  </a:lnTo>
                  <a:lnTo>
                    <a:pt x="9510" y="41341"/>
                  </a:lnTo>
                  <a:lnTo>
                    <a:pt x="9994" y="41552"/>
                  </a:lnTo>
                  <a:lnTo>
                    <a:pt x="10520" y="41762"/>
                  </a:lnTo>
                  <a:lnTo>
                    <a:pt x="11088" y="41952"/>
                  </a:lnTo>
                  <a:lnTo>
                    <a:pt x="11698" y="42099"/>
                  </a:lnTo>
                  <a:lnTo>
                    <a:pt x="12014" y="42141"/>
                  </a:lnTo>
                  <a:lnTo>
                    <a:pt x="12329" y="42183"/>
                  </a:lnTo>
                  <a:lnTo>
                    <a:pt x="12645" y="42225"/>
                  </a:lnTo>
                  <a:lnTo>
                    <a:pt x="13297" y="42225"/>
                  </a:lnTo>
                  <a:lnTo>
                    <a:pt x="13634" y="42204"/>
                  </a:lnTo>
                  <a:lnTo>
                    <a:pt x="13970" y="42162"/>
                  </a:lnTo>
                  <a:lnTo>
                    <a:pt x="14307" y="42099"/>
                  </a:lnTo>
                  <a:lnTo>
                    <a:pt x="14644" y="42015"/>
                  </a:lnTo>
                  <a:lnTo>
                    <a:pt x="15001" y="41909"/>
                  </a:lnTo>
                  <a:lnTo>
                    <a:pt x="15338" y="41762"/>
                  </a:lnTo>
                  <a:lnTo>
                    <a:pt x="15674" y="41615"/>
                  </a:lnTo>
                  <a:lnTo>
                    <a:pt x="16011" y="41426"/>
                  </a:lnTo>
                  <a:lnTo>
                    <a:pt x="16348" y="41215"/>
                  </a:lnTo>
                  <a:lnTo>
                    <a:pt x="16200" y="41026"/>
                  </a:lnTo>
                  <a:lnTo>
                    <a:pt x="16032" y="40794"/>
                  </a:lnTo>
                  <a:lnTo>
                    <a:pt x="15780" y="40521"/>
                  </a:lnTo>
                  <a:lnTo>
                    <a:pt x="15485" y="40226"/>
                  </a:lnTo>
                  <a:lnTo>
                    <a:pt x="15106" y="39890"/>
                  </a:lnTo>
                  <a:lnTo>
                    <a:pt x="14665" y="39574"/>
                  </a:lnTo>
                  <a:lnTo>
                    <a:pt x="14433" y="39406"/>
                  </a:lnTo>
                  <a:lnTo>
                    <a:pt x="14181" y="39259"/>
                  </a:lnTo>
                  <a:lnTo>
                    <a:pt x="13907" y="39111"/>
                  </a:lnTo>
                  <a:lnTo>
                    <a:pt x="13613" y="38985"/>
                  </a:lnTo>
                  <a:lnTo>
                    <a:pt x="13318" y="38880"/>
                  </a:lnTo>
                  <a:lnTo>
                    <a:pt x="13003" y="38775"/>
                  </a:lnTo>
                  <a:lnTo>
                    <a:pt x="12687" y="38691"/>
                  </a:lnTo>
                  <a:lnTo>
                    <a:pt x="12329" y="38627"/>
                  </a:lnTo>
                  <a:lnTo>
                    <a:pt x="11993" y="38585"/>
                  </a:lnTo>
                  <a:lnTo>
                    <a:pt x="11614" y="38585"/>
                  </a:lnTo>
                  <a:lnTo>
                    <a:pt x="11235" y="38606"/>
                  </a:lnTo>
                  <a:lnTo>
                    <a:pt x="10857" y="38648"/>
                  </a:lnTo>
                  <a:lnTo>
                    <a:pt x="10436" y="38733"/>
                  </a:lnTo>
                  <a:lnTo>
                    <a:pt x="10036" y="38838"/>
                  </a:lnTo>
                  <a:lnTo>
                    <a:pt x="9594" y="38985"/>
                  </a:lnTo>
                  <a:lnTo>
                    <a:pt x="9152" y="39174"/>
                  </a:lnTo>
                  <a:lnTo>
                    <a:pt x="8711" y="39406"/>
                  </a:lnTo>
                  <a:lnTo>
                    <a:pt x="8248" y="39679"/>
                  </a:lnTo>
                  <a:lnTo>
                    <a:pt x="8669" y="39027"/>
                  </a:lnTo>
                  <a:lnTo>
                    <a:pt x="9089" y="38354"/>
                  </a:lnTo>
                  <a:lnTo>
                    <a:pt x="9489" y="37660"/>
                  </a:lnTo>
                  <a:lnTo>
                    <a:pt x="9868" y="36965"/>
                  </a:lnTo>
                  <a:lnTo>
                    <a:pt x="10246" y="36271"/>
                  </a:lnTo>
                  <a:lnTo>
                    <a:pt x="10604" y="35577"/>
                  </a:lnTo>
                  <a:lnTo>
                    <a:pt x="10941" y="34861"/>
                  </a:lnTo>
                  <a:lnTo>
                    <a:pt x="11277" y="34167"/>
                  </a:lnTo>
                  <a:lnTo>
                    <a:pt x="11740" y="34335"/>
                  </a:lnTo>
                  <a:lnTo>
                    <a:pt x="12098" y="34462"/>
                  </a:lnTo>
                  <a:lnTo>
                    <a:pt x="12519" y="34588"/>
                  </a:lnTo>
                  <a:lnTo>
                    <a:pt x="13003" y="34693"/>
                  </a:lnTo>
                  <a:lnTo>
                    <a:pt x="13550" y="34798"/>
                  </a:lnTo>
                  <a:lnTo>
                    <a:pt x="14139" y="34882"/>
                  </a:lnTo>
                  <a:lnTo>
                    <a:pt x="14749" y="34946"/>
                  </a:lnTo>
                  <a:lnTo>
                    <a:pt x="15401" y="34946"/>
                  </a:lnTo>
                  <a:lnTo>
                    <a:pt x="15738" y="34925"/>
                  </a:lnTo>
                  <a:lnTo>
                    <a:pt x="16053" y="34882"/>
                  </a:lnTo>
                  <a:lnTo>
                    <a:pt x="16390" y="34840"/>
                  </a:lnTo>
                  <a:lnTo>
                    <a:pt x="16726" y="34777"/>
                  </a:lnTo>
                  <a:lnTo>
                    <a:pt x="17063" y="34693"/>
                  </a:lnTo>
                  <a:lnTo>
                    <a:pt x="17400" y="34588"/>
                  </a:lnTo>
                  <a:lnTo>
                    <a:pt x="17736" y="34462"/>
                  </a:lnTo>
                  <a:lnTo>
                    <a:pt x="18073" y="34293"/>
                  </a:lnTo>
                  <a:lnTo>
                    <a:pt x="18389" y="34125"/>
                  </a:lnTo>
                  <a:lnTo>
                    <a:pt x="18704" y="33936"/>
                  </a:lnTo>
                  <a:lnTo>
                    <a:pt x="19020" y="33704"/>
                  </a:lnTo>
                  <a:lnTo>
                    <a:pt x="19335" y="33452"/>
                  </a:lnTo>
                  <a:lnTo>
                    <a:pt x="19630" y="33178"/>
                  </a:lnTo>
                  <a:lnTo>
                    <a:pt x="19903" y="32863"/>
                  </a:lnTo>
                  <a:lnTo>
                    <a:pt x="19714" y="32694"/>
                  </a:lnTo>
                  <a:lnTo>
                    <a:pt x="19483" y="32526"/>
                  </a:lnTo>
                  <a:lnTo>
                    <a:pt x="19167" y="32337"/>
                  </a:lnTo>
                  <a:lnTo>
                    <a:pt x="18767" y="32105"/>
                  </a:lnTo>
                  <a:lnTo>
                    <a:pt x="18304" y="31895"/>
                  </a:lnTo>
                  <a:lnTo>
                    <a:pt x="17778" y="31685"/>
                  </a:lnTo>
                  <a:lnTo>
                    <a:pt x="17505" y="31600"/>
                  </a:lnTo>
                  <a:lnTo>
                    <a:pt x="17210" y="31516"/>
                  </a:lnTo>
                  <a:lnTo>
                    <a:pt x="16895" y="31453"/>
                  </a:lnTo>
                  <a:lnTo>
                    <a:pt x="16579" y="31411"/>
                  </a:lnTo>
                  <a:lnTo>
                    <a:pt x="16243" y="31390"/>
                  </a:lnTo>
                  <a:lnTo>
                    <a:pt x="15906" y="31369"/>
                  </a:lnTo>
                  <a:lnTo>
                    <a:pt x="15569" y="31390"/>
                  </a:lnTo>
                  <a:lnTo>
                    <a:pt x="15212" y="31432"/>
                  </a:lnTo>
                  <a:lnTo>
                    <a:pt x="14854" y="31516"/>
                  </a:lnTo>
                  <a:lnTo>
                    <a:pt x="14475" y="31600"/>
                  </a:lnTo>
                  <a:lnTo>
                    <a:pt x="14118" y="31748"/>
                  </a:lnTo>
                  <a:lnTo>
                    <a:pt x="13739" y="31916"/>
                  </a:lnTo>
                  <a:lnTo>
                    <a:pt x="13360" y="32105"/>
                  </a:lnTo>
                  <a:lnTo>
                    <a:pt x="12982" y="32358"/>
                  </a:lnTo>
                  <a:lnTo>
                    <a:pt x="12582" y="32652"/>
                  </a:lnTo>
                  <a:lnTo>
                    <a:pt x="12203" y="32968"/>
                  </a:lnTo>
                  <a:lnTo>
                    <a:pt x="11824" y="33347"/>
                  </a:lnTo>
                  <a:lnTo>
                    <a:pt x="11446" y="33767"/>
                  </a:lnTo>
                  <a:lnTo>
                    <a:pt x="11446" y="33767"/>
                  </a:lnTo>
                  <a:lnTo>
                    <a:pt x="11761" y="33031"/>
                  </a:lnTo>
                  <a:lnTo>
                    <a:pt x="12266" y="31832"/>
                  </a:lnTo>
                  <a:lnTo>
                    <a:pt x="12729" y="30633"/>
                  </a:lnTo>
                  <a:lnTo>
                    <a:pt x="13150" y="29391"/>
                  </a:lnTo>
                  <a:lnTo>
                    <a:pt x="13550" y="28150"/>
                  </a:lnTo>
                  <a:lnTo>
                    <a:pt x="13886" y="28192"/>
                  </a:lnTo>
                  <a:lnTo>
                    <a:pt x="14265" y="28234"/>
                  </a:lnTo>
                  <a:lnTo>
                    <a:pt x="14686" y="28276"/>
                  </a:lnTo>
                  <a:lnTo>
                    <a:pt x="15149" y="28297"/>
                  </a:lnTo>
                  <a:lnTo>
                    <a:pt x="15632" y="28297"/>
                  </a:lnTo>
                  <a:lnTo>
                    <a:pt x="16158" y="28276"/>
                  </a:lnTo>
                  <a:lnTo>
                    <a:pt x="16705" y="28213"/>
                  </a:lnTo>
                  <a:lnTo>
                    <a:pt x="17252" y="28108"/>
                  </a:lnTo>
                  <a:lnTo>
                    <a:pt x="17820" y="27982"/>
                  </a:lnTo>
                  <a:lnTo>
                    <a:pt x="18094" y="27898"/>
                  </a:lnTo>
                  <a:lnTo>
                    <a:pt x="18389" y="27792"/>
                  </a:lnTo>
                  <a:lnTo>
                    <a:pt x="18662" y="27666"/>
                  </a:lnTo>
                  <a:lnTo>
                    <a:pt x="18936" y="27540"/>
                  </a:lnTo>
                  <a:lnTo>
                    <a:pt x="19209" y="27393"/>
                  </a:lnTo>
                  <a:lnTo>
                    <a:pt x="19483" y="27245"/>
                  </a:lnTo>
                  <a:lnTo>
                    <a:pt x="19735" y="27056"/>
                  </a:lnTo>
                  <a:lnTo>
                    <a:pt x="19987" y="26867"/>
                  </a:lnTo>
                  <a:lnTo>
                    <a:pt x="20240" y="26656"/>
                  </a:lnTo>
                  <a:lnTo>
                    <a:pt x="20471" y="26425"/>
                  </a:lnTo>
                  <a:lnTo>
                    <a:pt x="20703" y="26172"/>
                  </a:lnTo>
                  <a:lnTo>
                    <a:pt x="20934" y="25920"/>
                  </a:lnTo>
                  <a:lnTo>
                    <a:pt x="21145" y="25625"/>
                  </a:lnTo>
                  <a:lnTo>
                    <a:pt x="21334" y="25310"/>
                  </a:lnTo>
                  <a:lnTo>
                    <a:pt x="21145" y="25205"/>
                  </a:lnTo>
                  <a:lnTo>
                    <a:pt x="20934" y="25099"/>
                  </a:lnTo>
                  <a:lnTo>
                    <a:pt x="20640" y="24973"/>
                  </a:lnTo>
                  <a:lnTo>
                    <a:pt x="20282" y="24826"/>
                  </a:lnTo>
                  <a:lnTo>
                    <a:pt x="19861" y="24700"/>
                  </a:lnTo>
                  <a:lnTo>
                    <a:pt x="19398" y="24573"/>
                  </a:lnTo>
                  <a:lnTo>
                    <a:pt x="18872" y="24489"/>
                  </a:lnTo>
                  <a:lnTo>
                    <a:pt x="18599" y="24447"/>
                  </a:lnTo>
                  <a:lnTo>
                    <a:pt x="18325" y="24447"/>
                  </a:lnTo>
                  <a:lnTo>
                    <a:pt x="18031" y="24426"/>
                  </a:lnTo>
                  <a:lnTo>
                    <a:pt x="17736" y="24447"/>
                  </a:lnTo>
                  <a:lnTo>
                    <a:pt x="17442" y="24468"/>
                  </a:lnTo>
                  <a:lnTo>
                    <a:pt x="17147" y="24531"/>
                  </a:lnTo>
                  <a:lnTo>
                    <a:pt x="16832" y="24594"/>
                  </a:lnTo>
                  <a:lnTo>
                    <a:pt x="16516" y="24679"/>
                  </a:lnTo>
                  <a:lnTo>
                    <a:pt x="16222" y="24784"/>
                  </a:lnTo>
                  <a:lnTo>
                    <a:pt x="15906" y="24931"/>
                  </a:lnTo>
                  <a:lnTo>
                    <a:pt x="15590" y="25099"/>
                  </a:lnTo>
                  <a:lnTo>
                    <a:pt x="15275" y="25289"/>
                  </a:lnTo>
                  <a:lnTo>
                    <a:pt x="14959" y="25499"/>
                  </a:lnTo>
                  <a:lnTo>
                    <a:pt x="14665" y="25752"/>
                  </a:lnTo>
                  <a:lnTo>
                    <a:pt x="14349" y="26046"/>
                  </a:lnTo>
                  <a:lnTo>
                    <a:pt x="14055" y="26362"/>
                  </a:lnTo>
                  <a:lnTo>
                    <a:pt x="14286" y="25457"/>
                  </a:lnTo>
                  <a:lnTo>
                    <a:pt x="14475" y="24552"/>
                  </a:lnTo>
                  <a:lnTo>
                    <a:pt x="14665" y="23648"/>
                  </a:lnTo>
                  <a:lnTo>
                    <a:pt x="14833" y="22743"/>
                  </a:lnTo>
                  <a:lnTo>
                    <a:pt x="15170" y="22722"/>
                  </a:lnTo>
                  <a:lnTo>
                    <a:pt x="15548" y="22701"/>
                  </a:lnTo>
                  <a:lnTo>
                    <a:pt x="15969" y="22659"/>
                  </a:lnTo>
                  <a:lnTo>
                    <a:pt x="16411" y="22575"/>
                  </a:lnTo>
                  <a:lnTo>
                    <a:pt x="16916" y="22491"/>
                  </a:lnTo>
                  <a:lnTo>
                    <a:pt x="17421" y="22343"/>
                  </a:lnTo>
                  <a:lnTo>
                    <a:pt x="17926" y="22196"/>
                  </a:lnTo>
                  <a:lnTo>
                    <a:pt x="18452" y="21986"/>
                  </a:lnTo>
                  <a:lnTo>
                    <a:pt x="18978" y="21733"/>
                  </a:lnTo>
                  <a:lnTo>
                    <a:pt x="19230" y="21607"/>
                  </a:lnTo>
                  <a:lnTo>
                    <a:pt x="19504" y="21439"/>
                  </a:lnTo>
                  <a:lnTo>
                    <a:pt x="19735" y="21270"/>
                  </a:lnTo>
                  <a:lnTo>
                    <a:pt x="19987" y="21102"/>
                  </a:lnTo>
                  <a:lnTo>
                    <a:pt x="20219" y="20913"/>
                  </a:lnTo>
                  <a:lnTo>
                    <a:pt x="20450" y="20702"/>
                  </a:lnTo>
                  <a:lnTo>
                    <a:pt x="20682" y="20471"/>
                  </a:lnTo>
                  <a:lnTo>
                    <a:pt x="20892" y="20239"/>
                  </a:lnTo>
                  <a:lnTo>
                    <a:pt x="21081" y="19987"/>
                  </a:lnTo>
                  <a:lnTo>
                    <a:pt x="21271" y="19713"/>
                  </a:lnTo>
                  <a:lnTo>
                    <a:pt x="21460" y="19419"/>
                  </a:lnTo>
                  <a:lnTo>
                    <a:pt x="21628" y="19103"/>
                  </a:lnTo>
                  <a:lnTo>
                    <a:pt x="21776" y="18788"/>
                  </a:lnTo>
                  <a:lnTo>
                    <a:pt x="21902" y="18451"/>
                  </a:lnTo>
                  <a:lnTo>
                    <a:pt x="21713" y="18388"/>
                  </a:lnTo>
                  <a:lnTo>
                    <a:pt x="21481" y="18325"/>
                  </a:lnTo>
                  <a:lnTo>
                    <a:pt x="21187" y="18241"/>
                  </a:lnTo>
                  <a:lnTo>
                    <a:pt x="20829" y="18178"/>
                  </a:lnTo>
                  <a:lnTo>
                    <a:pt x="20408" y="18136"/>
                  </a:lnTo>
                  <a:lnTo>
                    <a:pt x="19924" y="18093"/>
                  </a:lnTo>
                  <a:lnTo>
                    <a:pt x="19419" y="18115"/>
                  </a:lnTo>
                  <a:lnTo>
                    <a:pt x="18893" y="18157"/>
                  </a:lnTo>
                  <a:lnTo>
                    <a:pt x="18620" y="18199"/>
                  </a:lnTo>
                  <a:lnTo>
                    <a:pt x="18346" y="18262"/>
                  </a:lnTo>
                  <a:lnTo>
                    <a:pt x="18052" y="18346"/>
                  </a:lnTo>
                  <a:lnTo>
                    <a:pt x="17778" y="18430"/>
                  </a:lnTo>
                  <a:lnTo>
                    <a:pt x="17484" y="18556"/>
                  </a:lnTo>
                  <a:lnTo>
                    <a:pt x="17210" y="18683"/>
                  </a:lnTo>
                  <a:lnTo>
                    <a:pt x="16937" y="18830"/>
                  </a:lnTo>
                  <a:lnTo>
                    <a:pt x="16642" y="19019"/>
                  </a:lnTo>
                  <a:lnTo>
                    <a:pt x="16390" y="19230"/>
                  </a:lnTo>
                  <a:lnTo>
                    <a:pt x="16116" y="19440"/>
                  </a:lnTo>
                  <a:lnTo>
                    <a:pt x="15843" y="19692"/>
                  </a:lnTo>
                  <a:lnTo>
                    <a:pt x="15611" y="19987"/>
                  </a:lnTo>
                  <a:lnTo>
                    <a:pt x="15359" y="20303"/>
                  </a:lnTo>
                  <a:lnTo>
                    <a:pt x="15127" y="20639"/>
                  </a:lnTo>
                  <a:lnTo>
                    <a:pt x="15233" y="19629"/>
                  </a:lnTo>
                  <a:lnTo>
                    <a:pt x="15296" y="18619"/>
                  </a:lnTo>
                  <a:lnTo>
                    <a:pt x="15338" y="17610"/>
                  </a:lnTo>
                  <a:lnTo>
                    <a:pt x="15359" y="16621"/>
                  </a:lnTo>
                  <a:lnTo>
                    <a:pt x="15696" y="16600"/>
                  </a:lnTo>
                  <a:lnTo>
                    <a:pt x="16074" y="16579"/>
                  </a:lnTo>
                  <a:lnTo>
                    <a:pt x="16495" y="16537"/>
                  </a:lnTo>
                  <a:lnTo>
                    <a:pt x="16958" y="16452"/>
                  </a:lnTo>
                  <a:lnTo>
                    <a:pt x="17442" y="16368"/>
                  </a:lnTo>
                  <a:lnTo>
                    <a:pt x="17947" y="16242"/>
                  </a:lnTo>
                  <a:lnTo>
                    <a:pt x="18473" y="16074"/>
                  </a:lnTo>
                  <a:lnTo>
                    <a:pt x="18999" y="15884"/>
                  </a:lnTo>
                  <a:lnTo>
                    <a:pt x="19504" y="15632"/>
                  </a:lnTo>
                  <a:lnTo>
                    <a:pt x="19777" y="15506"/>
                  </a:lnTo>
                  <a:lnTo>
                    <a:pt x="20030" y="15358"/>
                  </a:lnTo>
                  <a:lnTo>
                    <a:pt x="20261" y="15190"/>
                  </a:lnTo>
                  <a:lnTo>
                    <a:pt x="20513" y="15001"/>
                  </a:lnTo>
                  <a:lnTo>
                    <a:pt x="20745" y="14811"/>
                  </a:lnTo>
                  <a:lnTo>
                    <a:pt x="20976" y="14622"/>
                  </a:lnTo>
                  <a:lnTo>
                    <a:pt x="21208" y="14391"/>
                  </a:lnTo>
                  <a:lnTo>
                    <a:pt x="21418" y="14159"/>
                  </a:lnTo>
                  <a:lnTo>
                    <a:pt x="21628" y="13907"/>
                  </a:lnTo>
                  <a:lnTo>
                    <a:pt x="21818" y="13633"/>
                  </a:lnTo>
                  <a:lnTo>
                    <a:pt x="21986" y="13360"/>
                  </a:lnTo>
                  <a:lnTo>
                    <a:pt x="22154" y="13044"/>
                  </a:lnTo>
                  <a:lnTo>
                    <a:pt x="22302" y="12729"/>
                  </a:lnTo>
                  <a:lnTo>
                    <a:pt x="22449" y="12392"/>
                  </a:lnTo>
                  <a:lnTo>
                    <a:pt x="22239" y="12308"/>
                  </a:lnTo>
                  <a:lnTo>
                    <a:pt x="21986" y="12245"/>
                  </a:lnTo>
                  <a:lnTo>
                    <a:pt x="21671" y="12161"/>
                  </a:lnTo>
                  <a:lnTo>
                    <a:pt x="21271" y="12097"/>
                  </a:lnTo>
                  <a:lnTo>
                    <a:pt x="20829" y="12055"/>
                  </a:lnTo>
                  <a:lnTo>
                    <a:pt x="20324" y="12013"/>
                  </a:lnTo>
                  <a:lnTo>
                    <a:pt x="19777" y="12034"/>
                  </a:lnTo>
                  <a:lnTo>
                    <a:pt x="19504" y="12055"/>
                  </a:lnTo>
                  <a:lnTo>
                    <a:pt x="19209" y="12097"/>
                  </a:lnTo>
                  <a:lnTo>
                    <a:pt x="18914" y="12161"/>
                  </a:lnTo>
                  <a:lnTo>
                    <a:pt x="18620" y="12245"/>
                  </a:lnTo>
                  <a:lnTo>
                    <a:pt x="18325" y="12329"/>
                  </a:lnTo>
                  <a:lnTo>
                    <a:pt x="18031" y="12455"/>
                  </a:lnTo>
                  <a:lnTo>
                    <a:pt x="17736" y="12581"/>
                  </a:lnTo>
                  <a:lnTo>
                    <a:pt x="17442" y="12750"/>
                  </a:lnTo>
                  <a:lnTo>
                    <a:pt x="17147" y="12939"/>
                  </a:lnTo>
                  <a:lnTo>
                    <a:pt x="16874" y="13149"/>
                  </a:lnTo>
                  <a:lnTo>
                    <a:pt x="16579" y="13381"/>
                  </a:lnTo>
                  <a:lnTo>
                    <a:pt x="16306" y="13654"/>
                  </a:lnTo>
                  <a:lnTo>
                    <a:pt x="16053" y="13949"/>
                  </a:lnTo>
                  <a:lnTo>
                    <a:pt x="15801" y="14285"/>
                  </a:lnTo>
                  <a:lnTo>
                    <a:pt x="15548" y="14664"/>
                  </a:lnTo>
                  <a:lnTo>
                    <a:pt x="15317" y="15064"/>
                  </a:lnTo>
                  <a:lnTo>
                    <a:pt x="15296" y="14412"/>
                  </a:lnTo>
                  <a:lnTo>
                    <a:pt x="15233" y="13823"/>
                  </a:lnTo>
                  <a:lnTo>
                    <a:pt x="15191" y="13233"/>
                  </a:lnTo>
                  <a:lnTo>
                    <a:pt x="15106" y="12644"/>
                  </a:lnTo>
                  <a:lnTo>
                    <a:pt x="15022" y="12055"/>
                  </a:lnTo>
                  <a:lnTo>
                    <a:pt x="15317" y="11908"/>
                  </a:lnTo>
                  <a:lnTo>
                    <a:pt x="15653" y="11719"/>
                  </a:lnTo>
                  <a:lnTo>
                    <a:pt x="16011" y="11508"/>
                  </a:lnTo>
                  <a:lnTo>
                    <a:pt x="16390" y="11256"/>
                  </a:lnTo>
                  <a:lnTo>
                    <a:pt x="16811" y="10961"/>
                  </a:lnTo>
                  <a:lnTo>
                    <a:pt x="17210" y="10646"/>
                  </a:lnTo>
                  <a:lnTo>
                    <a:pt x="17631" y="10267"/>
                  </a:lnTo>
                  <a:lnTo>
                    <a:pt x="18031" y="9867"/>
                  </a:lnTo>
                  <a:lnTo>
                    <a:pt x="18410" y="9425"/>
                  </a:lnTo>
                  <a:lnTo>
                    <a:pt x="18578" y="9194"/>
                  </a:lnTo>
                  <a:lnTo>
                    <a:pt x="18746" y="8942"/>
                  </a:lnTo>
                  <a:lnTo>
                    <a:pt x="18914" y="8689"/>
                  </a:lnTo>
                  <a:lnTo>
                    <a:pt x="19062" y="8416"/>
                  </a:lnTo>
                  <a:lnTo>
                    <a:pt x="19188" y="8142"/>
                  </a:lnTo>
                  <a:lnTo>
                    <a:pt x="19314" y="7869"/>
                  </a:lnTo>
                  <a:lnTo>
                    <a:pt x="19440" y="7574"/>
                  </a:lnTo>
                  <a:lnTo>
                    <a:pt x="19525" y="7258"/>
                  </a:lnTo>
                  <a:lnTo>
                    <a:pt x="19609" y="6943"/>
                  </a:lnTo>
                  <a:lnTo>
                    <a:pt x="19672" y="6606"/>
                  </a:lnTo>
                  <a:lnTo>
                    <a:pt x="19714" y="6270"/>
                  </a:lnTo>
                  <a:lnTo>
                    <a:pt x="19735" y="5933"/>
                  </a:lnTo>
                  <a:lnTo>
                    <a:pt x="19735" y="5554"/>
                  </a:lnTo>
                  <a:lnTo>
                    <a:pt x="19714" y="5197"/>
                  </a:lnTo>
                  <a:lnTo>
                    <a:pt x="19525" y="5218"/>
                  </a:lnTo>
                  <a:lnTo>
                    <a:pt x="19293" y="5239"/>
                  </a:lnTo>
                  <a:lnTo>
                    <a:pt x="19020" y="5302"/>
                  </a:lnTo>
                  <a:lnTo>
                    <a:pt x="18662" y="5386"/>
                  </a:lnTo>
                  <a:lnTo>
                    <a:pt x="18283" y="5512"/>
                  </a:lnTo>
                  <a:lnTo>
                    <a:pt x="17863" y="5659"/>
                  </a:lnTo>
                  <a:lnTo>
                    <a:pt x="17400" y="5870"/>
                  </a:lnTo>
                  <a:lnTo>
                    <a:pt x="16958" y="6122"/>
                  </a:lnTo>
                  <a:lnTo>
                    <a:pt x="16726" y="6270"/>
                  </a:lnTo>
                  <a:lnTo>
                    <a:pt x="16495" y="6417"/>
                  </a:lnTo>
                  <a:lnTo>
                    <a:pt x="16285" y="6606"/>
                  </a:lnTo>
                  <a:lnTo>
                    <a:pt x="16074" y="6796"/>
                  </a:lnTo>
                  <a:lnTo>
                    <a:pt x="15864" y="6985"/>
                  </a:lnTo>
                  <a:lnTo>
                    <a:pt x="15653" y="7216"/>
                  </a:lnTo>
                  <a:lnTo>
                    <a:pt x="15464" y="7448"/>
                  </a:lnTo>
                  <a:lnTo>
                    <a:pt x="15275" y="7721"/>
                  </a:lnTo>
                  <a:lnTo>
                    <a:pt x="15106" y="7995"/>
                  </a:lnTo>
                  <a:lnTo>
                    <a:pt x="14959" y="8289"/>
                  </a:lnTo>
                  <a:lnTo>
                    <a:pt x="14812" y="8605"/>
                  </a:lnTo>
                  <a:lnTo>
                    <a:pt x="14707" y="8942"/>
                  </a:lnTo>
                  <a:lnTo>
                    <a:pt x="14602" y="9299"/>
                  </a:lnTo>
                  <a:lnTo>
                    <a:pt x="14517" y="9678"/>
                  </a:lnTo>
                  <a:lnTo>
                    <a:pt x="14349" y="9152"/>
                  </a:lnTo>
                  <a:lnTo>
                    <a:pt x="14160" y="8605"/>
                  </a:lnTo>
                  <a:lnTo>
                    <a:pt x="13970" y="8079"/>
                  </a:lnTo>
                  <a:lnTo>
                    <a:pt x="13760" y="7574"/>
                  </a:lnTo>
                  <a:lnTo>
                    <a:pt x="13781" y="7195"/>
                  </a:lnTo>
                  <a:lnTo>
                    <a:pt x="13802" y="6796"/>
                  </a:lnTo>
                  <a:lnTo>
                    <a:pt x="13781" y="6354"/>
                  </a:lnTo>
                  <a:lnTo>
                    <a:pt x="13760" y="5891"/>
                  </a:lnTo>
                  <a:lnTo>
                    <a:pt x="13697" y="5386"/>
                  </a:lnTo>
                  <a:lnTo>
                    <a:pt x="13613" y="4860"/>
                  </a:lnTo>
                  <a:lnTo>
                    <a:pt x="13486" y="4334"/>
                  </a:lnTo>
                  <a:lnTo>
                    <a:pt x="13339" y="3787"/>
                  </a:lnTo>
                  <a:lnTo>
                    <a:pt x="13108" y="3261"/>
                  </a:lnTo>
                  <a:lnTo>
                    <a:pt x="12982" y="2988"/>
                  </a:lnTo>
                  <a:lnTo>
                    <a:pt x="12855" y="2714"/>
                  </a:lnTo>
                  <a:lnTo>
                    <a:pt x="12687" y="2462"/>
                  </a:lnTo>
                  <a:lnTo>
                    <a:pt x="12519" y="2209"/>
                  </a:lnTo>
                  <a:lnTo>
                    <a:pt x="12350" y="1957"/>
                  </a:lnTo>
                  <a:lnTo>
                    <a:pt x="12140" y="1704"/>
                  </a:lnTo>
                  <a:lnTo>
                    <a:pt x="11930" y="1452"/>
                  </a:lnTo>
                  <a:lnTo>
                    <a:pt x="11698" y="1220"/>
                  </a:lnTo>
                  <a:lnTo>
                    <a:pt x="11446" y="989"/>
                  </a:lnTo>
                  <a:lnTo>
                    <a:pt x="11172" y="778"/>
                  </a:lnTo>
                  <a:lnTo>
                    <a:pt x="10878" y="568"/>
                  </a:lnTo>
                  <a:lnTo>
                    <a:pt x="10562" y="379"/>
                  </a:lnTo>
                  <a:lnTo>
                    <a:pt x="10225" y="189"/>
                  </a:lnTo>
                  <a:lnTo>
                    <a:pt x="9889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39"/>
            <p:cNvSpPr/>
            <p:nvPr/>
          </p:nvSpPr>
          <p:spPr>
            <a:xfrm>
              <a:off x="5525450" y="3185200"/>
              <a:ext cx="563350" cy="1167150"/>
            </a:xfrm>
            <a:custGeom>
              <a:avLst/>
              <a:gdLst/>
              <a:ahLst/>
              <a:cxnLst/>
              <a:rect l="l" t="t" r="r" b="b"/>
              <a:pathLst>
                <a:path w="22534" h="46686" extrusionOk="0">
                  <a:moveTo>
                    <a:pt x="12519" y="1"/>
                  </a:moveTo>
                  <a:lnTo>
                    <a:pt x="12182" y="169"/>
                  </a:lnTo>
                  <a:lnTo>
                    <a:pt x="11846" y="358"/>
                  </a:lnTo>
                  <a:lnTo>
                    <a:pt x="11530" y="569"/>
                  </a:lnTo>
                  <a:lnTo>
                    <a:pt x="11236" y="779"/>
                  </a:lnTo>
                  <a:lnTo>
                    <a:pt x="10962" y="990"/>
                  </a:lnTo>
                  <a:lnTo>
                    <a:pt x="10710" y="1221"/>
                  </a:lnTo>
                  <a:lnTo>
                    <a:pt x="10478" y="1452"/>
                  </a:lnTo>
                  <a:lnTo>
                    <a:pt x="10268" y="1705"/>
                  </a:lnTo>
                  <a:lnTo>
                    <a:pt x="10057" y="1957"/>
                  </a:lnTo>
                  <a:lnTo>
                    <a:pt x="9889" y="2210"/>
                  </a:lnTo>
                  <a:lnTo>
                    <a:pt x="9721" y="2462"/>
                  </a:lnTo>
                  <a:lnTo>
                    <a:pt x="9553" y="2736"/>
                  </a:lnTo>
                  <a:lnTo>
                    <a:pt x="9426" y="2988"/>
                  </a:lnTo>
                  <a:lnTo>
                    <a:pt x="9300" y="3262"/>
                  </a:lnTo>
                  <a:lnTo>
                    <a:pt x="9090" y="3809"/>
                  </a:lnTo>
                  <a:lnTo>
                    <a:pt x="8921" y="4335"/>
                  </a:lnTo>
                  <a:lnTo>
                    <a:pt x="8795" y="4882"/>
                  </a:lnTo>
                  <a:lnTo>
                    <a:pt x="8711" y="5387"/>
                  </a:lnTo>
                  <a:lnTo>
                    <a:pt x="8669" y="5892"/>
                  </a:lnTo>
                  <a:lnTo>
                    <a:pt x="8627" y="6375"/>
                  </a:lnTo>
                  <a:lnTo>
                    <a:pt x="8627" y="6817"/>
                  </a:lnTo>
                  <a:lnTo>
                    <a:pt x="8648" y="7217"/>
                  </a:lnTo>
                  <a:lnTo>
                    <a:pt x="8669" y="7575"/>
                  </a:lnTo>
                  <a:lnTo>
                    <a:pt x="8459" y="8101"/>
                  </a:lnTo>
                  <a:lnTo>
                    <a:pt x="8269" y="8627"/>
                  </a:lnTo>
                  <a:lnTo>
                    <a:pt x="8080" y="9153"/>
                  </a:lnTo>
                  <a:lnTo>
                    <a:pt x="7933" y="9700"/>
                  </a:lnTo>
                  <a:lnTo>
                    <a:pt x="7848" y="9321"/>
                  </a:lnTo>
                  <a:lnTo>
                    <a:pt x="7743" y="8942"/>
                  </a:lnTo>
                  <a:lnTo>
                    <a:pt x="7617" y="8606"/>
                  </a:lnTo>
                  <a:lnTo>
                    <a:pt x="7470" y="8290"/>
                  </a:lnTo>
                  <a:lnTo>
                    <a:pt x="7322" y="7995"/>
                  </a:lnTo>
                  <a:lnTo>
                    <a:pt x="7154" y="7722"/>
                  </a:lnTo>
                  <a:lnTo>
                    <a:pt x="6965" y="7470"/>
                  </a:lnTo>
                  <a:lnTo>
                    <a:pt x="6775" y="7238"/>
                  </a:lnTo>
                  <a:lnTo>
                    <a:pt x="6565" y="7007"/>
                  </a:lnTo>
                  <a:lnTo>
                    <a:pt x="6355" y="6796"/>
                  </a:lnTo>
                  <a:lnTo>
                    <a:pt x="6144" y="6607"/>
                  </a:lnTo>
                  <a:lnTo>
                    <a:pt x="5913" y="6439"/>
                  </a:lnTo>
                  <a:lnTo>
                    <a:pt x="5702" y="6270"/>
                  </a:lnTo>
                  <a:lnTo>
                    <a:pt x="5471" y="6144"/>
                  </a:lnTo>
                  <a:lnTo>
                    <a:pt x="5008" y="5892"/>
                  </a:lnTo>
                  <a:lnTo>
                    <a:pt x="4566" y="5681"/>
                  </a:lnTo>
                  <a:lnTo>
                    <a:pt x="4146" y="5534"/>
                  </a:lnTo>
                  <a:lnTo>
                    <a:pt x="3746" y="5408"/>
                  </a:lnTo>
                  <a:lnTo>
                    <a:pt x="3409" y="5324"/>
                  </a:lnTo>
                  <a:lnTo>
                    <a:pt x="3115" y="5260"/>
                  </a:lnTo>
                  <a:lnTo>
                    <a:pt x="2904" y="5239"/>
                  </a:lnTo>
                  <a:lnTo>
                    <a:pt x="2694" y="5218"/>
                  </a:lnTo>
                  <a:lnTo>
                    <a:pt x="2694" y="5576"/>
                  </a:lnTo>
                  <a:lnTo>
                    <a:pt x="2694" y="5955"/>
                  </a:lnTo>
                  <a:lnTo>
                    <a:pt x="2715" y="6291"/>
                  </a:lnTo>
                  <a:lnTo>
                    <a:pt x="2757" y="6628"/>
                  </a:lnTo>
                  <a:lnTo>
                    <a:pt x="2820" y="6965"/>
                  </a:lnTo>
                  <a:lnTo>
                    <a:pt x="2904" y="7280"/>
                  </a:lnTo>
                  <a:lnTo>
                    <a:pt x="2988" y="7596"/>
                  </a:lnTo>
                  <a:lnTo>
                    <a:pt x="3115" y="7890"/>
                  </a:lnTo>
                  <a:lnTo>
                    <a:pt x="3241" y="8164"/>
                  </a:lnTo>
                  <a:lnTo>
                    <a:pt x="3367" y="8437"/>
                  </a:lnTo>
                  <a:lnTo>
                    <a:pt x="3514" y="8711"/>
                  </a:lnTo>
                  <a:lnTo>
                    <a:pt x="3683" y="8963"/>
                  </a:lnTo>
                  <a:lnTo>
                    <a:pt x="3851" y="9216"/>
                  </a:lnTo>
                  <a:lnTo>
                    <a:pt x="4040" y="9447"/>
                  </a:lnTo>
                  <a:lnTo>
                    <a:pt x="4419" y="9889"/>
                  </a:lnTo>
                  <a:lnTo>
                    <a:pt x="4819" y="10289"/>
                  </a:lnTo>
                  <a:lnTo>
                    <a:pt x="5219" y="10646"/>
                  </a:lnTo>
                  <a:lnTo>
                    <a:pt x="5639" y="10983"/>
                  </a:lnTo>
                  <a:lnTo>
                    <a:pt x="6039" y="11278"/>
                  </a:lnTo>
                  <a:lnTo>
                    <a:pt x="6418" y="11530"/>
                  </a:lnTo>
                  <a:lnTo>
                    <a:pt x="6796" y="11740"/>
                  </a:lnTo>
                  <a:lnTo>
                    <a:pt x="7133" y="11909"/>
                  </a:lnTo>
                  <a:lnTo>
                    <a:pt x="7407" y="12056"/>
                  </a:lnTo>
                  <a:lnTo>
                    <a:pt x="7322" y="12645"/>
                  </a:lnTo>
                  <a:lnTo>
                    <a:pt x="7259" y="13234"/>
                  </a:lnTo>
                  <a:lnTo>
                    <a:pt x="7196" y="13823"/>
                  </a:lnTo>
                  <a:lnTo>
                    <a:pt x="7154" y="14412"/>
                  </a:lnTo>
                  <a:lnTo>
                    <a:pt x="7133" y="15065"/>
                  </a:lnTo>
                  <a:lnTo>
                    <a:pt x="6902" y="14665"/>
                  </a:lnTo>
                  <a:lnTo>
                    <a:pt x="6649" y="14307"/>
                  </a:lnTo>
                  <a:lnTo>
                    <a:pt x="6397" y="13971"/>
                  </a:lnTo>
                  <a:lnTo>
                    <a:pt x="6123" y="13676"/>
                  </a:lnTo>
                  <a:lnTo>
                    <a:pt x="5850" y="13402"/>
                  </a:lnTo>
                  <a:lnTo>
                    <a:pt x="5576" y="13150"/>
                  </a:lnTo>
                  <a:lnTo>
                    <a:pt x="5282" y="12940"/>
                  </a:lnTo>
                  <a:lnTo>
                    <a:pt x="5008" y="12750"/>
                  </a:lnTo>
                  <a:lnTo>
                    <a:pt x="4714" y="12603"/>
                  </a:lnTo>
                  <a:lnTo>
                    <a:pt x="4419" y="12456"/>
                  </a:lnTo>
                  <a:lnTo>
                    <a:pt x="4103" y="12351"/>
                  </a:lnTo>
                  <a:lnTo>
                    <a:pt x="3809" y="12266"/>
                  </a:lnTo>
                  <a:lnTo>
                    <a:pt x="3514" y="12182"/>
                  </a:lnTo>
                  <a:lnTo>
                    <a:pt x="3220" y="12119"/>
                  </a:lnTo>
                  <a:lnTo>
                    <a:pt x="2946" y="12077"/>
                  </a:lnTo>
                  <a:lnTo>
                    <a:pt x="2652" y="12056"/>
                  </a:lnTo>
                  <a:lnTo>
                    <a:pt x="2126" y="12035"/>
                  </a:lnTo>
                  <a:lnTo>
                    <a:pt x="1621" y="12077"/>
                  </a:lnTo>
                  <a:lnTo>
                    <a:pt x="1158" y="12119"/>
                  </a:lnTo>
                  <a:lnTo>
                    <a:pt x="779" y="12203"/>
                  </a:lnTo>
                  <a:lnTo>
                    <a:pt x="443" y="12266"/>
                  </a:lnTo>
                  <a:lnTo>
                    <a:pt x="211" y="12351"/>
                  </a:lnTo>
                  <a:lnTo>
                    <a:pt x="1" y="12414"/>
                  </a:lnTo>
                  <a:lnTo>
                    <a:pt x="127" y="12750"/>
                  </a:lnTo>
                  <a:lnTo>
                    <a:pt x="295" y="13087"/>
                  </a:lnTo>
                  <a:lnTo>
                    <a:pt x="443" y="13381"/>
                  </a:lnTo>
                  <a:lnTo>
                    <a:pt x="632" y="13655"/>
                  </a:lnTo>
                  <a:lnTo>
                    <a:pt x="821" y="13928"/>
                  </a:lnTo>
                  <a:lnTo>
                    <a:pt x="1032" y="14181"/>
                  </a:lnTo>
                  <a:lnTo>
                    <a:pt x="1242" y="14412"/>
                  </a:lnTo>
                  <a:lnTo>
                    <a:pt x="1474" y="14644"/>
                  </a:lnTo>
                  <a:lnTo>
                    <a:pt x="1684" y="14854"/>
                  </a:lnTo>
                  <a:lnTo>
                    <a:pt x="1936" y="15044"/>
                  </a:lnTo>
                  <a:lnTo>
                    <a:pt x="2168" y="15212"/>
                  </a:lnTo>
                  <a:lnTo>
                    <a:pt x="2420" y="15380"/>
                  </a:lnTo>
                  <a:lnTo>
                    <a:pt x="2673" y="15527"/>
                  </a:lnTo>
                  <a:lnTo>
                    <a:pt x="2946" y="15654"/>
                  </a:lnTo>
                  <a:lnTo>
                    <a:pt x="3451" y="15906"/>
                  </a:lnTo>
                  <a:lnTo>
                    <a:pt x="3977" y="16095"/>
                  </a:lnTo>
                  <a:lnTo>
                    <a:pt x="4503" y="16264"/>
                  </a:lnTo>
                  <a:lnTo>
                    <a:pt x="5008" y="16390"/>
                  </a:lnTo>
                  <a:lnTo>
                    <a:pt x="5492" y="16474"/>
                  </a:lnTo>
                  <a:lnTo>
                    <a:pt x="5955" y="16537"/>
                  </a:lnTo>
                  <a:lnTo>
                    <a:pt x="6376" y="16579"/>
                  </a:lnTo>
                  <a:lnTo>
                    <a:pt x="6754" y="16600"/>
                  </a:lnTo>
                  <a:lnTo>
                    <a:pt x="7091" y="16621"/>
                  </a:lnTo>
                  <a:lnTo>
                    <a:pt x="7112" y="17631"/>
                  </a:lnTo>
                  <a:lnTo>
                    <a:pt x="7154" y="18641"/>
                  </a:lnTo>
                  <a:lnTo>
                    <a:pt x="7238" y="19651"/>
                  </a:lnTo>
                  <a:lnTo>
                    <a:pt x="7343" y="20640"/>
                  </a:lnTo>
                  <a:lnTo>
                    <a:pt x="7112" y="20303"/>
                  </a:lnTo>
                  <a:lnTo>
                    <a:pt x="6860" y="19988"/>
                  </a:lnTo>
                  <a:lnTo>
                    <a:pt x="6607" y="19714"/>
                  </a:lnTo>
                  <a:lnTo>
                    <a:pt x="6355" y="19462"/>
                  </a:lnTo>
                  <a:lnTo>
                    <a:pt x="6081" y="19230"/>
                  </a:lnTo>
                  <a:lnTo>
                    <a:pt x="5808" y="19041"/>
                  </a:lnTo>
                  <a:lnTo>
                    <a:pt x="5534" y="18852"/>
                  </a:lnTo>
                  <a:lnTo>
                    <a:pt x="5240" y="18704"/>
                  </a:lnTo>
                  <a:lnTo>
                    <a:pt x="4966" y="18557"/>
                  </a:lnTo>
                  <a:lnTo>
                    <a:pt x="4693" y="18452"/>
                  </a:lnTo>
                  <a:lnTo>
                    <a:pt x="4398" y="18368"/>
                  </a:lnTo>
                  <a:lnTo>
                    <a:pt x="4125" y="18283"/>
                  </a:lnTo>
                  <a:lnTo>
                    <a:pt x="3851" y="18220"/>
                  </a:lnTo>
                  <a:lnTo>
                    <a:pt x="3556" y="18178"/>
                  </a:lnTo>
                  <a:lnTo>
                    <a:pt x="3030" y="18136"/>
                  </a:lnTo>
                  <a:lnTo>
                    <a:pt x="2526" y="18136"/>
                  </a:lnTo>
                  <a:lnTo>
                    <a:pt x="2063" y="18157"/>
                  </a:lnTo>
                  <a:lnTo>
                    <a:pt x="1642" y="18199"/>
                  </a:lnTo>
                  <a:lnTo>
                    <a:pt x="1263" y="18283"/>
                  </a:lnTo>
                  <a:lnTo>
                    <a:pt x="969" y="18347"/>
                  </a:lnTo>
                  <a:lnTo>
                    <a:pt x="737" y="18410"/>
                  </a:lnTo>
                  <a:lnTo>
                    <a:pt x="548" y="18473"/>
                  </a:lnTo>
                  <a:lnTo>
                    <a:pt x="695" y="18809"/>
                  </a:lnTo>
                  <a:lnTo>
                    <a:pt x="842" y="19146"/>
                  </a:lnTo>
                  <a:lnTo>
                    <a:pt x="1011" y="19441"/>
                  </a:lnTo>
                  <a:lnTo>
                    <a:pt x="1179" y="19735"/>
                  </a:lnTo>
                  <a:lnTo>
                    <a:pt x="1368" y="20009"/>
                  </a:lnTo>
                  <a:lnTo>
                    <a:pt x="1579" y="20261"/>
                  </a:lnTo>
                  <a:lnTo>
                    <a:pt x="1789" y="20493"/>
                  </a:lnTo>
                  <a:lnTo>
                    <a:pt x="2000" y="20724"/>
                  </a:lnTo>
                  <a:lnTo>
                    <a:pt x="2231" y="20934"/>
                  </a:lnTo>
                  <a:lnTo>
                    <a:pt x="2483" y="21124"/>
                  </a:lnTo>
                  <a:lnTo>
                    <a:pt x="2715" y="21292"/>
                  </a:lnTo>
                  <a:lnTo>
                    <a:pt x="2967" y="21460"/>
                  </a:lnTo>
                  <a:lnTo>
                    <a:pt x="3220" y="21629"/>
                  </a:lnTo>
                  <a:lnTo>
                    <a:pt x="3493" y="21755"/>
                  </a:lnTo>
                  <a:lnTo>
                    <a:pt x="3998" y="22007"/>
                  </a:lnTo>
                  <a:lnTo>
                    <a:pt x="4524" y="22218"/>
                  </a:lnTo>
                  <a:lnTo>
                    <a:pt x="5050" y="22365"/>
                  </a:lnTo>
                  <a:lnTo>
                    <a:pt x="5555" y="22491"/>
                  </a:lnTo>
                  <a:lnTo>
                    <a:pt x="6039" y="22596"/>
                  </a:lnTo>
                  <a:lnTo>
                    <a:pt x="6502" y="22660"/>
                  </a:lnTo>
                  <a:lnTo>
                    <a:pt x="6923" y="22702"/>
                  </a:lnTo>
                  <a:lnTo>
                    <a:pt x="7301" y="22744"/>
                  </a:lnTo>
                  <a:lnTo>
                    <a:pt x="7638" y="22744"/>
                  </a:lnTo>
                  <a:lnTo>
                    <a:pt x="7806" y="23669"/>
                  </a:lnTo>
                  <a:lnTo>
                    <a:pt x="7996" y="24574"/>
                  </a:lnTo>
                  <a:lnTo>
                    <a:pt x="8206" y="25479"/>
                  </a:lnTo>
                  <a:lnTo>
                    <a:pt x="8416" y="26362"/>
                  </a:lnTo>
                  <a:lnTo>
                    <a:pt x="8122" y="26047"/>
                  </a:lnTo>
                  <a:lnTo>
                    <a:pt x="7827" y="25773"/>
                  </a:lnTo>
                  <a:lnTo>
                    <a:pt x="7512" y="25521"/>
                  </a:lnTo>
                  <a:lnTo>
                    <a:pt x="7196" y="25289"/>
                  </a:lnTo>
                  <a:lnTo>
                    <a:pt x="6881" y="25100"/>
                  </a:lnTo>
                  <a:lnTo>
                    <a:pt x="6565" y="24932"/>
                  </a:lnTo>
                  <a:lnTo>
                    <a:pt x="6270" y="24806"/>
                  </a:lnTo>
                  <a:lnTo>
                    <a:pt x="5955" y="24700"/>
                  </a:lnTo>
                  <a:lnTo>
                    <a:pt x="5639" y="24616"/>
                  </a:lnTo>
                  <a:lnTo>
                    <a:pt x="5324" y="24532"/>
                  </a:lnTo>
                  <a:lnTo>
                    <a:pt x="5029" y="24490"/>
                  </a:lnTo>
                  <a:lnTo>
                    <a:pt x="4735" y="24469"/>
                  </a:lnTo>
                  <a:lnTo>
                    <a:pt x="4440" y="24448"/>
                  </a:lnTo>
                  <a:lnTo>
                    <a:pt x="4146" y="24469"/>
                  </a:lnTo>
                  <a:lnTo>
                    <a:pt x="3872" y="24469"/>
                  </a:lnTo>
                  <a:lnTo>
                    <a:pt x="3599" y="24511"/>
                  </a:lnTo>
                  <a:lnTo>
                    <a:pt x="3073" y="24595"/>
                  </a:lnTo>
                  <a:lnTo>
                    <a:pt x="2610" y="24721"/>
                  </a:lnTo>
                  <a:lnTo>
                    <a:pt x="2189" y="24848"/>
                  </a:lnTo>
                  <a:lnTo>
                    <a:pt x="1831" y="24995"/>
                  </a:lnTo>
                  <a:lnTo>
                    <a:pt x="1537" y="25121"/>
                  </a:lnTo>
                  <a:lnTo>
                    <a:pt x="1326" y="25247"/>
                  </a:lnTo>
                  <a:lnTo>
                    <a:pt x="1137" y="25332"/>
                  </a:lnTo>
                  <a:lnTo>
                    <a:pt x="1347" y="25647"/>
                  </a:lnTo>
                  <a:lnTo>
                    <a:pt x="1558" y="25942"/>
                  </a:lnTo>
                  <a:lnTo>
                    <a:pt x="1768" y="26215"/>
                  </a:lnTo>
                  <a:lnTo>
                    <a:pt x="2000" y="26447"/>
                  </a:lnTo>
                  <a:lnTo>
                    <a:pt x="2252" y="26678"/>
                  </a:lnTo>
                  <a:lnTo>
                    <a:pt x="2483" y="26888"/>
                  </a:lnTo>
                  <a:lnTo>
                    <a:pt x="2757" y="27078"/>
                  </a:lnTo>
                  <a:lnTo>
                    <a:pt x="3009" y="27267"/>
                  </a:lnTo>
                  <a:lnTo>
                    <a:pt x="3283" y="27414"/>
                  </a:lnTo>
                  <a:lnTo>
                    <a:pt x="3556" y="27562"/>
                  </a:lnTo>
                  <a:lnTo>
                    <a:pt x="3830" y="27688"/>
                  </a:lnTo>
                  <a:lnTo>
                    <a:pt x="4103" y="27814"/>
                  </a:lnTo>
                  <a:lnTo>
                    <a:pt x="4377" y="27898"/>
                  </a:lnTo>
                  <a:lnTo>
                    <a:pt x="4650" y="28003"/>
                  </a:lnTo>
                  <a:lnTo>
                    <a:pt x="5219" y="28130"/>
                  </a:lnTo>
                  <a:lnTo>
                    <a:pt x="5787" y="28235"/>
                  </a:lnTo>
                  <a:lnTo>
                    <a:pt x="6313" y="28277"/>
                  </a:lnTo>
                  <a:lnTo>
                    <a:pt x="6839" y="28319"/>
                  </a:lnTo>
                  <a:lnTo>
                    <a:pt x="7343" y="28319"/>
                  </a:lnTo>
                  <a:lnTo>
                    <a:pt x="7806" y="28277"/>
                  </a:lnTo>
                  <a:lnTo>
                    <a:pt x="8227" y="28256"/>
                  </a:lnTo>
                  <a:lnTo>
                    <a:pt x="8606" y="28193"/>
                  </a:lnTo>
                  <a:lnTo>
                    <a:pt x="8921" y="28151"/>
                  </a:lnTo>
                  <a:lnTo>
                    <a:pt x="9321" y="29392"/>
                  </a:lnTo>
                  <a:lnTo>
                    <a:pt x="9763" y="30633"/>
                  </a:lnTo>
                  <a:lnTo>
                    <a:pt x="10226" y="31833"/>
                  </a:lnTo>
                  <a:lnTo>
                    <a:pt x="10731" y="33032"/>
                  </a:lnTo>
                  <a:lnTo>
                    <a:pt x="11046" y="33768"/>
                  </a:lnTo>
                  <a:lnTo>
                    <a:pt x="10668" y="33347"/>
                  </a:lnTo>
                  <a:lnTo>
                    <a:pt x="10289" y="32969"/>
                  </a:lnTo>
                  <a:lnTo>
                    <a:pt x="9910" y="32653"/>
                  </a:lnTo>
                  <a:lnTo>
                    <a:pt x="9531" y="32358"/>
                  </a:lnTo>
                  <a:lnTo>
                    <a:pt x="9132" y="32127"/>
                  </a:lnTo>
                  <a:lnTo>
                    <a:pt x="8753" y="31917"/>
                  </a:lnTo>
                  <a:lnTo>
                    <a:pt x="8374" y="31748"/>
                  </a:lnTo>
                  <a:lnTo>
                    <a:pt x="8017" y="31622"/>
                  </a:lnTo>
                  <a:lnTo>
                    <a:pt x="7638" y="31517"/>
                  </a:lnTo>
                  <a:lnTo>
                    <a:pt x="7280" y="31454"/>
                  </a:lnTo>
                  <a:lnTo>
                    <a:pt x="6923" y="31412"/>
                  </a:lnTo>
                  <a:lnTo>
                    <a:pt x="6586" y="31391"/>
                  </a:lnTo>
                  <a:lnTo>
                    <a:pt x="6249" y="31391"/>
                  </a:lnTo>
                  <a:lnTo>
                    <a:pt x="5913" y="31433"/>
                  </a:lnTo>
                  <a:lnTo>
                    <a:pt x="5597" y="31475"/>
                  </a:lnTo>
                  <a:lnTo>
                    <a:pt x="5303" y="31538"/>
                  </a:lnTo>
                  <a:lnTo>
                    <a:pt x="4987" y="31601"/>
                  </a:lnTo>
                  <a:lnTo>
                    <a:pt x="4714" y="31706"/>
                  </a:lnTo>
                  <a:lnTo>
                    <a:pt x="4188" y="31896"/>
                  </a:lnTo>
                  <a:lnTo>
                    <a:pt x="3725" y="32127"/>
                  </a:lnTo>
                  <a:lnTo>
                    <a:pt x="3346" y="32358"/>
                  </a:lnTo>
                  <a:lnTo>
                    <a:pt x="3009" y="32548"/>
                  </a:lnTo>
                  <a:lnTo>
                    <a:pt x="2778" y="32716"/>
                  </a:lnTo>
                  <a:lnTo>
                    <a:pt x="2589" y="32884"/>
                  </a:lnTo>
                  <a:lnTo>
                    <a:pt x="2883" y="33200"/>
                  </a:lnTo>
                  <a:lnTo>
                    <a:pt x="3178" y="33474"/>
                  </a:lnTo>
                  <a:lnTo>
                    <a:pt x="3472" y="33726"/>
                  </a:lnTo>
                  <a:lnTo>
                    <a:pt x="3788" y="33957"/>
                  </a:lnTo>
                  <a:lnTo>
                    <a:pt x="4103" y="34147"/>
                  </a:lnTo>
                  <a:lnTo>
                    <a:pt x="4440" y="34315"/>
                  </a:lnTo>
                  <a:lnTo>
                    <a:pt x="4756" y="34462"/>
                  </a:lnTo>
                  <a:lnTo>
                    <a:pt x="5092" y="34589"/>
                  </a:lnTo>
                  <a:lnTo>
                    <a:pt x="5429" y="34694"/>
                  </a:lnTo>
                  <a:lnTo>
                    <a:pt x="5766" y="34778"/>
                  </a:lnTo>
                  <a:lnTo>
                    <a:pt x="6102" y="34841"/>
                  </a:lnTo>
                  <a:lnTo>
                    <a:pt x="6439" y="34904"/>
                  </a:lnTo>
                  <a:lnTo>
                    <a:pt x="6775" y="34925"/>
                  </a:lnTo>
                  <a:lnTo>
                    <a:pt x="7112" y="34946"/>
                  </a:lnTo>
                  <a:lnTo>
                    <a:pt x="7743" y="34946"/>
                  </a:lnTo>
                  <a:lnTo>
                    <a:pt x="8374" y="34904"/>
                  </a:lnTo>
                  <a:lnTo>
                    <a:pt x="8942" y="34820"/>
                  </a:lnTo>
                  <a:lnTo>
                    <a:pt x="9489" y="34715"/>
                  </a:lnTo>
                  <a:lnTo>
                    <a:pt x="9973" y="34589"/>
                  </a:lnTo>
                  <a:lnTo>
                    <a:pt x="10415" y="34462"/>
                  </a:lnTo>
                  <a:lnTo>
                    <a:pt x="10752" y="34336"/>
                  </a:lnTo>
                  <a:lnTo>
                    <a:pt x="11236" y="34147"/>
                  </a:lnTo>
                  <a:lnTo>
                    <a:pt x="11551" y="34862"/>
                  </a:lnTo>
                  <a:lnTo>
                    <a:pt x="11909" y="35577"/>
                  </a:lnTo>
                  <a:lnTo>
                    <a:pt x="12267" y="36272"/>
                  </a:lnTo>
                  <a:lnTo>
                    <a:pt x="12624" y="36966"/>
                  </a:lnTo>
                  <a:lnTo>
                    <a:pt x="13024" y="37660"/>
                  </a:lnTo>
                  <a:lnTo>
                    <a:pt x="13424" y="38334"/>
                  </a:lnTo>
                  <a:lnTo>
                    <a:pt x="13844" y="39007"/>
                  </a:lnTo>
                  <a:lnTo>
                    <a:pt x="14265" y="39680"/>
                  </a:lnTo>
                  <a:lnTo>
                    <a:pt x="14265" y="39680"/>
                  </a:lnTo>
                  <a:lnTo>
                    <a:pt x="13802" y="39407"/>
                  </a:lnTo>
                  <a:lnTo>
                    <a:pt x="13361" y="39175"/>
                  </a:lnTo>
                  <a:lnTo>
                    <a:pt x="12919" y="38986"/>
                  </a:lnTo>
                  <a:lnTo>
                    <a:pt x="12477" y="38838"/>
                  </a:lnTo>
                  <a:lnTo>
                    <a:pt x="12077" y="38712"/>
                  </a:lnTo>
                  <a:lnTo>
                    <a:pt x="11656" y="38649"/>
                  </a:lnTo>
                  <a:lnTo>
                    <a:pt x="11278" y="38607"/>
                  </a:lnTo>
                  <a:lnTo>
                    <a:pt x="10899" y="38586"/>
                  </a:lnTo>
                  <a:lnTo>
                    <a:pt x="10520" y="38586"/>
                  </a:lnTo>
                  <a:lnTo>
                    <a:pt x="10184" y="38628"/>
                  </a:lnTo>
                  <a:lnTo>
                    <a:pt x="9826" y="38691"/>
                  </a:lnTo>
                  <a:lnTo>
                    <a:pt x="9510" y="38775"/>
                  </a:lnTo>
                  <a:lnTo>
                    <a:pt x="9195" y="38881"/>
                  </a:lnTo>
                  <a:lnTo>
                    <a:pt x="8900" y="38986"/>
                  </a:lnTo>
                  <a:lnTo>
                    <a:pt x="8606" y="39112"/>
                  </a:lnTo>
                  <a:lnTo>
                    <a:pt x="8353" y="39259"/>
                  </a:lnTo>
                  <a:lnTo>
                    <a:pt x="8080" y="39407"/>
                  </a:lnTo>
                  <a:lnTo>
                    <a:pt x="7848" y="39575"/>
                  </a:lnTo>
                  <a:lnTo>
                    <a:pt x="7407" y="39911"/>
                  </a:lnTo>
                  <a:lnTo>
                    <a:pt x="7049" y="40227"/>
                  </a:lnTo>
                  <a:lnTo>
                    <a:pt x="6733" y="40543"/>
                  </a:lnTo>
                  <a:lnTo>
                    <a:pt x="6481" y="40816"/>
                  </a:lnTo>
                  <a:lnTo>
                    <a:pt x="6313" y="41027"/>
                  </a:lnTo>
                  <a:lnTo>
                    <a:pt x="6165" y="41216"/>
                  </a:lnTo>
                  <a:lnTo>
                    <a:pt x="6502" y="41447"/>
                  </a:lnTo>
                  <a:lnTo>
                    <a:pt x="6839" y="41616"/>
                  </a:lnTo>
                  <a:lnTo>
                    <a:pt x="7196" y="41784"/>
                  </a:lnTo>
                  <a:lnTo>
                    <a:pt x="7533" y="41910"/>
                  </a:lnTo>
                  <a:lnTo>
                    <a:pt x="7869" y="42015"/>
                  </a:lnTo>
                  <a:lnTo>
                    <a:pt x="8206" y="42099"/>
                  </a:lnTo>
                  <a:lnTo>
                    <a:pt x="8543" y="42163"/>
                  </a:lnTo>
                  <a:lnTo>
                    <a:pt x="8879" y="42205"/>
                  </a:lnTo>
                  <a:lnTo>
                    <a:pt x="9216" y="42226"/>
                  </a:lnTo>
                  <a:lnTo>
                    <a:pt x="9868" y="42226"/>
                  </a:lnTo>
                  <a:lnTo>
                    <a:pt x="10205" y="42205"/>
                  </a:lnTo>
                  <a:lnTo>
                    <a:pt x="10520" y="42142"/>
                  </a:lnTo>
                  <a:lnTo>
                    <a:pt x="10815" y="42099"/>
                  </a:lnTo>
                  <a:lnTo>
                    <a:pt x="11425" y="41952"/>
                  </a:lnTo>
                  <a:lnTo>
                    <a:pt x="11993" y="41763"/>
                  </a:lnTo>
                  <a:lnTo>
                    <a:pt x="12519" y="41552"/>
                  </a:lnTo>
                  <a:lnTo>
                    <a:pt x="13024" y="41321"/>
                  </a:lnTo>
                  <a:lnTo>
                    <a:pt x="13466" y="41090"/>
                  </a:lnTo>
                  <a:lnTo>
                    <a:pt x="13866" y="40858"/>
                  </a:lnTo>
                  <a:lnTo>
                    <a:pt x="14202" y="40648"/>
                  </a:lnTo>
                  <a:lnTo>
                    <a:pt x="14707" y="40311"/>
                  </a:lnTo>
                  <a:lnTo>
                    <a:pt x="15065" y="40795"/>
                  </a:lnTo>
                  <a:lnTo>
                    <a:pt x="15422" y="41258"/>
                  </a:lnTo>
                  <a:lnTo>
                    <a:pt x="15780" y="41721"/>
                  </a:lnTo>
                  <a:lnTo>
                    <a:pt x="16159" y="42184"/>
                  </a:lnTo>
                  <a:lnTo>
                    <a:pt x="16558" y="42625"/>
                  </a:lnTo>
                  <a:lnTo>
                    <a:pt x="16958" y="43046"/>
                  </a:lnTo>
                  <a:lnTo>
                    <a:pt x="17379" y="43467"/>
                  </a:lnTo>
                  <a:lnTo>
                    <a:pt x="17800" y="43888"/>
                  </a:lnTo>
                  <a:lnTo>
                    <a:pt x="18242" y="44266"/>
                  </a:lnTo>
                  <a:lnTo>
                    <a:pt x="18683" y="44645"/>
                  </a:lnTo>
                  <a:lnTo>
                    <a:pt x="19146" y="45024"/>
                  </a:lnTo>
                  <a:lnTo>
                    <a:pt x="19630" y="45382"/>
                  </a:lnTo>
                  <a:lnTo>
                    <a:pt x="20114" y="45718"/>
                  </a:lnTo>
                  <a:lnTo>
                    <a:pt x="20598" y="46034"/>
                  </a:lnTo>
                  <a:lnTo>
                    <a:pt x="21103" y="46328"/>
                  </a:lnTo>
                  <a:lnTo>
                    <a:pt x="21629" y="46623"/>
                  </a:lnTo>
                  <a:lnTo>
                    <a:pt x="21776" y="46665"/>
                  </a:lnTo>
                  <a:lnTo>
                    <a:pt x="21902" y="46686"/>
                  </a:lnTo>
                  <a:lnTo>
                    <a:pt x="22029" y="46686"/>
                  </a:lnTo>
                  <a:lnTo>
                    <a:pt x="22134" y="46644"/>
                  </a:lnTo>
                  <a:lnTo>
                    <a:pt x="22239" y="46581"/>
                  </a:lnTo>
                  <a:lnTo>
                    <a:pt x="22323" y="46518"/>
                  </a:lnTo>
                  <a:lnTo>
                    <a:pt x="22407" y="46412"/>
                  </a:lnTo>
                  <a:lnTo>
                    <a:pt x="22449" y="46307"/>
                  </a:lnTo>
                  <a:lnTo>
                    <a:pt x="22491" y="46202"/>
                  </a:lnTo>
                  <a:lnTo>
                    <a:pt x="22512" y="46076"/>
                  </a:lnTo>
                  <a:lnTo>
                    <a:pt x="22534" y="45950"/>
                  </a:lnTo>
                  <a:lnTo>
                    <a:pt x="22512" y="45844"/>
                  </a:lnTo>
                  <a:lnTo>
                    <a:pt x="22470" y="45718"/>
                  </a:lnTo>
                  <a:lnTo>
                    <a:pt x="22386" y="45613"/>
                  </a:lnTo>
                  <a:lnTo>
                    <a:pt x="22302" y="45529"/>
                  </a:lnTo>
                  <a:lnTo>
                    <a:pt x="22176" y="45445"/>
                  </a:lnTo>
                  <a:lnTo>
                    <a:pt x="21692" y="45171"/>
                  </a:lnTo>
                  <a:lnTo>
                    <a:pt x="21229" y="44898"/>
                  </a:lnTo>
                  <a:lnTo>
                    <a:pt x="20766" y="44603"/>
                  </a:lnTo>
                  <a:lnTo>
                    <a:pt x="20324" y="44309"/>
                  </a:lnTo>
                  <a:lnTo>
                    <a:pt x="19904" y="43972"/>
                  </a:lnTo>
                  <a:lnTo>
                    <a:pt x="19483" y="43635"/>
                  </a:lnTo>
                  <a:lnTo>
                    <a:pt x="19062" y="43278"/>
                  </a:lnTo>
                  <a:lnTo>
                    <a:pt x="18662" y="42920"/>
                  </a:lnTo>
                  <a:lnTo>
                    <a:pt x="18284" y="42541"/>
                  </a:lnTo>
                  <a:lnTo>
                    <a:pt x="17905" y="42163"/>
                  </a:lnTo>
                  <a:lnTo>
                    <a:pt x="17526" y="41763"/>
                  </a:lnTo>
                  <a:lnTo>
                    <a:pt x="17169" y="41342"/>
                  </a:lnTo>
                  <a:lnTo>
                    <a:pt x="16832" y="40921"/>
                  </a:lnTo>
                  <a:lnTo>
                    <a:pt x="16495" y="40501"/>
                  </a:lnTo>
                  <a:lnTo>
                    <a:pt x="15843" y="39638"/>
                  </a:lnTo>
                  <a:lnTo>
                    <a:pt x="16327" y="39385"/>
                  </a:lnTo>
                  <a:lnTo>
                    <a:pt x="16790" y="39133"/>
                  </a:lnTo>
                  <a:lnTo>
                    <a:pt x="17190" y="38860"/>
                  </a:lnTo>
                  <a:lnTo>
                    <a:pt x="17547" y="38565"/>
                  </a:lnTo>
                  <a:lnTo>
                    <a:pt x="17884" y="38270"/>
                  </a:lnTo>
                  <a:lnTo>
                    <a:pt x="18178" y="37976"/>
                  </a:lnTo>
                  <a:lnTo>
                    <a:pt x="18431" y="37660"/>
                  </a:lnTo>
                  <a:lnTo>
                    <a:pt x="18641" y="37345"/>
                  </a:lnTo>
                  <a:lnTo>
                    <a:pt x="18852" y="37029"/>
                  </a:lnTo>
                  <a:lnTo>
                    <a:pt x="18999" y="36714"/>
                  </a:lnTo>
                  <a:lnTo>
                    <a:pt x="19146" y="36398"/>
                  </a:lnTo>
                  <a:lnTo>
                    <a:pt x="19251" y="36061"/>
                  </a:lnTo>
                  <a:lnTo>
                    <a:pt x="19336" y="35746"/>
                  </a:lnTo>
                  <a:lnTo>
                    <a:pt x="19399" y="35430"/>
                  </a:lnTo>
                  <a:lnTo>
                    <a:pt x="19441" y="35115"/>
                  </a:lnTo>
                  <a:lnTo>
                    <a:pt x="19462" y="34799"/>
                  </a:lnTo>
                  <a:lnTo>
                    <a:pt x="19483" y="34504"/>
                  </a:lnTo>
                  <a:lnTo>
                    <a:pt x="19462" y="34210"/>
                  </a:lnTo>
                  <a:lnTo>
                    <a:pt x="19420" y="33663"/>
                  </a:lnTo>
                  <a:lnTo>
                    <a:pt x="19357" y="33179"/>
                  </a:lnTo>
                  <a:lnTo>
                    <a:pt x="19251" y="32737"/>
                  </a:lnTo>
                  <a:lnTo>
                    <a:pt x="19146" y="32380"/>
                  </a:lnTo>
                  <a:lnTo>
                    <a:pt x="19062" y="32106"/>
                  </a:lnTo>
                  <a:lnTo>
                    <a:pt x="18957" y="31875"/>
                  </a:lnTo>
                  <a:lnTo>
                    <a:pt x="18662" y="32022"/>
                  </a:lnTo>
                  <a:lnTo>
                    <a:pt x="18389" y="32169"/>
                  </a:lnTo>
                  <a:lnTo>
                    <a:pt x="18115" y="32337"/>
                  </a:lnTo>
                  <a:lnTo>
                    <a:pt x="17863" y="32506"/>
                  </a:lnTo>
                  <a:lnTo>
                    <a:pt x="17631" y="32695"/>
                  </a:lnTo>
                  <a:lnTo>
                    <a:pt x="17400" y="32884"/>
                  </a:lnTo>
                  <a:lnTo>
                    <a:pt x="17190" y="33095"/>
                  </a:lnTo>
                  <a:lnTo>
                    <a:pt x="17000" y="33284"/>
                  </a:lnTo>
                  <a:lnTo>
                    <a:pt x="16811" y="33516"/>
                  </a:lnTo>
                  <a:lnTo>
                    <a:pt x="16643" y="33726"/>
                  </a:lnTo>
                  <a:lnTo>
                    <a:pt x="16327" y="34168"/>
                  </a:lnTo>
                  <a:lnTo>
                    <a:pt x="16075" y="34652"/>
                  </a:lnTo>
                  <a:lnTo>
                    <a:pt x="15843" y="35115"/>
                  </a:lnTo>
                  <a:lnTo>
                    <a:pt x="15675" y="35598"/>
                  </a:lnTo>
                  <a:lnTo>
                    <a:pt x="15528" y="36082"/>
                  </a:lnTo>
                  <a:lnTo>
                    <a:pt x="15401" y="36566"/>
                  </a:lnTo>
                  <a:lnTo>
                    <a:pt x="15317" y="37029"/>
                  </a:lnTo>
                  <a:lnTo>
                    <a:pt x="15254" y="37471"/>
                  </a:lnTo>
                  <a:lnTo>
                    <a:pt x="15212" y="37892"/>
                  </a:lnTo>
                  <a:lnTo>
                    <a:pt x="15191" y="38291"/>
                  </a:lnTo>
                  <a:lnTo>
                    <a:pt x="15170" y="38670"/>
                  </a:lnTo>
                  <a:lnTo>
                    <a:pt x="14791" y="38081"/>
                  </a:lnTo>
                  <a:lnTo>
                    <a:pt x="14434" y="37492"/>
                  </a:lnTo>
                  <a:lnTo>
                    <a:pt x="13739" y="36314"/>
                  </a:lnTo>
                  <a:lnTo>
                    <a:pt x="13087" y="35094"/>
                  </a:lnTo>
                  <a:lnTo>
                    <a:pt x="12477" y="33852"/>
                  </a:lnTo>
                  <a:lnTo>
                    <a:pt x="13003" y="33726"/>
                  </a:lnTo>
                  <a:lnTo>
                    <a:pt x="13487" y="33600"/>
                  </a:lnTo>
                  <a:lnTo>
                    <a:pt x="13929" y="33431"/>
                  </a:lnTo>
                  <a:lnTo>
                    <a:pt x="14349" y="33242"/>
                  </a:lnTo>
                  <a:lnTo>
                    <a:pt x="14728" y="33053"/>
                  </a:lnTo>
                  <a:lnTo>
                    <a:pt x="15086" y="32842"/>
                  </a:lnTo>
                  <a:lnTo>
                    <a:pt x="15401" y="32611"/>
                  </a:lnTo>
                  <a:lnTo>
                    <a:pt x="15696" y="32358"/>
                  </a:lnTo>
                  <a:lnTo>
                    <a:pt x="15948" y="32106"/>
                  </a:lnTo>
                  <a:lnTo>
                    <a:pt x="16201" y="31833"/>
                  </a:lnTo>
                  <a:lnTo>
                    <a:pt x="16390" y="31559"/>
                  </a:lnTo>
                  <a:lnTo>
                    <a:pt x="16580" y="31264"/>
                  </a:lnTo>
                  <a:lnTo>
                    <a:pt x="16748" y="30991"/>
                  </a:lnTo>
                  <a:lnTo>
                    <a:pt x="16895" y="30696"/>
                  </a:lnTo>
                  <a:lnTo>
                    <a:pt x="17000" y="30402"/>
                  </a:lnTo>
                  <a:lnTo>
                    <a:pt x="17105" y="30128"/>
                  </a:lnTo>
                  <a:lnTo>
                    <a:pt x="17190" y="29834"/>
                  </a:lnTo>
                  <a:lnTo>
                    <a:pt x="17274" y="29560"/>
                  </a:lnTo>
                  <a:lnTo>
                    <a:pt x="17358" y="29013"/>
                  </a:lnTo>
                  <a:lnTo>
                    <a:pt x="17421" y="28529"/>
                  </a:lnTo>
                  <a:lnTo>
                    <a:pt x="17421" y="28088"/>
                  </a:lnTo>
                  <a:lnTo>
                    <a:pt x="17421" y="27730"/>
                  </a:lnTo>
                  <a:lnTo>
                    <a:pt x="17400" y="27435"/>
                  </a:lnTo>
                  <a:lnTo>
                    <a:pt x="17379" y="27204"/>
                  </a:lnTo>
                  <a:lnTo>
                    <a:pt x="17042" y="27267"/>
                  </a:lnTo>
                  <a:lnTo>
                    <a:pt x="16748" y="27330"/>
                  </a:lnTo>
                  <a:lnTo>
                    <a:pt x="16453" y="27414"/>
                  </a:lnTo>
                  <a:lnTo>
                    <a:pt x="16159" y="27520"/>
                  </a:lnTo>
                  <a:lnTo>
                    <a:pt x="15885" y="27625"/>
                  </a:lnTo>
                  <a:lnTo>
                    <a:pt x="15612" y="27751"/>
                  </a:lnTo>
                  <a:lnTo>
                    <a:pt x="15359" y="27898"/>
                  </a:lnTo>
                  <a:lnTo>
                    <a:pt x="15128" y="28046"/>
                  </a:lnTo>
                  <a:lnTo>
                    <a:pt x="14896" y="28193"/>
                  </a:lnTo>
                  <a:lnTo>
                    <a:pt x="14665" y="28361"/>
                  </a:lnTo>
                  <a:lnTo>
                    <a:pt x="14265" y="28719"/>
                  </a:lnTo>
                  <a:lnTo>
                    <a:pt x="13887" y="29097"/>
                  </a:lnTo>
                  <a:lnTo>
                    <a:pt x="13550" y="29497"/>
                  </a:lnTo>
                  <a:lnTo>
                    <a:pt x="13234" y="29897"/>
                  </a:lnTo>
                  <a:lnTo>
                    <a:pt x="12982" y="30318"/>
                  </a:lnTo>
                  <a:lnTo>
                    <a:pt x="12729" y="30760"/>
                  </a:lnTo>
                  <a:lnTo>
                    <a:pt x="12519" y="31180"/>
                  </a:lnTo>
                  <a:lnTo>
                    <a:pt x="12351" y="31580"/>
                  </a:lnTo>
                  <a:lnTo>
                    <a:pt x="12203" y="31980"/>
                  </a:lnTo>
                  <a:lnTo>
                    <a:pt x="12077" y="32358"/>
                  </a:lnTo>
                  <a:lnTo>
                    <a:pt x="11951" y="32716"/>
                  </a:lnTo>
                  <a:lnTo>
                    <a:pt x="11467" y="31538"/>
                  </a:lnTo>
                  <a:lnTo>
                    <a:pt x="11025" y="30360"/>
                  </a:lnTo>
                  <a:lnTo>
                    <a:pt x="10604" y="29161"/>
                  </a:lnTo>
                  <a:lnTo>
                    <a:pt x="10205" y="27940"/>
                  </a:lnTo>
                  <a:lnTo>
                    <a:pt x="10794" y="27940"/>
                  </a:lnTo>
                  <a:lnTo>
                    <a:pt x="11341" y="27919"/>
                  </a:lnTo>
                  <a:lnTo>
                    <a:pt x="11867" y="27856"/>
                  </a:lnTo>
                  <a:lnTo>
                    <a:pt x="12330" y="27772"/>
                  </a:lnTo>
                  <a:lnTo>
                    <a:pt x="12793" y="27646"/>
                  </a:lnTo>
                  <a:lnTo>
                    <a:pt x="13192" y="27499"/>
                  </a:lnTo>
                  <a:lnTo>
                    <a:pt x="13571" y="27351"/>
                  </a:lnTo>
                  <a:lnTo>
                    <a:pt x="13929" y="27162"/>
                  </a:lnTo>
                  <a:lnTo>
                    <a:pt x="14265" y="26952"/>
                  </a:lnTo>
                  <a:lnTo>
                    <a:pt x="14560" y="26720"/>
                  </a:lnTo>
                  <a:lnTo>
                    <a:pt x="14833" y="26489"/>
                  </a:lnTo>
                  <a:lnTo>
                    <a:pt x="15086" y="26236"/>
                  </a:lnTo>
                  <a:lnTo>
                    <a:pt x="15317" y="25984"/>
                  </a:lnTo>
                  <a:lnTo>
                    <a:pt x="15507" y="25731"/>
                  </a:lnTo>
                  <a:lnTo>
                    <a:pt x="15696" y="25458"/>
                  </a:lnTo>
                  <a:lnTo>
                    <a:pt x="15864" y="25184"/>
                  </a:lnTo>
                  <a:lnTo>
                    <a:pt x="15990" y="24911"/>
                  </a:lnTo>
                  <a:lnTo>
                    <a:pt x="16117" y="24637"/>
                  </a:lnTo>
                  <a:lnTo>
                    <a:pt x="16222" y="24364"/>
                  </a:lnTo>
                  <a:lnTo>
                    <a:pt x="16327" y="24111"/>
                  </a:lnTo>
                  <a:lnTo>
                    <a:pt x="16474" y="23606"/>
                  </a:lnTo>
                  <a:lnTo>
                    <a:pt x="16558" y="23165"/>
                  </a:lnTo>
                  <a:lnTo>
                    <a:pt x="16622" y="22786"/>
                  </a:lnTo>
                  <a:lnTo>
                    <a:pt x="16664" y="22491"/>
                  </a:lnTo>
                  <a:lnTo>
                    <a:pt x="16664" y="22239"/>
                  </a:lnTo>
                  <a:lnTo>
                    <a:pt x="16285" y="22239"/>
                  </a:lnTo>
                  <a:lnTo>
                    <a:pt x="15906" y="22260"/>
                  </a:lnTo>
                  <a:lnTo>
                    <a:pt x="15549" y="22302"/>
                  </a:lnTo>
                  <a:lnTo>
                    <a:pt x="15212" y="22386"/>
                  </a:lnTo>
                  <a:lnTo>
                    <a:pt x="14875" y="22470"/>
                  </a:lnTo>
                  <a:lnTo>
                    <a:pt x="14560" y="22575"/>
                  </a:lnTo>
                  <a:lnTo>
                    <a:pt x="14244" y="22702"/>
                  </a:lnTo>
                  <a:lnTo>
                    <a:pt x="13950" y="22828"/>
                  </a:lnTo>
                  <a:lnTo>
                    <a:pt x="13676" y="22996"/>
                  </a:lnTo>
                  <a:lnTo>
                    <a:pt x="13403" y="23143"/>
                  </a:lnTo>
                  <a:lnTo>
                    <a:pt x="13150" y="23333"/>
                  </a:lnTo>
                  <a:lnTo>
                    <a:pt x="12898" y="23522"/>
                  </a:lnTo>
                  <a:lnTo>
                    <a:pt x="12645" y="23712"/>
                  </a:lnTo>
                  <a:lnTo>
                    <a:pt x="12435" y="23922"/>
                  </a:lnTo>
                  <a:lnTo>
                    <a:pt x="12014" y="24343"/>
                  </a:lnTo>
                  <a:lnTo>
                    <a:pt x="11635" y="24785"/>
                  </a:lnTo>
                  <a:lnTo>
                    <a:pt x="11299" y="25226"/>
                  </a:lnTo>
                  <a:lnTo>
                    <a:pt x="11004" y="25668"/>
                  </a:lnTo>
                  <a:lnTo>
                    <a:pt x="10752" y="26110"/>
                  </a:lnTo>
                  <a:lnTo>
                    <a:pt x="10520" y="26510"/>
                  </a:lnTo>
                  <a:lnTo>
                    <a:pt x="10352" y="26888"/>
                  </a:lnTo>
                  <a:lnTo>
                    <a:pt x="10079" y="27499"/>
                  </a:lnTo>
                  <a:lnTo>
                    <a:pt x="9742" y="26236"/>
                  </a:lnTo>
                  <a:lnTo>
                    <a:pt x="9426" y="24953"/>
                  </a:lnTo>
                  <a:lnTo>
                    <a:pt x="9153" y="23690"/>
                  </a:lnTo>
                  <a:lnTo>
                    <a:pt x="8921" y="22407"/>
                  </a:lnTo>
                  <a:lnTo>
                    <a:pt x="8921" y="22407"/>
                  </a:lnTo>
                  <a:lnTo>
                    <a:pt x="9489" y="22533"/>
                  </a:lnTo>
                  <a:lnTo>
                    <a:pt x="10036" y="22618"/>
                  </a:lnTo>
                  <a:lnTo>
                    <a:pt x="10562" y="22660"/>
                  </a:lnTo>
                  <a:lnTo>
                    <a:pt x="11046" y="22660"/>
                  </a:lnTo>
                  <a:lnTo>
                    <a:pt x="11509" y="22639"/>
                  </a:lnTo>
                  <a:lnTo>
                    <a:pt x="11951" y="22575"/>
                  </a:lnTo>
                  <a:lnTo>
                    <a:pt x="12372" y="22491"/>
                  </a:lnTo>
                  <a:lnTo>
                    <a:pt x="12750" y="22386"/>
                  </a:lnTo>
                  <a:lnTo>
                    <a:pt x="13129" y="22239"/>
                  </a:lnTo>
                  <a:lnTo>
                    <a:pt x="13466" y="22092"/>
                  </a:lnTo>
                  <a:lnTo>
                    <a:pt x="13781" y="21902"/>
                  </a:lnTo>
                  <a:lnTo>
                    <a:pt x="14076" y="21713"/>
                  </a:lnTo>
                  <a:lnTo>
                    <a:pt x="14349" y="21502"/>
                  </a:lnTo>
                  <a:lnTo>
                    <a:pt x="14602" y="21292"/>
                  </a:lnTo>
                  <a:lnTo>
                    <a:pt x="14833" y="21061"/>
                  </a:lnTo>
                  <a:lnTo>
                    <a:pt x="15044" y="20829"/>
                  </a:lnTo>
                  <a:lnTo>
                    <a:pt x="15233" y="20577"/>
                  </a:lnTo>
                  <a:lnTo>
                    <a:pt x="15422" y="20345"/>
                  </a:lnTo>
                  <a:lnTo>
                    <a:pt x="15570" y="20093"/>
                  </a:lnTo>
                  <a:lnTo>
                    <a:pt x="15717" y="19861"/>
                  </a:lnTo>
                  <a:lnTo>
                    <a:pt x="15969" y="19399"/>
                  </a:lnTo>
                  <a:lnTo>
                    <a:pt x="16138" y="18978"/>
                  </a:lnTo>
                  <a:lnTo>
                    <a:pt x="16285" y="18599"/>
                  </a:lnTo>
                  <a:lnTo>
                    <a:pt x="16369" y="18326"/>
                  </a:lnTo>
                  <a:lnTo>
                    <a:pt x="16432" y="18073"/>
                  </a:lnTo>
                  <a:lnTo>
                    <a:pt x="16033" y="18010"/>
                  </a:lnTo>
                  <a:lnTo>
                    <a:pt x="15654" y="17947"/>
                  </a:lnTo>
                  <a:lnTo>
                    <a:pt x="15275" y="17926"/>
                  </a:lnTo>
                  <a:lnTo>
                    <a:pt x="14917" y="17947"/>
                  </a:lnTo>
                  <a:lnTo>
                    <a:pt x="14560" y="17968"/>
                  </a:lnTo>
                  <a:lnTo>
                    <a:pt x="14223" y="18010"/>
                  </a:lnTo>
                  <a:lnTo>
                    <a:pt x="13887" y="18073"/>
                  </a:lnTo>
                  <a:lnTo>
                    <a:pt x="13571" y="18157"/>
                  </a:lnTo>
                  <a:lnTo>
                    <a:pt x="13255" y="18262"/>
                  </a:lnTo>
                  <a:lnTo>
                    <a:pt x="12940" y="18389"/>
                  </a:lnTo>
                  <a:lnTo>
                    <a:pt x="12645" y="18515"/>
                  </a:lnTo>
                  <a:lnTo>
                    <a:pt x="12351" y="18662"/>
                  </a:lnTo>
                  <a:lnTo>
                    <a:pt x="12077" y="18809"/>
                  </a:lnTo>
                  <a:lnTo>
                    <a:pt x="11825" y="18978"/>
                  </a:lnTo>
                  <a:lnTo>
                    <a:pt x="11320" y="19335"/>
                  </a:lnTo>
                  <a:lnTo>
                    <a:pt x="10857" y="19714"/>
                  </a:lnTo>
                  <a:lnTo>
                    <a:pt x="10436" y="20093"/>
                  </a:lnTo>
                  <a:lnTo>
                    <a:pt x="10057" y="20493"/>
                  </a:lnTo>
                  <a:lnTo>
                    <a:pt x="9742" y="20871"/>
                  </a:lnTo>
                  <a:lnTo>
                    <a:pt x="9447" y="21229"/>
                  </a:lnTo>
                  <a:lnTo>
                    <a:pt x="9216" y="21545"/>
                  </a:lnTo>
                  <a:lnTo>
                    <a:pt x="8858" y="22070"/>
                  </a:lnTo>
                  <a:lnTo>
                    <a:pt x="8690" y="20850"/>
                  </a:lnTo>
                  <a:lnTo>
                    <a:pt x="8543" y="19609"/>
                  </a:lnTo>
                  <a:lnTo>
                    <a:pt x="8437" y="18368"/>
                  </a:lnTo>
                  <a:lnTo>
                    <a:pt x="8374" y="17126"/>
                  </a:lnTo>
                  <a:lnTo>
                    <a:pt x="8942" y="17232"/>
                  </a:lnTo>
                  <a:lnTo>
                    <a:pt x="9489" y="17316"/>
                  </a:lnTo>
                  <a:lnTo>
                    <a:pt x="9994" y="17337"/>
                  </a:lnTo>
                  <a:lnTo>
                    <a:pt x="10457" y="17337"/>
                  </a:lnTo>
                  <a:lnTo>
                    <a:pt x="10920" y="17316"/>
                  </a:lnTo>
                  <a:lnTo>
                    <a:pt x="11341" y="17253"/>
                  </a:lnTo>
                  <a:lnTo>
                    <a:pt x="11741" y="17147"/>
                  </a:lnTo>
                  <a:lnTo>
                    <a:pt x="12119" y="17042"/>
                  </a:lnTo>
                  <a:lnTo>
                    <a:pt x="12477" y="16895"/>
                  </a:lnTo>
                  <a:lnTo>
                    <a:pt x="12814" y="16727"/>
                  </a:lnTo>
                  <a:lnTo>
                    <a:pt x="13129" y="16558"/>
                  </a:lnTo>
                  <a:lnTo>
                    <a:pt x="13403" y="16348"/>
                  </a:lnTo>
                  <a:lnTo>
                    <a:pt x="13676" y="16159"/>
                  </a:lnTo>
                  <a:lnTo>
                    <a:pt x="13929" y="15927"/>
                  </a:lnTo>
                  <a:lnTo>
                    <a:pt x="14160" y="15696"/>
                  </a:lnTo>
                  <a:lnTo>
                    <a:pt x="14349" y="15464"/>
                  </a:lnTo>
                  <a:lnTo>
                    <a:pt x="14560" y="15233"/>
                  </a:lnTo>
                  <a:lnTo>
                    <a:pt x="14728" y="14980"/>
                  </a:lnTo>
                  <a:lnTo>
                    <a:pt x="15023" y="14496"/>
                  </a:lnTo>
                  <a:lnTo>
                    <a:pt x="15254" y="14055"/>
                  </a:lnTo>
                  <a:lnTo>
                    <a:pt x="15443" y="13634"/>
                  </a:lnTo>
                  <a:lnTo>
                    <a:pt x="15570" y="13276"/>
                  </a:lnTo>
                  <a:lnTo>
                    <a:pt x="15654" y="13003"/>
                  </a:lnTo>
                  <a:lnTo>
                    <a:pt x="15717" y="12750"/>
                  </a:lnTo>
                  <a:lnTo>
                    <a:pt x="15359" y="12687"/>
                  </a:lnTo>
                  <a:lnTo>
                    <a:pt x="15002" y="12645"/>
                  </a:lnTo>
                  <a:lnTo>
                    <a:pt x="14665" y="12624"/>
                  </a:lnTo>
                  <a:lnTo>
                    <a:pt x="14013" y="12624"/>
                  </a:lnTo>
                  <a:lnTo>
                    <a:pt x="13697" y="12666"/>
                  </a:lnTo>
                  <a:lnTo>
                    <a:pt x="13382" y="12708"/>
                  </a:lnTo>
                  <a:lnTo>
                    <a:pt x="13066" y="12792"/>
                  </a:lnTo>
                  <a:lnTo>
                    <a:pt x="12771" y="12855"/>
                  </a:lnTo>
                  <a:lnTo>
                    <a:pt x="12498" y="12961"/>
                  </a:lnTo>
                  <a:lnTo>
                    <a:pt x="12224" y="13066"/>
                  </a:lnTo>
                  <a:lnTo>
                    <a:pt x="11951" y="13192"/>
                  </a:lnTo>
                  <a:lnTo>
                    <a:pt x="11677" y="13318"/>
                  </a:lnTo>
                  <a:lnTo>
                    <a:pt x="11425" y="13466"/>
                  </a:lnTo>
                  <a:lnTo>
                    <a:pt x="10941" y="13760"/>
                  </a:lnTo>
                  <a:lnTo>
                    <a:pt x="10499" y="14097"/>
                  </a:lnTo>
                  <a:lnTo>
                    <a:pt x="10079" y="14433"/>
                  </a:lnTo>
                  <a:lnTo>
                    <a:pt x="9700" y="14791"/>
                  </a:lnTo>
                  <a:lnTo>
                    <a:pt x="9363" y="15149"/>
                  </a:lnTo>
                  <a:lnTo>
                    <a:pt x="9069" y="15506"/>
                  </a:lnTo>
                  <a:lnTo>
                    <a:pt x="8795" y="15843"/>
                  </a:lnTo>
                  <a:lnTo>
                    <a:pt x="8564" y="16138"/>
                  </a:lnTo>
                  <a:lnTo>
                    <a:pt x="8374" y="16411"/>
                  </a:lnTo>
                  <a:lnTo>
                    <a:pt x="8374" y="15696"/>
                  </a:lnTo>
                  <a:lnTo>
                    <a:pt x="8395" y="15001"/>
                  </a:lnTo>
                  <a:lnTo>
                    <a:pt x="8437" y="14286"/>
                  </a:lnTo>
                  <a:lnTo>
                    <a:pt x="8480" y="13571"/>
                  </a:lnTo>
                  <a:lnTo>
                    <a:pt x="8564" y="12919"/>
                  </a:lnTo>
                  <a:lnTo>
                    <a:pt x="8648" y="12266"/>
                  </a:lnTo>
                  <a:lnTo>
                    <a:pt x="9174" y="12351"/>
                  </a:lnTo>
                  <a:lnTo>
                    <a:pt x="9679" y="12393"/>
                  </a:lnTo>
                  <a:lnTo>
                    <a:pt x="10163" y="12414"/>
                  </a:lnTo>
                  <a:lnTo>
                    <a:pt x="10626" y="12393"/>
                  </a:lnTo>
                  <a:lnTo>
                    <a:pt x="11046" y="12351"/>
                  </a:lnTo>
                  <a:lnTo>
                    <a:pt x="11446" y="12266"/>
                  </a:lnTo>
                  <a:lnTo>
                    <a:pt x="11825" y="12161"/>
                  </a:lnTo>
                  <a:lnTo>
                    <a:pt x="12203" y="12035"/>
                  </a:lnTo>
                  <a:lnTo>
                    <a:pt x="12540" y="11888"/>
                  </a:lnTo>
                  <a:lnTo>
                    <a:pt x="12856" y="11719"/>
                  </a:lnTo>
                  <a:lnTo>
                    <a:pt x="13150" y="11530"/>
                  </a:lnTo>
                  <a:lnTo>
                    <a:pt x="13424" y="11341"/>
                  </a:lnTo>
                  <a:lnTo>
                    <a:pt x="13676" y="11130"/>
                  </a:lnTo>
                  <a:lnTo>
                    <a:pt x="13908" y="10920"/>
                  </a:lnTo>
                  <a:lnTo>
                    <a:pt x="14118" y="10688"/>
                  </a:lnTo>
                  <a:lnTo>
                    <a:pt x="14307" y="10457"/>
                  </a:lnTo>
                  <a:lnTo>
                    <a:pt x="14497" y="10226"/>
                  </a:lnTo>
                  <a:lnTo>
                    <a:pt x="14665" y="9973"/>
                  </a:lnTo>
                  <a:lnTo>
                    <a:pt x="14938" y="9510"/>
                  </a:lnTo>
                  <a:lnTo>
                    <a:pt x="15170" y="9068"/>
                  </a:lnTo>
                  <a:lnTo>
                    <a:pt x="15338" y="8669"/>
                  </a:lnTo>
                  <a:lnTo>
                    <a:pt x="15464" y="8332"/>
                  </a:lnTo>
                  <a:lnTo>
                    <a:pt x="15549" y="8059"/>
                  </a:lnTo>
                  <a:lnTo>
                    <a:pt x="15612" y="7827"/>
                  </a:lnTo>
                  <a:lnTo>
                    <a:pt x="15317" y="7764"/>
                  </a:lnTo>
                  <a:lnTo>
                    <a:pt x="15023" y="7722"/>
                  </a:lnTo>
                  <a:lnTo>
                    <a:pt x="14749" y="7701"/>
                  </a:lnTo>
                  <a:lnTo>
                    <a:pt x="14476" y="7680"/>
                  </a:lnTo>
                  <a:lnTo>
                    <a:pt x="14202" y="7680"/>
                  </a:lnTo>
                  <a:lnTo>
                    <a:pt x="13929" y="7701"/>
                  </a:lnTo>
                  <a:lnTo>
                    <a:pt x="13403" y="7764"/>
                  </a:lnTo>
                  <a:lnTo>
                    <a:pt x="12919" y="7869"/>
                  </a:lnTo>
                  <a:lnTo>
                    <a:pt x="12435" y="8017"/>
                  </a:lnTo>
                  <a:lnTo>
                    <a:pt x="11972" y="8185"/>
                  </a:lnTo>
                  <a:lnTo>
                    <a:pt x="11551" y="8395"/>
                  </a:lnTo>
                  <a:lnTo>
                    <a:pt x="11130" y="8627"/>
                  </a:lnTo>
                  <a:lnTo>
                    <a:pt x="10752" y="8900"/>
                  </a:lnTo>
                  <a:lnTo>
                    <a:pt x="10394" y="9153"/>
                  </a:lnTo>
                  <a:lnTo>
                    <a:pt x="10036" y="9447"/>
                  </a:lnTo>
                  <a:lnTo>
                    <a:pt x="9721" y="9742"/>
                  </a:lnTo>
                  <a:lnTo>
                    <a:pt x="9426" y="10036"/>
                  </a:lnTo>
                  <a:lnTo>
                    <a:pt x="9174" y="10331"/>
                  </a:lnTo>
                  <a:lnTo>
                    <a:pt x="8921" y="10604"/>
                  </a:lnTo>
                  <a:lnTo>
                    <a:pt x="9048" y="9973"/>
                  </a:lnTo>
                  <a:lnTo>
                    <a:pt x="9216" y="9342"/>
                  </a:lnTo>
                  <a:lnTo>
                    <a:pt x="9363" y="8711"/>
                  </a:lnTo>
                  <a:lnTo>
                    <a:pt x="9531" y="8101"/>
                  </a:lnTo>
                  <a:lnTo>
                    <a:pt x="9931" y="7848"/>
                  </a:lnTo>
                  <a:lnTo>
                    <a:pt x="10310" y="7575"/>
                  </a:lnTo>
                  <a:lnTo>
                    <a:pt x="10647" y="7280"/>
                  </a:lnTo>
                  <a:lnTo>
                    <a:pt x="10941" y="6986"/>
                  </a:lnTo>
                  <a:lnTo>
                    <a:pt x="11215" y="6691"/>
                  </a:lnTo>
                  <a:lnTo>
                    <a:pt x="11467" y="6375"/>
                  </a:lnTo>
                  <a:lnTo>
                    <a:pt x="11677" y="6039"/>
                  </a:lnTo>
                  <a:lnTo>
                    <a:pt x="11888" y="5723"/>
                  </a:lnTo>
                  <a:lnTo>
                    <a:pt x="12056" y="5387"/>
                  </a:lnTo>
                  <a:lnTo>
                    <a:pt x="12203" y="5050"/>
                  </a:lnTo>
                  <a:lnTo>
                    <a:pt x="12330" y="4713"/>
                  </a:lnTo>
                  <a:lnTo>
                    <a:pt x="12435" y="4377"/>
                  </a:lnTo>
                  <a:lnTo>
                    <a:pt x="12519" y="4040"/>
                  </a:lnTo>
                  <a:lnTo>
                    <a:pt x="12603" y="3704"/>
                  </a:lnTo>
                  <a:lnTo>
                    <a:pt x="12645" y="3388"/>
                  </a:lnTo>
                  <a:lnTo>
                    <a:pt x="12687" y="3051"/>
                  </a:lnTo>
                  <a:lnTo>
                    <a:pt x="12750" y="2441"/>
                  </a:lnTo>
                  <a:lnTo>
                    <a:pt x="12750" y="1873"/>
                  </a:lnTo>
                  <a:lnTo>
                    <a:pt x="12729" y="1347"/>
                  </a:lnTo>
                  <a:lnTo>
                    <a:pt x="12687" y="905"/>
                  </a:lnTo>
                  <a:lnTo>
                    <a:pt x="12624" y="527"/>
                  </a:lnTo>
                  <a:lnTo>
                    <a:pt x="12582" y="232"/>
                  </a:lnTo>
                  <a:lnTo>
                    <a:pt x="12519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39"/>
            <p:cNvSpPr/>
            <p:nvPr/>
          </p:nvSpPr>
          <p:spPr>
            <a:xfrm>
              <a:off x="6658925" y="3249375"/>
              <a:ext cx="339800" cy="203575"/>
            </a:xfrm>
            <a:custGeom>
              <a:avLst/>
              <a:gdLst/>
              <a:ahLst/>
              <a:cxnLst/>
              <a:rect l="l" t="t" r="r" b="b"/>
              <a:pathLst>
                <a:path w="13592" h="8143" extrusionOk="0">
                  <a:moveTo>
                    <a:pt x="2525" y="0"/>
                  </a:moveTo>
                  <a:lnTo>
                    <a:pt x="2357" y="22"/>
                  </a:lnTo>
                  <a:lnTo>
                    <a:pt x="2168" y="43"/>
                  </a:lnTo>
                  <a:lnTo>
                    <a:pt x="1999" y="85"/>
                  </a:lnTo>
                  <a:lnTo>
                    <a:pt x="1810" y="127"/>
                  </a:lnTo>
                  <a:lnTo>
                    <a:pt x="1663" y="211"/>
                  </a:lnTo>
                  <a:lnTo>
                    <a:pt x="1494" y="295"/>
                  </a:lnTo>
                  <a:lnTo>
                    <a:pt x="1347" y="400"/>
                  </a:lnTo>
                  <a:lnTo>
                    <a:pt x="1221" y="505"/>
                  </a:lnTo>
                  <a:lnTo>
                    <a:pt x="1095" y="632"/>
                  </a:lnTo>
                  <a:lnTo>
                    <a:pt x="968" y="758"/>
                  </a:lnTo>
                  <a:lnTo>
                    <a:pt x="863" y="905"/>
                  </a:lnTo>
                  <a:lnTo>
                    <a:pt x="779" y="1052"/>
                  </a:lnTo>
                  <a:lnTo>
                    <a:pt x="695" y="1221"/>
                  </a:lnTo>
                  <a:lnTo>
                    <a:pt x="632" y="1389"/>
                  </a:lnTo>
                  <a:lnTo>
                    <a:pt x="590" y="1557"/>
                  </a:lnTo>
                  <a:lnTo>
                    <a:pt x="548" y="1747"/>
                  </a:lnTo>
                  <a:lnTo>
                    <a:pt x="22" y="5891"/>
                  </a:lnTo>
                  <a:lnTo>
                    <a:pt x="1" y="6102"/>
                  </a:lnTo>
                  <a:lnTo>
                    <a:pt x="1" y="6333"/>
                  </a:lnTo>
                  <a:lnTo>
                    <a:pt x="43" y="6544"/>
                  </a:lnTo>
                  <a:lnTo>
                    <a:pt x="85" y="6733"/>
                  </a:lnTo>
                  <a:lnTo>
                    <a:pt x="169" y="6943"/>
                  </a:lnTo>
                  <a:lnTo>
                    <a:pt x="253" y="7133"/>
                  </a:lnTo>
                  <a:lnTo>
                    <a:pt x="358" y="7301"/>
                  </a:lnTo>
                  <a:lnTo>
                    <a:pt x="485" y="7469"/>
                  </a:lnTo>
                  <a:lnTo>
                    <a:pt x="632" y="7617"/>
                  </a:lnTo>
                  <a:lnTo>
                    <a:pt x="800" y="7743"/>
                  </a:lnTo>
                  <a:lnTo>
                    <a:pt x="968" y="7869"/>
                  </a:lnTo>
                  <a:lnTo>
                    <a:pt x="1158" y="7953"/>
                  </a:lnTo>
                  <a:lnTo>
                    <a:pt x="1347" y="8037"/>
                  </a:lnTo>
                  <a:lnTo>
                    <a:pt x="1558" y="8100"/>
                  </a:lnTo>
                  <a:lnTo>
                    <a:pt x="1768" y="8121"/>
                  </a:lnTo>
                  <a:lnTo>
                    <a:pt x="1999" y="8143"/>
                  </a:lnTo>
                  <a:lnTo>
                    <a:pt x="11593" y="8143"/>
                  </a:lnTo>
                  <a:lnTo>
                    <a:pt x="11825" y="8121"/>
                  </a:lnTo>
                  <a:lnTo>
                    <a:pt x="12035" y="8100"/>
                  </a:lnTo>
                  <a:lnTo>
                    <a:pt x="12245" y="8037"/>
                  </a:lnTo>
                  <a:lnTo>
                    <a:pt x="12435" y="7953"/>
                  </a:lnTo>
                  <a:lnTo>
                    <a:pt x="12624" y="7869"/>
                  </a:lnTo>
                  <a:lnTo>
                    <a:pt x="12792" y="7743"/>
                  </a:lnTo>
                  <a:lnTo>
                    <a:pt x="12961" y="7617"/>
                  </a:lnTo>
                  <a:lnTo>
                    <a:pt x="13087" y="7469"/>
                  </a:lnTo>
                  <a:lnTo>
                    <a:pt x="13234" y="7301"/>
                  </a:lnTo>
                  <a:lnTo>
                    <a:pt x="13339" y="7133"/>
                  </a:lnTo>
                  <a:lnTo>
                    <a:pt x="13423" y="6943"/>
                  </a:lnTo>
                  <a:lnTo>
                    <a:pt x="13508" y="6733"/>
                  </a:lnTo>
                  <a:lnTo>
                    <a:pt x="13550" y="6544"/>
                  </a:lnTo>
                  <a:lnTo>
                    <a:pt x="13592" y="6333"/>
                  </a:lnTo>
                  <a:lnTo>
                    <a:pt x="13592" y="6102"/>
                  </a:lnTo>
                  <a:lnTo>
                    <a:pt x="13571" y="5891"/>
                  </a:lnTo>
                  <a:lnTo>
                    <a:pt x="13045" y="1747"/>
                  </a:lnTo>
                  <a:lnTo>
                    <a:pt x="13003" y="1557"/>
                  </a:lnTo>
                  <a:lnTo>
                    <a:pt x="12961" y="1389"/>
                  </a:lnTo>
                  <a:lnTo>
                    <a:pt x="12897" y="1221"/>
                  </a:lnTo>
                  <a:lnTo>
                    <a:pt x="12813" y="1052"/>
                  </a:lnTo>
                  <a:lnTo>
                    <a:pt x="12729" y="905"/>
                  </a:lnTo>
                  <a:lnTo>
                    <a:pt x="12624" y="758"/>
                  </a:lnTo>
                  <a:lnTo>
                    <a:pt x="12498" y="632"/>
                  </a:lnTo>
                  <a:lnTo>
                    <a:pt x="12372" y="505"/>
                  </a:lnTo>
                  <a:lnTo>
                    <a:pt x="12245" y="400"/>
                  </a:lnTo>
                  <a:lnTo>
                    <a:pt x="12098" y="295"/>
                  </a:lnTo>
                  <a:lnTo>
                    <a:pt x="11930" y="211"/>
                  </a:lnTo>
                  <a:lnTo>
                    <a:pt x="11761" y="127"/>
                  </a:lnTo>
                  <a:lnTo>
                    <a:pt x="11593" y="85"/>
                  </a:lnTo>
                  <a:lnTo>
                    <a:pt x="11425" y="43"/>
                  </a:lnTo>
                  <a:lnTo>
                    <a:pt x="11235" y="22"/>
                  </a:lnTo>
                  <a:lnTo>
                    <a:pt x="11046" y="0"/>
                  </a:lnTo>
                  <a:close/>
                </a:path>
              </a:pathLst>
            </a:custGeom>
            <a:solidFill>
              <a:srgbClr val="DDA216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39"/>
            <p:cNvSpPr/>
            <p:nvPr/>
          </p:nvSpPr>
          <p:spPr>
            <a:xfrm>
              <a:off x="6722575" y="3277250"/>
              <a:ext cx="52625" cy="63675"/>
            </a:xfrm>
            <a:custGeom>
              <a:avLst/>
              <a:gdLst/>
              <a:ahLst/>
              <a:cxnLst/>
              <a:rect l="l" t="t" r="r" b="b"/>
              <a:pathLst>
                <a:path w="2105" h="2547" extrusionOk="0">
                  <a:moveTo>
                    <a:pt x="0" y="1"/>
                  </a:moveTo>
                  <a:lnTo>
                    <a:pt x="0" y="463"/>
                  </a:lnTo>
                  <a:lnTo>
                    <a:pt x="779" y="463"/>
                  </a:lnTo>
                  <a:lnTo>
                    <a:pt x="779" y="2546"/>
                  </a:lnTo>
                  <a:lnTo>
                    <a:pt x="1326" y="2546"/>
                  </a:lnTo>
                  <a:lnTo>
                    <a:pt x="1326" y="463"/>
                  </a:lnTo>
                  <a:lnTo>
                    <a:pt x="2104" y="463"/>
                  </a:lnTo>
                  <a:lnTo>
                    <a:pt x="21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39"/>
            <p:cNvSpPr/>
            <p:nvPr/>
          </p:nvSpPr>
          <p:spPr>
            <a:xfrm>
              <a:off x="6772550" y="3277250"/>
              <a:ext cx="62600" cy="63675"/>
            </a:xfrm>
            <a:custGeom>
              <a:avLst/>
              <a:gdLst/>
              <a:ahLst/>
              <a:cxnLst/>
              <a:rect l="l" t="t" r="r" b="b"/>
              <a:pathLst>
                <a:path w="2504" h="2547" extrusionOk="0">
                  <a:moveTo>
                    <a:pt x="1262" y="632"/>
                  </a:moveTo>
                  <a:lnTo>
                    <a:pt x="1578" y="1557"/>
                  </a:lnTo>
                  <a:lnTo>
                    <a:pt x="905" y="1557"/>
                  </a:lnTo>
                  <a:lnTo>
                    <a:pt x="1241" y="632"/>
                  </a:lnTo>
                  <a:close/>
                  <a:moveTo>
                    <a:pt x="968" y="1"/>
                  </a:moveTo>
                  <a:lnTo>
                    <a:pt x="0" y="2546"/>
                  </a:lnTo>
                  <a:lnTo>
                    <a:pt x="568" y="2546"/>
                  </a:lnTo>
                  <a:lnTo>
                    <a:pt x="778" y="1978"/>
                  </a:lnTo>
                  <a:lnTo>
                    <a:pt x="1725" y="1978"/>
                  </a:lnTo>
                  <a:lnTo>
                    <a:pt x="1915" y="2546"/>
                  </a:lnTo>
                  <a:lnTo>
                    <a:pt x="2504" y="2546"/>
                  </a:lnTo>
                  <a:lnTo>
                    <a:pt x="15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9"/>
            <p:cNvSpPr/>
            <p:nvPr/>
          </p:nvSpPr>
          <p:spPr>
            <a:xfrm>
              <a:off x="6839325" y="3277250"/>
              <a:ext cx="60525" cy="63675"/>
            </a:xfrm>
            <a:custGeom>
              <a:avLst/>
              <a:gdLst/>
              <a:ahLst/>
              <a:cxnLst/>
              <a:rect l="l" t="t" r="r" b="b"/>
              <a:pathLst>
                <a:path w="2421" h="2547" extrusionOk="0">
                  <a:moveTo>
                    <a:pt x="64" y="1"/>
                  </a:moveTo>
                  <a:lnTo>
                    <a:pt x="885" y="1200"/>
                  </a:lnTo>
                  <a:lnTo>
                    <a:pt x="1" y="2546"/>
                  </a:lnTo>
                  <a:lnTo>
                    <a:pt x="632" y="2546"/>
                  </a:lnTo>
                  <a:lnTo>
                    <a:pt x="1200" y="1663"/>
                  </a:lnTo>
                  <a:lnTo>
                    <a:pt x="1747" y="2546"/>
                  </a:lnTo>
                  <a:lnTo>
                    <a:pt x="2420" y="2546"/>
                  </a:lnTo>
                  <a:lnTo>
                    <a:pt x="1537" y="1221"/>
                  </a:lnTo>
                  <a:lnTo>
                    <a:pt x="2336" y="1"/>
                  </a:lnTo>
                  <a:lnTo>
                    <a:pt x="1726" y="1"/>
                  </a:lnTo>
                  <a:lnTo>
                    <a:pt x="1221" y="800"/>
                  </a:lnTo>
                  <a:lnTo>
                    <a:pt x="7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39"/>
            <p:cNvSpPr/>
            <p:nvPr/>
          </p:nvSpPr>
          <p:spPr>
            <a:xfrm>
              <a:off x="6910875" y="3277250"/>
              <a:ext cx="13700" cy="63675"/>
            </a:xfrm>
            <a:custGeom>
              <a:avLst/>
              <a:gdLst/>
              <a:ahLst/>
              <a:cxnLst/>
              <a:rect l="l" t="t" r="r" b="b"/>
              <a:pathLst>
                <a:path w="548" h="2547" extrusionOk="0">
                  <a:moveTo>
                    <a:pt x="0" y="1"/>
                  </a:moveTo>
                  <a:lnTo>
                    <a:pt x="0" y="2546"/>
                  </a:lnTo>
                  <a:lnTo>
                    <a:pt x="547" y="2546"/>
                  </a:lnTo>
                  <a:lnTo>
                    <a:pt x="5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39"/>
            <p:cNvSpPr/>
            <p:nvPr/>
          </p:nvSpPr>
          <p:spPr>
            <a:xfrm>
              <a:off x="6068275" y="4098825"/>
              <a:ext cx="247750" cy="468650"/>
            </a:xfrm>
            <a:custGeom>
              <a:avLst/>
              <a:gdLst/>
              <a:ahLst/>
              <a:cxnLst/>
              <a:rect l="l" t="t" r="r" b="b"/>
              <a:pathLst>
                <a:path w="9910" h="18746" extrusionOk="0">
                  <a:moveTo>
                    <a:pt x="4692" y="0"/>
                  </a:moveTo>
                  <a:lnTo>
                    <a:pt x="4439" y="21"/>
                  </a:lnTo>
                  <a:lnTo>
                    <a:pt x="4187" y="42"/>
                  </a:lnTo>
                  <a:lnTo>
                    <a:pt x="3955" y="84"/>
                  </a:lnTo>
                  <a:lnTo>
                    <a:pt x="3471" y="211"/>
                  </a:lnTo>
                  <a:lnTo>
                    <a:pt x="3030" y="379"/>
                  </a:lnTo>
                  <a:lnTo>
                    <a:pt x="2588" y="589"/>
                  </a:lnTo>
                  <a:lnTo>
                    <a:pt x="2188" y="842"/>
                  </a:lnTo>
                  <a:lnTo>
                    <a:pt x="1809" y="1136"/>
                  </a:lnTo>
                  <a:lnTo>
                    <a:pt x="1452" y="1452"/>
                  </a:lnTo>
                  <a:lnTo>
                    <a:pt x="1136" y="1810"/>
                  </a:lnTo>
                  <a:lnTo>
                    <a:pt x="842" y="2188"/>
                  </a:lnTo>
                  <a:lnTo>
                    <a:pt x="589" y="2588"/>
                  </a:lnTo>
                  <a:lnTo>
                    <a:pt x="379" y="3030"/>
                  </a:lnTo>
                  <a:lnTo>
                    <a:pt x="210" y="3472"/>
                  </a:lnTo>
                  <a:lnTo>
                    <a:pt x="84" y="3956"/>
                  </a:lnTo>
                  <a:lnTo>
                    <a:pt x="42" y="4187"/>
                  </a:lnTo>
                  <a:lnTo>
                    <a:pt x="21" y="4439"/>
                  </a:lnTo>
                  <a:lnTo>
                    <a:pt x="0" y="4692"/>
                  </a:lnTo>
                  <a:lnTo>
                    <a:pt x="0" y="4944"/>
                  </a:lnTo>
                  <a:lnTo>
                    <a:pt x="0" y="13802"/>
                  </a:lnTo>
                  <a:lnTo>
                    <a:pt x="0" y="14054"/>
                  </a:lnTo>
                  <a:lnTo>
                    <a:pt x="21" y="14307"/>
                  </a:lnTo>
                  <a:lnTo>
                    <a:pt x="42" y="14538"/>
                  </a:lnTo>
                  <a:lnTo>
                    <a:pt x="84" y="14791"/>
                  </a:lnTo>
                  <a:lnTo>
                    <a:pt x="210" y="15253"/>
                  </a:lnTo>
                  <a:lnTo>
                    <a:pt x="379" y="15716"/>
                  </a:lnTo>
                  <a:lnTo>
                    <a:pt x="589" y="16158"/>
                  </a:lnTo>
                  <a:lnTo>
                    <a:pt x="842" y="16558"/>
                  </a:lnTo>
                  <a:lnTo>
                    <a:pt x="1136" y="16937"/>
                  </a:lnTo>
                  <a:lnTo>
                    <a:pt x="1452" y="17294"/>
                  </a:lnTo>
                  <a:lnTo>
                    <a:pt x="1809" y="17610"/>
                  </a:lnTo>
                  <a:lnTo>
                    <a:pt x="2188" y="17904"/>
                  </a:lnTo>
                  <a:lnTo>
                    <a:pt x="2588" y="18136"/>
                  </a:lnTo>
                  <a:lnTo>
                    <a:pt x="3030" y="18346"/>
                  </a:lnTo>
                  <a:lnTo>
                    <a:pt x="3471" y="18514"/>
                  </a:lnTo>
                  <a:lnTo>
                    <a:pt x="3955" y="18641"/>
                  </a:lnTo>
                  <a:lnTo>
                    <a:pt x="4187" y="18683"/>
                  </a:lnTo>
                  <a:lnTo>
                    <a:pt x="4439" y="18725"/>
                  </a:lnTo>
                  <a:lnTo>
                    <a:pt x="4692" y="18746"/>
                  </a:lnTo>
                  <a:lnTo>
                    <a:pt x="6185" y="18746"/>
                  </a:lnTo>
                  <a:lnTo>
                    <a:pt x="6564" y="18725"/>
                  </a:lnTo>
                  <a:lnTo>
                    <a:pt x="6943" y="18662"/>
                  </a:lnTo>
                  <a:lnTo>
                    <a:pt x="7279" y="18578"/>
                  </a:lnTo>
                  <a:lnTo>
                    <a:pt x="7637" y="18451"/>
                  </a:lnTo>
                  <a:lnTo>
                    <a:pt x="7953" y="18304"/>
                  </a:lnTo>
                  <a:lnTo>
                    <a:pt x="8268" y="18115"/>
                  </a:lnTo>
                  <a:lnTo>
                    <a:pt x="8542" y="17904"/>
                  </a:lnTo>
                  <a:lnTo>
                    <a:pt x="8815" y="17652"/>
                  </a:lnTo>
                  <a:lnTo>
                    <a:pt x="9047" y="17399"/>
                  </a:lnTo>
                  <a:lnTo>
                    <a:pt x="9257" y="17105"/>
                  </a:lnTo>
                  <a:lnTo>
                    <a:pt x="9446" y="16810"/>
                  </a:lnTo>
                  <a:lnTo>
                    <a:pt x="9615" y="16474"/>
                  </a:lnTo>
                  <a:lnTo>
                    <a:pt x="9741" y="16137"/>
                  </a:lnTo>
                  <a:lnTo>
                    <a:pt x="9825" y="15779"/>
                  </a:lnTo>
                  <a:lnTo>
                    <a:pt x="9888" y="15401"/>
                  </a:lnTo>
                  <a:lnTo>
                    <a:pt x="9909" y="15022"/>
                  </a:lnTo>
                  <a:lnTo>
                    <a:pt x="9909" y="4944"/>
                  </a:lnTo>
                  <a:lnTo>
                    <a:pt x="9888" y="4692"/>
                  </a:lnTo>
                  <a:lnTo>
                    <a:pt x="9867" y="4439"/>
                  </a:lnTo>
                  <a:lnTo>
                    <a:pt x="9846" y="4187"/>
                  </a:lnTo>
                  <a:lnTo>
                    <a:pt x="9804" y="3956"/>
                  </a:lnTo>
                  <a:lnTo>
                    <a:pt x="9678" y="3472"/>
                  </a:lnTo>
                  <a:lnTo>
                    <a:pt x="9510" y="3030"/>
                  </a:lnTo>
                  <a:lnTo>
                    <a:pt x="9299" y="2588"/>
                  </a:lnTo>
                  <a:lnTo>
                    <a:pt x="9047" y="2188"/>
                  </a:lnTo>
                  <a:lnTo>
                    <a:pt x="8773" y="1810"/>
                  </a:lnTo>
                  <a:lnTo>
                    <a:pt x="8437" y="1452"/>
                  </a:lnTo>
                  <a:lnTo>
                    <a:pt x="8100" y="1136"/>
                  </a:lnTo>
                  <a:lnTo>
                    <a:pt x="7700" y="842"/>
                  </a:lnTo>
                  <a:lnTo>
                    <a:pt x="7300" y="589"/>
                  </a:lnTo>
                  <a:lnTo>
                    <a:pt x="6880" y="379"/>
                  </a:lnTo>
                  <a:lnTo>
                    <a:pt x="6417" y="211"/>
                  </a:lnTo>
                  <a:lnTo>
                    <a:pt x="5933" y="84"/>
                  </a:lnTo>
                  <a:lnTo>
                    <a:pt x="5702" y="42"/>
                  </a:lnTo>
                  <a:lnTo>
                    <a:pt x="5449" y="21"/>
                  </a:lnTo>
                  <a:lnTo>
                    <a:pt x="5197" y="0"/>
                  </a:lnTo>
                  <a:close/>
                </a:path>
              </a:pathLst>
            </a:custGeom>
            <a:solidFill>
              <a:srgbClr val="202125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39"/>
            <p:cNvSpPr/>
            <p:nvPr/>
          </p:nvSpPr>
          <p:spPr>
            <a:xfrm>
              <a:off x="7324275" y="4098825"/>
              <a:ext cx="247775" cy="468650"/>
            </a:xfrm>
            <a:custGeom>
              <a:avLst/>
              <a:gdLst/>
              <a:ahLst/>
              <a:cxnLst/>
              <a:rect l="l" t="t" r="r" b="b"/>
              <a:pathLst>
                <a:path w="9911" h="18746" extrusionOk="0">
                  <a:moveTo>
                    <a:pt x="4693" y="0"/>
                  </a:moveTo>
                  <a:lnTo>
                    <a:pt x="4440" y="21"/>
                  </a:lnTo>
                  <a:lnTo>
                    <a:pt x="4188" y="42"/>
                  </a:lnTo>
                  <a:lnTo>
                    <a:pt x="3956" y="84"/>
                  </a:lnTo>
                  <a:lnTo>
                    <a:pt x="3472" y="211"/>
                  </a:lnTo>
                  <a:lnTo>
                    <a:pt x="3030" y="379"/>
                  </a:lnTo>
                  <a:lnTo>
                    <a:pt x="2589" y="589"/>
                  </a:lnTo>
                  <a:lnTo>
                    <a:pt x="2189" y="842"/>
                  </a:lnTo>
                  <a:lnTo>
                    <a:pt x="1810" y="1136"/>
                  </a:lnTo>
                  <a:lnTo>
                    <a:pt x="1453" y="1452"/>
                  </a:lnTo>
                  <a:lnTo>
                    <a:pt x="1137" y="1810"/>
                  </a:lnTo>
                  <a:lnTo>
                    <a:pt x="842" y="2188"/>
                  </a:lnTo>
                  <a:lnTo>
                    <a:pt x="590" y="2588"/>
                  </a:lnTo>
                  <a:lnTo>
                    <a:pt x="380" y="3030"/>
                  </a:lnTo>
                  <a:lnTo>
                    <a:pt x="211" y="3472"/>
                  </a:lnTo>
                  <a:lnTo>
                    <a:pt x="106" y="3956"/>
                  </a:lnTo>
                  <a:lnTo>
                    <a:pt x="43" y="4187"/>
                  </a:lnTo>
                  <a:lnTo>
                    <a:pt x="22" y="4439"/>
                  </a:lnTo>
                  <a:lnTo>
                    <a:pt x="1" y="4692"/>
                  </a:lnTo>
                  <a:lnTo>
                    <a:pt x="1" y="4944"/>
                  </a:lnTo>
                  <a:lnTo>
                    <a:pt x="1" y="13802"/>
                  </a:lnTo>
                  <a:lnTo>
                    <a:pt x="1" y="14054"/>
                  </a:lnTo>
                  <a:lnTo>
                    <a:pt x="22" y="14307"/>
                  </a:lnTo>
                  <a:lnTo>
                    <a:pt x="43" y="14538"/>
                  </a:lnTo>
                  <a:lnTo>
                    <a:pt x="106" y="14791"/>
                  </a:lnTo>
                  <a:lnTo>
                    <a:pt x="211" y="15253"/>
                  </a:lnTo>
                  <a:lnTo>
                    <a:pt x="380" y="15716"/>
                  </a:lnTo>
                  <a:lnTo>
                    <a:pt x="590" y="16158"/>
                  </a:lnTo>
                  <a:lnTo>
                    <a:pt x="842" y="16558"/>
                  </a:lnTo>
                  <a:lnTo>
                    <a:pt x="1137" y="16937"/>
                  </a:lnTo>
                  <a:lnTo>
                    <a:pt x="1453" y="17294"/>
                  </a:lnTo>
                  <a:lnTo>
                    <a:pt x="1810" y="17610"/>
                  </a:lnTo>
                  <a:lnTo>
                    <a:pt x="2189" y="17904"/>
                  </a:lnTo>
                  <a:lnTo>
                    <a:pt x="2589" y="18136"/>
                  </a:lnTo>
                  <a:lnTo>
                    <a:pt x="3030" y="18346"/>
                  </a:lnTo>
                  <a:lnTo>
                    <a:pt x="3472" y="18514"/>
                  </a:lnTo>
                  <a:lnTo>
                    <a:pt x="3956" y="18641"/>
                  </a:lnTo>
                  <a:lnTo>
                    <a:pt x="4188" y="18683"/>
                  </a:lnTo>
                  <a:lnTo>
                    <a:pt x="4440" y="18725"/>
                  </a:lnTo>
                  <a:lnTo>
                    <a:pt x="4693" y="18746"/>
                  </a:lnTo>
                  <a:lnTo>
                    <a:pt x="6186" y="18746"/>
                  </a:lnTo>
                  <a:lnTo>
                    <a:pt x="6565" y="18725"/>
                  </a:lnTo>
                  <a:lnTo>
                    <a:pt x="6944" y="18662"/>
                  </a:lnTo>
                  <a:lnTo>
                    <a:pt x="7301" y="18578"/>
                  </a:lnTo>
                  <a:lnTo>
                    <a:pt x="7638" y="18451"/>
                  </a:lnTo>
                  <a:lnTo>
                    <a:pt x="7954" y="18304"/>
                  </a:lnTo>
                  <a:lnTo>
                    <a:pt x="8269" y="18115"/>
                  </a:lnTo>
                  <a:lnTo>
                    <a:pt x="8543" y="17904"/>
                  </a:lnTo>
                  <a:lnTo>
                    <a:pt x="8816" y="17652"/>
                  </a:lnTo>
                  <a:lnTo>
                    <a:pt x="9048" y="17399"/>
                  </a:lnTo>
                  <a:lnTo>
                    <a:pt x="9258" y="17105"/>
                  </a:lnTo>
                  <a:lnTo>
                    <a:pt x="9447" y="16810"/>
                  </a:lnTo>
                  <a:lnTo>
                    <a:pt x="9616" y="16474"/>
                  </a:lnTo>
                  <a:lnTo>
                    <a:pt x="9742" y="16137"/>
                  </a:lnTo>
                  <a:lnTo>
                    <a:pt x="9826" y="15779"/>
                  </a:lnTo>
                  <a:lnTo>
                    <a:pt x="9889" y="15401"/>
                  </a:lnTo>
                  <a:lnTo>
                    <a:pt x="9910" y="15022"/>
                  </a:lnTo>
                  <a:lnTo>
                    <a:pt x="9910" y="4944"/>
                  </a:lnTo>
                  <a:lnTo>
                    <a:pt x="9889" y="4692"/>
                  </a:lnTo>
                  <a:lnTo>
                    <a:pt x="9868" y="4439"/>
                  </a:lnTo>
                  <a:lnTo>
                    <a:pt x="9847" y="4187"/>
                  </a:lnTo>
                  <a:lnTo>
                    <a:pt x="9805" y="3956"/>
                  </a:lnTo>
                  <a:lnTo>
                    <a:pt x="9679" y="3472"/>
                  </a:lnTo>
                  <a:lnTo>
                    <a:pt x="9510" y="3030"/>
                  </a:lnTo>
                  <a:lnTo>
                    <a:pt x="9300" y="2588"/>
                  </a:lnTo>
                  <a:lnTo>
                    <a:pt x="9048" y="2188"/>
                  </a:lnTo>
                  <a:lnTo>
                    <a:pt x="8774" y="1810"/>
                  </a:lnTo>
                  <a:lnTo>
                    <a:pt x="8437" y="1452"/>
                  </a:lnTo>
                  <a:lnTo>
                    <a:pt x="8101" y="1136"/>
                  </a:lnTo>
                  <a:lnTo>
                    <a:pt x="7722" y="842"/>
                  </a:lnTo>
                  <a:lnTo>
                    <a:pt x="7301" y="589"/>
                  </a:lnTo>
                  <a:lnTo>
                    <a:pt x="6881" y="379"/>
                  </a:lnTo>
                  <a:lnTo>
                    <a:pt x="6418" y="211"/>
                  </a:lnTo>
                  <a:lnTo>
                    <a:pt x="5934" y="84"/>
                  </a:lnTo>
                  <a:lnTo>
                    <a:pt x="5702" y="42"/>
                  </a:lnTo>
                  <a:lnTo>
                    <a:pt x="5450" y="21"/>
                  </a:lnTo>
                  <a:lnTo>
                    <a:pt x="5197" y="0"/>
                  </a:lnTo>
                  <a:close/>
                </a:path>
              </a:pathLst>
            </a:custGeom>
            <a:solidFill>
              <a:srgbClr val="202125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39"/>
            <p:cNvSpPr/>
            <p:nvPr/>
          </p:nvSpPr>
          <p:spPr>
            <a:xfrm>
              <a:off x="5970950" y="3691725"/>
              <a:ext cx="203050" cy="132550"/>
            </a:xfrm>
            <a:custGeom>
              <a:avLst/>
              <a:gdLst/>
              <a:ahLst/>
              <a:cxnLst/>
              <a:rect l="l" t="t" r="r" b="b"/>
              <a:pathLst>
                <a:path w="8122" h="5302" extrusionOk="0">
                  <a:moveTo>
                    <a:pt x="2652" y="0"/>
                  </a:moveTo>
                  <a:lnTo>
                    <a:pt x="2378" y="21"/>
                  </a:lnTo>
                  <a:lnTo>
                    <a:pt x="2105" y="63"/>
                  </a:lnTo>
                  <a:lnTo>
                    <a:pt x="1852" y="126"/>
                  </a:lnTo>
                  <a:lnTo>
                    <a:pt x="1621" y="211"/>
                  </a:lnTo>
                  <a:lnTo>
                    <a:pt x="1389" y="316"/>
                  </a:lnTo>
                  <a:lnTo>
                    <a:pt x="1158" y="463"/>
                  </a:lnTo>
                  <a:lnTo>
                    <a:pt x="969" y="610"/>
                  </a:lnTo>
                  <a:lnTo>
                    <a:pt x="779" y="779"/>
                  </a:lnTo>
                  <a:lnTo>
                    <a:pt x="590" y="968"/>
                  </a:lnTo>
                  <a:lnTo>
                    <a:pt x="443" y="1178"/>
                  </a:lnTo>
                  <a:lnTo>
                    <a:pt x="316" y="1389"/>
                  </a:lnTo>
                  <a:lnTo>
                    <a:pt x="211" y="1620"/>
                  </a:lnTo>
                  <a:lnTo>
                    <a:pt x="106" y="1873"/>
                  </a:lnTo>
                  <a:lnTo>
                    <a:pt x="43" y="2125"/>
                  </a:lnTo>
                  <a:lnTo>
                    <a:pt x="1" y="2378"/>
                  </a:lnTo>
                  <a:lnTo>
                    <a:pt x="1" y="2651"/>
                  </a:lnTo>
                  <a:lnTo>
                    <a:pt x="1" y="2925"/>
                  </a:lnTo>
                  <a:lnTo>
                    <a:pt x="43" y="3198"/>
                  </a:lnTo>
                  <a:lnTo>
                    <a:pt x="106" y="3451"/>
                  </a:lnTo>
                  <a:lnTo>
                    <a:pt x="211" y="3682"/>
                  </a:lnTo>
                  <a:lnTo>
                    <a:pt x="316" y="3913"/>
                  </a:lnTo>
                  <a:lnTo>
                    <a:pt x="443" y="4145"/>
                  </a:lnTo>
                  <a:lnTo>
                    <a:pt x="590" y="4334"/>
                  </a:lnTo>
                  <a:lnTo>
                    <a:pt x="779" y="4524"/>
                  </a:lnTo>
                  <a:lnTo>
                    <a:pt x="969" y="4713"/>
                  </a:lnTo>
                  <a:lnTo>
                    <a:pt x="1158" y="4860"/>
                  </a:lnTo>
                  <a:lnTo>
                    <a:pt x="1389" y="4986"/>
                  </a:lnTo>
                  <a:lnTo>
                    <a:pt x="1621" y="5092"/>
                  </a:lnTo>
                  <a:lnTo>
                    <a:pt x="1852" y="5197"/>
                  </a:lnTo>
                  <a:lnTo>
                    <a:pt x="2105" y="5260"/>
                  </a:lnTo>
                  <a:lnTo>
                    <a:pt x="2378" y="5302"/>
                  </a:lnTo>
                  <a:lnTo>
                    <a:pt x="5744" y="5302"/>
                  </a:lnTo>
                  <a:lnTo>
                    <a:pt x="6018" y="5260"/>
                  </a:lnTo>
                  <a:lnTo>
                    <a:pt x="6270" y="5197"/>
                  </a:lnTo>
                  <a:lnTo>
                    <a:pt x="6502" y="5092"/>
                  </a:lnTo>
                  <a:lnTo>
                    <a:pt x="6733" y="4986"/>
                  </a:lnTo>
                  <a:lnTo>
                    <a:pt x="6965" y="4860"/>
                  </a:lnTo>
                  <a:lnTo>
                    <a:pt x="7175" y="4713"/>
                  </a:lnTo>
                  <a:lnTo>
                    <a:pt x="7364" y="4524"/>
                  </a:lnTo>
                  <a:lnTo>
                    <a:pt x="7533" y="4334"/>
                  </a:lnTo>
                  <a:lnTo>
                    <a:pt x="7680" y="4145"/>
                  </a:lnTo>
                  <a:lnTo>
                    <a:pt x="7806" y="3913"/>
                  </a:lnTo>
                  <a:lnTo>
                    <a:pt x="7932" y="3682"/>
                  </a:lnTo>
                  <a:lnTo>
                    <a:pt x="8017" y="3451"/>
                  </a:lnTo>
                  <a:lnTo>
                    <a:pt x="8080" y="3198"/>
                  </a:lnTo>
                  <a:lnTo>
                    <a:pt x="8122" y="2925"/>
                  </a:lnTo>
                  <a:lnTo>
                    <a:pt x="8122" y="2651"/>
                  </a:lnTo>
                  <a:lnTo>
                    <a:pt x="8122" y="2378"/>
                  </a:lnTo>
                  <a:lnTo>
                    <a:pt x="8080" y="2125"/>
                  </a:lnTo>
                  <a:lnTo>
                    <a:pt x="8017" y="1873"/>
                  </a:lnTo>
                  <a:lnTo>
                    <a:pt x="7932" y="1620"/>
                  </a:lnTo>
                  <a:lnTo>
                    <a:pt x="7806" y="1389"/>
                  </a:lnTo>
                  <a:lnTo>
                    <a:pt x="7680" y="1178"/>
                  </a:lnTo>
                  <a:lnTo>
                    <a:pt x="7533" y="968"/>
                  </a:lnTo>
                  <a:lnTo>
                    <a:pt x="7364" y="779"/>
                  </a:lnTo>
                  <a:lnTo>
                    <a:pt x="7175" y="610"/>
                  </a:lnTo>
                  <a:lnTo>
                    <a:pt x="6965" y="463"/>
                  </a:lnTo>
                  <a:lnTo>
                    <a:pt x="6733" y="316"/>
                  </a:lnTo>
                  <a:lnTo>
                    <a:pt x="6502" y="211"/>
                  </a:lnTo>
                  <a:lnTo>
                    <a:pt x="6270" y="126"/>
                  </a:lnTo>
                  <a:lnTo>
                    <a:pt x="6018" y="63"/>
                  </a:lnTo>
                  <a:lnTo>
                    <a:pt x="5744" y="21"/>
                  </a:lnTo>
                  <a:lnTo>
                    <a:pt x="5471" y="0"/>
                  </a:lnTo>
                  <a:close/>
                </a:path>
              </a:pathLst>
            </a:custGeom>
            <a:solidFill>
              <a:srgbClr val="DDA216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39"/>
            <p:cNvSpPr/>
            <p:nvPr/>
          </p:nvSpPr>
          <p:spPr>
            <a:xfrm>
              <a:off x="7448425" y="3691725"/>
              <a:ext cx="203575" cy="132550"/>
            </a:xfrm>
            <a:custGeom>
              <a:avLst/>
              <a:gdLst/>
              <a:ahLst/>
              <a:cxnLst/>
              <a:rect l="l" t="t" r="r" b="b"/>
              <a:pathLst>
                <a:path w="8143" h="5302" extrusionOk="0">
                  <a:moveTo>
                    <a:pt x="2651" y="0"/>
                  </a:moveTo>
                  <a:lnTo>
                    <a:pt x="2377" y="21"/>
                  </a:lnTo>
                  <a:lnTo>
                    <a:pt x="2125" y="63"/>
                  </a:lnTo>
                  <a:lnTo>
                    <a:pt x="1872" y="126"/>
                  </a:lnTo>
                  <a:lnTo>
                    <a:pt x="1620" y="211"/>
                  </a:lnTo>
                  <a:lnTo>
                    <a:pt x="1389" y="316"/>
                  </a:lnTo>
                  <a:lnTo>
                    <a:pt x="1178" y="463"/>
                  </a:lnTo>
                  <a:lnTo>
                    <a:pt x="968" y="610"/>
                  </a:lnTo>
                  <a:lnTo>
                    <a:pt x="778" y="779"/>
                  </a:lnTo>
                  <a:lnTo>
                    <a:pt x="610" y="968"/>
                  </a:lnTo>
                  <a:lnTo>
                    <a:pt x="463" y="1178"/>
                  </a:lnTo>
                  <a:lnTo>
                    <a:pt x="316" y="1389"/>
                  </a:lnTo>
                  <a:lnTo>
                    <a:pt x="210" y="1620"/>
                  </a:lnTo>
                  <a:lnTo>
                    <a:pt x="126" y="1873"/>
                  </a:lnTo>
                  <a:lnTo>
                    <a:pt x="63" y="2125"/>
                  </a:lnTo>
                  <a:lnTo>
                    <a:pt x="21" y="2378"/>
                  </a:lnTo>
                  <a:lnTo>
                    <a:pt x="0" y="2651"/>
                  </a:lnTo>
                  <a:lnTo>
                    <a:pt x="21" y="2925"/>
                  </a:lnTo>
                  <a:lnTo>
                    <a:pt x="63" y="3198"/>
                  </a:lnTo>
                  <a:lnTo>
                    <a:pt x="126" y="3451"/>
                  </a:lnTo>
                  <a:lnTo>
                    <a:pt x="210" y="3682"/>
                  </a:lnTo>
                  <a:lnTo>
                    <a:pt x="316" y="3913"/>
                  </a:lnTo>
                  <a:lnTo>
                    <a:pt x="463" y="4145"/>
                  </a:lnTo>
                  <a:lnTo>
                    <a:pt x="610" y="4334"/>
                  </a:lnTo>
                  <a:lnTo>
                    <a:pt x="778" y="4524"/>
                  </a:lnTo>
                  <a:lnTo>
                    <a:pt x="968" y="4713"/>
                  </a:lnTo>
                  <a:lnTo>
                    <a:pt x="1178" y="4860"/>
                  </a:lnTo>
                  <a:lnTo>
                    <a:pt x="1389" y="4986"/>
                  </a:lnTo>
                  <a:lnTo>
                    <a:pt x="1620" y="5092"/>
                  </a:lnTo>
                  <a:lnTo>
                    <a:pt x="1872" y="5197"/>
                  </a:lnTo>
                  <a:lnTo>
                    <a:pt x="2125" y="5260"/>
                  </a:lnTo>
                  <a:lnTo>
                    <a:pt x="2377" y="5302"/>
                  </a:lnTo>
                  <a:lnTo>
                    <a:pt x="5765" y="5302"/>
                  </a:lnTo>
                  <a:lnTo>
                    <a:pt x="6017" y="5260"/>
                  </a:lnTo>
                  <a:lnTo>
                    <a:pt x="6270" y="5197"/>
                  </a:lnTo>
                  <a:lnTo>
                    <a:pt x="6522" y="5092"/>
                  </a:lnTo>
                  <a:lnTo>
                    <a:pt x="6754" y="4986"/>
                  </a:lnTo>
                  <a:lnTo>
                    <a:pt x="6964" y="4860"/>
                  </a:lnTo>
                  <a:lnTo>
                    <a:pt x="7174" y="4713"/>
                  </a:lnTo>
                  <a:lnTo>
                    <a:pt x="7364" y="4524"/>
                  </a:lnTo>
                  <a:lnTo>
                    <a:pt x="7532" y="4334"/>
                  </a:lnTo>
                  <a:lnTo>
                    <a:pt x="7679" y="4145"/>
                  </a:lnTo>
                  <a:lnTo>
                    <a:pt x="7826" y="3913"/>
                  </a:lnTo>
                  <a:lnTo>
                    <a:pt x="7932" y="3682"/>
                  </a:lnTo>
                  <a:lnTo>
                    <a:pt x="8016" y="3451"/>
                  </a:lnTo>
                  <a:lnTo>
                    <a:pt x="8079" y="3198"/>
                  </a:lnTo>
                  <a:lnTo>
                    <a:pt x="8121" y="2925"/>
                  </a:lnTo>
                  <a:lnTo>
                    <a:pt x="8142" y="2651"/>
                  </a:lnTo>
                  <a:lnTo>
                    <a:pt x="8121" y="2378"/>
                  </a:lnTo>
                  <a:lnTo>
                    <a:pt x="8079" y="2125"/>
                  </a:lnTo>
                  <a:lnTo>
                    <a:pt x="8016" y="1873"/>
                  </a:lnTo>
                  <a:lnTo>
                    <a:pt x="7932" y="1620"/>
                  </a:lnTo>
                  <a:lnTo>
                    <a:pt x="7826" y="1389"/>
                  </a:lnTo>
                  <a:lnTo>
                    <a:pt x="7679" y="1178"/>
                  </a:lnTo>
                  <a:lnTo>
                    <a:pt x="7532" y="968"/>
                  </a:lnTo>
                  <a:lnTo>
                    <a:pt x="7364" y="779"/>
                  </a:lnTo>
                  <a:lnTo>
                    <a:pt x="7174" y="610"/>
                  </a:lnTo>
                  <a:lnTo>
                    <a:pt x="6964" y="463"/>
                  </a:lnTo>
                  <a:lnTo>
                    <a:pt x="6754" y="316"/>
                  </a:lnTo>
                  <a:lnTo>
                    <a:pt x="6522" y="211"/>
                  </a:lnTo>
                  <a:lnTo>
                    <a:pt x="6270" y="126"/>
                  </a:lnTo>
                  <a:lnTo>
                    <a:pt x="6017" y="63"/>
                  </a:lnTo>
                  <a:lnTo>
                    <a:pt x="5765" y="21"/>
                  </a:lnTo>
                  <a:lnTo>
                    <a:pt x="5491" y="0"/>
                  </a:lnTo>
                  <a:close/>
                </a:path>
              </a:pathLst>
            </a:custGeom>
            <a:solidFill>
              <a:srgbClr val="DDA216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39"/>
            <p:cNvSpPr/>
            <p:nvPr/>
          </p:nvSpPr>
          <p:spPr>
            <a:xfrm>
              <a:off x="5999350" y="3364550"/>
              <a:ext cx="1632650" cy="1071450"/>
            </a:xfrm>
            <a:custGeom>
              <a:avLst/>
              <a:gdLst/>
              <a:ahLst/>
              <a:cxnLst/>
              <a:rect l="l" t="t" r="r" b="b"/>
              <a:pathLst>
                <a:path w="65306" h="42858" extrusionOk="0">
                  <a:moveTo>
                    <a:pt x="16180" y="1"/>
                  </a:moveTo>
                  <a:lnTo>
                    <a:pt x="15738" y="22"/>
                  </a:lnTo>
                  <a:lnTo>
                    <a:pt x="15317" y="64"/>
                  </a:lnTo>
                  <a:lnTo>
                    <a:pt x="14896" y="148"/>
                  </a:lnTo>
                  <a:lnTo>
                    <a:pt x="14476" y="253"/>
                  </a:lnTo>
                  <a:lnTo>
                    <a:pt x="14076" y="380"/>
                  </a:lnTo>
                  <a:lnTo>
                    <a:pt x="13676" y="548"/>
                  </a:lnTo>
                  <a:lnTo>
                    <a:pt x="13319" y="758"/>
                  </a:lnTo>
                  <a:lnTo>
                    <a:pt x="12940" y="969"/>
                  </a:lnTo>
                  <a:lnTo>
                    <a:pt x="12603" y="1221"/>
                  </a:lnTo>
                  <a:lnTo>
                    <a:pt x="12288" y="1495"/>
                  </a:lnTo>
                  <a:lnTo>
                    <a:pt x="11972" y="1789"/>
                  </a:lnTo>
                  <a:lnTo>
                    <a:pt x="11699" y="2105"/>
                  </a:lnTo>
                  <a:lnTo>
                    <a:pt x="11425" y="2441"/>
                  </a:lnTo>
                  <a:lnTo>
                    <a:pt x="11194" y="2799"/>
                  </a:lnTo>
                  <a:lnTo>
                    <a:pt x="10983" y="3178"/>
                  </a:lnTo>
                  <a:lnTo>
                    <a:pt x="10794" y="3557"/>
                  </a:lnTo>
                  <a:lnTo>
                    <a:pt x="5576" y="15927"/>
                  </a:lnTo>
                  <a:lnTo>
                    <a:pt x="1242" y="20556"/>
                  </a:lnTo>
                  <a:lnTo>
                    <a:pt x="1011" y="20808"/>
                  </a:lnTo>
                  <a:lnTo>
                    <a:pt x="800" y="21103"/>
                  </a:lnTo>
                  <a:lnTo>
                    <a:pt x="632" y="21397"/>
                  </a:lnTo>
                  <a:lnTo>
                    <a:pt x="485" y="21692"/>
                  </a:lnTo>
                  <a:lnTo>
                    <a:pt x="359" y="22029"/>
                  </a:lnTo>
                  <a:lnTo>
                    <a:pt x="253" y="22365"/>
                  </a:lnTo>
                  <a:lnTo>
                    <a:pt x="190" y="22702"/>
                  </a:lnTo>
                  <a:lnTo>
                    <a:pt x="148" y="23039"/>
                  </a:lnTo>
                  <a:lnTo>
                    <a:pt x="64" y="24406"/>
                  </a:lnTo>
                  <a:lnTo>
                    <a:pt x="22" y="26089"/>
                  </a:lnTo>
                  <a:lnTo>
                    <a:pt x="1" y="27057"/>
                  </a:lnTo>
                  <a:lnTo>
                    <a:pt x="1" y="28046"/>
                  </a:lnTo>
                  <a:lnTo>
                    <a:pt x="1" y="29098"/>
                  </a:lnTo>
                  <a:lnTo>
                    <a:pt x="43" y="30192"/>
                  </a:lnTo>
                  <a:lnTo>
                    <a:pt x="106" y="31328"/>
                  </a:lnTo>
                  <a:lnTo>
                    <a:pt x="190" y="32464"/>
                  </a:lnTo>
                  <a:lnTo>
                    <a:pt x="295" y="33621"/>
                  </a:lnTo>
                  <a:lnTo>
                    <a:pt x="443" y="34778"/>
                  </a:lnTo>
                  <a:lnTo>
                    <a:pt x="632" y="35914"/>
                  </a:lnTo>
                  <a:lnTo>
                    <a:pt x="842" y="37050"/>
                  </a:lnTo>
                  <a:lnTo>
                    <a:pt x="1095" y="38165"/>
                  </a:lnTo>
                  <a:lnTo>
                    <a:pt x="1242" y="38691"/>
                  </a:lnTo>
                  <a:lnTo>
                    <a:pt x="1411" y="39238"/>
                  </a:lnTo>
                  <a:lnTo>
                    <a:pt x="1621" y="39891"/>
                  </a:lnTo>
                  <a:lnTo>
                    <a:pt x="1852" y="40543"/>
                  </a:lnTo>
                  <a:lnTo>
                    <a:pt x="2126" y="41153"/>
                  </a:lnTo>
                  <a:lnTo>
                    <a:pt x="2399" y="41742"/>
                  </a:lnTo>
                  <a:lnTo>
                    <a:pt x="5745" y="41952"/>
                  </a:lnTo>
                  <a:lnTo>
                    <a:pt x="9384" y="42163"/>
                  </a:lnTo>
                  <a:lnTo>
                    <a:pt x="13844" y="42394"/>
                  </a:lnTo>
                  <a:lnTo>
                    <a:pt x="18768" y="42605"/>
                  </a:lnTo>
                  <a:lnTo>
                    <a:pt x="21292" y="42710"/>
                  </a:lnTo>
                  <a:lnTo>
                    <a:pt x="23796" y="42773"/>
                  </a:lnTo>
                  <a:lnTo>
                    <a:pt x="26215" y="42836"/>
                  </a:lnTo>
                  <a:lnTo>
                    <a:pt x="28530" y="42857"/>
                  </a:lnTo>
                  <a:lnTo>
                    <a:pt x="30697" y="42857"/>
                  </a:lnTo>
                  <a:lnTo>
                    <a:pt x="32653" y="42836"/>
                  </a:lnTo>
                  <a:lnTo>
                    <a:pt x="34610" y="42857"/>
                  </a:lnTo>
                  <a:lnTo>
                    <a:pt x="36756" y="42857"/>
                  </a:lnTo>
                  <a:lnTo>
                    <a:pt x="39070" y="42836"/>
                  </a:lnTo>
                  <a:lnTo>
                    <a:pt x="41511" y="42773"/>
                  </a:lnTo>
                  <a:lnTo>
                    <a:pt x="43993" y="42710"/>
                  </a:lnTo>
                  <a:lnTo>
                    <a:pt x="46518" y="42605"/>
                  </a:lnTo>
                  <a:lnTo>
                    <a:pt x="51441" y="42394"/>
                  </a:lnTo>
                  <a:lnTo>
                    <a:pt x="55901" y="42163"/>
                  </a:lnTo>
                  <a:lnTo>
                    <a:pt x="59541" y="41952"/>
                  </a:lnTo>
                  <a:lnTo>
                    <a:pt x="62907" y="41742"/>
                  </a:lnTo>
                  <a:lnTo>
                    <a:pt x="63181" y="41153"/>
                  </a:lnTo>
                  <a:lnTo>
                    <a:pt x="63433" y="40543"/>
                  </a:lnTo>
                  <a:lnTo>
                    <a:pt x="63665" y="39891"/>
                  </a:lnTo>
                  <a:lnTo>
                    <a:pt x="63896" y="39238"/>
                  </a:lnTo>
                  <a:lnTo>
                    <a:pt x="64043" y="38691"/>
                  </a:lnTo>
                  <a:lnTo>
                    <a:pt x="64191" y="38165"/>
                  </a:lnTo>
                  <a:lnTo>
                    <a:pt x="64443" y="37050"/>
                  </a:lnTo>
                  <a:lnTo>
                    <a:pt x="64674" y="35914"/>
                  </a:lnTo>
                  <a:lnTo>
                    <a:pt x="64843" y="34778"/>
                  </a:lnTo>
                  <a:lnTo>
                    <a:pt x="64990" y="33621"/>
                  </a:lnTo>
                  <a:lnTo>
                    <a:pt x="65116" y="32464"/>
                  </a:lnTo>
                  <a:lnTo>
                    <a:pt x="65200" y="31328"/>
                  </a:lnTo>
                  <a:lnTo>
                    <a:pt x="65242" y="30192"/>
                  </a:lnTo>
                  <a:lnTo>
                    <a:pt x="65285" y="29098"/>
                  </a:lnTo>
                  <a:lnTo>
                    <a:pt x="65306" y="28046"/>
                  </a:lnTo>
                  <a:lnTo>
                    <a:pt x="65306" y="27057"/>
                  </a:lnTo>
                  <a:lnTo>
                    <a:pt x="65285" y="26089"/>
                  </a:lnTo>
                  <a:lnTo>
                    <a:pt x="65221" y="24406"/>
                  </a:lnTo>
                  <a:lnTo>
                    <a:pt x="65137" y="23039"/>
                  </a:lnTo>
                  <a:lnTo>
                    <a:pt x="65095" y="22702"/>
                  </a:lnTo>
                  <a:lnTo>
                    <a:pt x="65032" y="22365"/>
                  </a:lnTo>
                  <a:lnTo>
                    <a:pt x="64948" y="22029"/>
                  </a:lnTo>
                  <a:lnTo>
                    <a:pt x="64822" y="21692"/>
                  </a:lnTo>
                  <a:lnTo>
                    <a:pt x="64653" y="21397"/>
                  </a:lnTo>
                  <a:lnTo>
                    <a:pt x="64485" y="21103"/>
                  </a:lnTo>
                  <a:lnTo>
                    <a:pt x="64275" y="20808"/>
                  </a:lnTo>
                  <a:lnTo>
                    <a:pt x="64064" y="20556"/>
                  </a:lnTo>
                  <a:lnTo>
                    <a:pt x="59709" y="15927"/>
                  </a:lnTo>
                  <a:lnTo>
                    <a:pt x="55123" y="3767"/>
                  </a:lnTo>
                  <a:lnTo>
                    <a:pt x="54954" y="3367"/>
                  </a:lnTo>
                  <a:lnTo>
                    <a:pt x="54744" y="2967"/>
                  </a:lnTo>
                  <a:lnTo>
                    <a:pt x="54513" y="2589"/>
                  </a:lnTo>
                  <a:lnTo>
                    <a:pt x="54260" y="2231"/>
                  </a:lnTo>
                  <a:lnTo>
                    <a:pt x="53966" y="1894"/>
                  </a:lnTo>
                  <a:lnTo>
                    <a:pt x="53671" y="1579"/>
                  </a:lnTo>
                  <a:lnTo>
                    <a:pt x="53334" y="1284"/>
                  </a:lnTo>
                  <a:lnTo>
                    <a:pt x="52977" y="1032"/>
                  </a:lnTo>
                  <a:lnTo>
                    <a:pt x="52619" y="800"/>
                  </a:lnTo>
                  <a:lnTo>
                    <a:pt x="52240" y="590"/>
                  </a:lnTo>
                  <a:lnTo>
                    <a:pt x="51841" y="422"/>
                  </a:lnTo>
                  <a:lnTo>
                    <a:pt x="51420" y="274"/>
                  </a:lnTo>
                  <a:lnTo>
                    <a:pt x="50999" y="148"/>
                  </a:lnTo>
                  <a:lnTo>
                    <a:pt x="50557" y="64"/>
                  </a:lnTo>
                  <a:lnTo>
                    <a:pt x="50116" y="22"/>
                  </a:lnTo>
                  <a:lnTo>
                    <a:pt x="49653" y="1"/>
                  </a:lnTo>
                  <a:close/>
                </a:path>
              </a:pathLst>
            </a:custGeom>
            <a:solidFill>
              <a:srgbClr val="FDB813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39"/>
            <p:cNvSpPr/>
            <p:nvPr/>
          </p:nvSpPr>
          <p:spPr>
            <a:xfrm>
              <a:off x="5999350" y="3364550"/>
              <a:ext cx="1632650" cy="1071450"/>
            </a:xfrm>
            <a:custGeom>
              <a:avLst/>
              <a:gdLst/>
              <a:ahLst/>
              <a:cxnLst/>
              <a:rect l="l" t="t" r="r" b="b"/>
              <a:pathLst>
                <a:path w="65306" h="42858" fill="none" extrusionOk="0">
                  <a:moveTo>
                    <a:pt x="63896" y="39238"/>
                  </a:moveTo>
                  <a:lnTo>
                    <a:pt x="63896" y="39238"/>
                  </a:lnTo>
                  <a:lnTo>
                    <a:pt x="63665" y="39891"/>
                  </a:lnTo>
                  <a:lnTo>
                    <a:pt x="63433" y="40543"/>
                  </a:lnTo>
                  <a:lnTo>
                    <a:pt x="63181" y="41153"/>
                  </a:lnTo>
                  <a:lnTo>
                    <a:pt x="62907" y="41742"/>
                  </a:lnTo>
                  <a:lnTo>
                    <a:pt x="62907" y="41742"/>
                  </a:lnTo>
                  <a:lnTo>
                    <a:pt x="59541" y="41952"/>
                  </a:lnTo>
                  <a:lnTo>
                    <a:pt x="55901" y="42163"/>
                  </a:lnTo>
                  <a:lnTo>
                    <a:pt x="51441" y="42394"/>
                  </a:lnTo>
                  <a:lnTo>
                    <a:pt x="46518" y="42605"/>
                  </a:lnTo>
                  <a:lnTo>
                    <a:pt x="43993" y="42710"/>
                  </a:lnTo>
                  <a:lnTo>
                    <a:pt x="41511" y="42773"/>
                  </a:lnTo>
                  <a:lnTo>
                    <a:pt x="39070" y="42836"/>
                  </a:lnTo>
                  <a:lnTo>
                    <a:pt x="36756" y="42857"/>
                  </a:lnTo>
                  <a:lnTo>
                    <a:pt x="34610" y="42857"/>
                  </a:lnTo>
                  <a:lnTo>
                    <a:pt x="32653" y="42836"/>
                  </a:lnTo>
                  <a:lnTo>
                    <a:pt x="32653" y="42836"/>
                  </a:lnTo>
                  <a:lnTo>
                    <a:pt x="30697" y="42857"/>
                  </a:lnTo>
                  <a:lnTo>
                    <a:pt x="28530" y="42857"/>
                  </a:lnTo>
                  <a:lnTo>
                    <a:pt x="26215" y="42836"/>
                  </a:lnTo>
                  <a:lnTo>
                    <a:pt x="23796" y="42773"/>
                  </a:lnTo>
                  <a:lnTo>
                    <a:pt x="21292" y="42710"/>
                  </a:lnTo>
                  <a:lnTo>
                    <a:pt x="18768" y="42605"/>
                  </a:lnTo>
                  <a:lnTo>
                    <a:pt x="13844" y="42394"/>
                  </a:lnTo>
                  <a:lnTo>
                    <a:pt x="9384" y="42163"/>
                  </a:lnTo>
                  <a:lnTo>
                    <a:pt x="5745" y="41952"/>
                  </a:lnTo>
                  <a:lnTo>
                    <a:pt x="2399" y="41742"/>
                  </a:lnTo>
                  <a:lnTo>
                    <a:pt x="2399" y="41742"/>
                  </a:lnTo>
                  <a:lnTo>
                    <a:pt x="2126" y="41153"/>
                  </a:lnTo>
                  <a:lnTo>
                    <a:pt x="1852" y="40543"/>
                  </a:lnTo>
                  <a:lnTo>
                    <a:pt x="1621" y="39891"/>
                  </a:lnTo>
                  <a:lnTo>
                    <a:pt x="1411" y="39238"/>
                  </a:lnTo>
                  <a:lnTo>
                    <a:pt x="1411" y="39238"/>
                  </a:lnTo>
                  <a:lnTo>
                    <a:pt x="1242" y="38691"/>
                  </a:lnTo>
                  <a:lnTo>
                    <a:pt x="1095" y="38165"/>
                  </a:lnTo>
                  <a:lnTo>
                    <a:pt x="842" y="37050"/>
                  </a:lnTo>
                  <a:lnTo>
                    <a:pt x="632" y="35914"/>
                  </a:lnTo>
                  <a:lnTo>
                    <a:pt x="443" y="34778"/>
                  </a:lnTo>
                  <a:lnTo>
                    <a:pt x="295" y="33621"/>
                  </a:lnTo>
                  <a:lnTo>
                    <a:pt x="190" y="32464"/>
                  </a:lnTo>
                  <a:lnTo>
                    <a:pt x="106" y="31328"/>
                  </a:lnTo>
                  <a:lnTo>
                    <a:pt x="43" y="30192"/>
                  </a:lnTo>
                  <a:lnTo>
                    <a:pt x="1" y="29098"/>
                  </a:lnTo>
                  <a:lnTo>
                    <a:pt x="1" y="28046"/>
                  </a:lnTo>
                  <a:lnTo>
                    <a:pt x="1" y="27057"/>
                  </a:lnTo>
                  <a:lnTo>
                    <a:pt x="22" y="26089"/>
                  </a:lnTo>
                  <a:lnTo>
                    <a:pt x="64" y="24406"/>
                  </a:lnTo>
                  <a:lnTo>
                    <a:pt x="148" y="23039"/>
                  </a:lnTo>
                  <a:lnTo>
                    <a:pt x="148" y="23039"/>
                  </a:lnTo>
                  <a:lnTo>
                    <a:pt x="190" y="22702"/>
                  </a:lnTo>
                  <a:lnTo>
                    <a:pt x="253" y="22365"/>
                  </a:lnTo>
                  <a:lnTo>
                    <a:pt x="359" y="22029"/>
                  </a:lnTo>
                  <a:lnTo>
                    <a:pt x="485" y="21692"/>
                  </a:lnTo>
                  <a:lnTo>
                    <a:pt x="632" y="21397"/>
                  </a:lnTo>
                  <a:lnTo>
                    <a:pt x="800" y="21103"/>
                  </a:lnTo>
                  <a:lnTo>
                    <a:pt x="1011" y="20808"/>
                  </a:lnTo>
                  <a:lnTo>
                    <a:pt x="1242" y="20556"/>
                  </a:lnTo>
                  <a:lnTo>
                    <a:pt x="5576" y="15927"/>
                  </a:lnTo>
                  <a:lnTo>
                    <a:pt x="10794" y="3557"/>
                  </a:lnTo>
                  <a:lnTo>
                    <a:pt x="10794" y="3557"/>
                  </a:lnTo>
                  <a:lnTo>
                    <a:pt x="10983" y="3178"/>
                  </a:lnTo>
                  <a:lnTo>
                    <a:pt x="11194" y="2799"/>
                  </a:lnTo>
                  <a:lnTo>
                    <a:pt x="11425" y="2441"/>
                  </a:lnTo>
                  <a:lnTo>
                    <a:pt x="11699" y="2105"/>
                  </a:lnTo>
                  <a:lnTo>
                    <a:pt x="11972" y="1789"/>
                  </a:lnTo>
                  <a:lnTo>
                    <a:pt x="12288" y="1495"/>
                  </a:lnTo>
                  <a:lnTo>
                    <a:pt x="12603" y="1221"/>
                  </a:lnTo>
                  <a:lnTo>
                    <a:pt x="12940" y="969"/>
                  </a:lnTo>
                  <a:lnTo>
                    <a:pt x="13319" y="758"/>
                  </a:lnTo>
                  <a:lnTo>
                    <a:pt x="13676" y="548"/>
                  </a:lnTo>
                  <a:lnTo>
                    <a:pt x="14076" y="380"/>
                  </a:lnTo>
                  <a:lnTo>
                    <a:pt x="14476" y="253"/>
                  </a:lnTo>
                  <a:lnTo>
                    <a:pt x="14896" y="148"/>
                  </a:lnTo>
                  <a:lnTo>
                    <a:pt x="15317" y="64"/>
                  </a:lnTo>
                  <a:lnTo>
                    <a:pt x="15738" y="22"/>
                  </a:lnTo>
                  <a:lnTo>
                    <a:pt x="16180" y="1"/>
                  </a:lnTo>
                  <a:lnTo>
                    <a:pt x="49653" y="1"/>
                  </a:lnTo>
                  <a:lnTo>
                    <a:pt x="49653" y="1"/>
                  </a:lnTo>
                  <a:lnTo>
                    <a:pt x="50116" y="22"/>
                  </a:lnTo>
                  <a:lnTo>
                    <a:pt x="50557" y="64"/>
                  </a:lnTo>
                  <a:lnTo>
                    <a:pt x="50999" y="148"/>
                  </a:lnTo>
                  <a:lnTo>
                    <a:pt x="51420" y="274"/>
                  </a:lnTo>
                  <a:lnTo>
                    <a:pt x="51841" y="422"/>
                  </a:lnTo>
                  <a:lnTo>
                    <a:pt x="52240" y="590"/>
                  </a:lnTo>
                  <a:lnTo>
                    <a:pt x="52619" y="800"/>
                  </a:lnTo>
                  <a:lnTo>
                    <a:pt x="52977" y="1032"/>
                  </a:lnTo>
                  <a:lnTo>
                    <a:pt x="53334" y="1284"/>
                  </a:lnTo>
                  <a:lnTo>
                    <a:pt x="53671" y="1579"/>
                  </a:lnTo>
                  <a:lnTo>
                    <a:pt x="53966" y="1894"/>
                  </a:lnTo>
                  <a:lnTo>
                    <a:pt x="54260" y="2231"/>
                  </a:lnTo>
                  <a:lnTo>
                    <a:pt x="54513" y="2589"/>
                  </a:lnTo>
                  <a:lnTo>
                    <a:pt x="54744" y="2967"/>
                  </a:lnTo>
                  <a:lnTo>
                    <a:pt x="54954" y="3367"/>
                  </a:lnTo>
                  <a:lnTo>
                    <a:pt x="55123" y="3767"/>
                  </a:lnTo>
                  <a:lnTo>
                    <a:pt x="59709" y="15927"/>
                  </a:lnTo>
                  <a:lnTo>
                    <a:pt x="64064" y="20556"/>
                  </a:lnTo>
                  <a:lnTo>
                    <a:pt x="64064" y="20556"/>
                  </a:lnTo>
                  <a:lnTo>
                    <a:pt x="64275" y="20808"/>
                  </a:lnTo>
                  <a:lnTo>
                    <a:pt x="64485" y="21103"/>
                  </a:lnTo>
                  <a:lnTo>
                    <a:pt x="64653" y="21397"/>
                  </a:lnTo>
                  <a:lnTo>
                    <a:pt x="64822" y="21692"/>
                  </a:lnTo>
                  <a:lnTo>
                    <a:pt x="64948" y="22029"/>
                  </a:lnTo>
                  <a:lnTo>
                    <a:pt x="65032" y="22365"/>
                  </a:lnTo>
                  <a:lnTo>
                    <a:pt x="65095" y="22702"/>
                  </a:lnTo>
                  <a:lnTo>
                    <a:pt x="65137" y="23039"/>
                  </a:lnTo>
                  <a:lnTo>
                    <a:pt x="65137" y="23039"/>
                  </a:lnTo>
                  <a:lnTo>
                    <a:pt x="65221" y="24406"/>
                  </a:lnTo>
                  <a:lnTo>
                    <a:pt x="65285" y="26089"/>
                  </a:lnTo>
                  <a:lnTo>
                    <a:pt x="65306" y="27057"/>
                  </a:lnTo>
                  <a:lnTo>
                    <a:pt x="65306" y="28046"/>
                  </a:lnTo>
                  <a:lnTo>
                    <a:pt x="65285" y="29098"/>
                  </a:lnTo>
                  <a:lnTo>
                    <a:pt x="65242" y="30192"/>
                  </a:lnTo>
                  <a:lnTo>
                    <a:pt x="65200" y="31328"/>
                  </a:lnTo>
                  <a:lnTo>
                    <a:pt x="65116" y="32464"/>
                  </a:lnTo>
                  <a:lnTo>
                    <a:pt x="64990" y="33621"/>
                  </a:lnTo>
                  <a:lnTo>
                    <a:pt x="64843" y="34778"/>
                  </a:lnTo>
                  <a:lnTo>
                    <a:pt x="64674" y="35914"/>
                  </a:lnTo>
                  <a:lnTo>
                    <a:pt x="64443" y="37050"/>
                  </a:lnTo>
                  <a:lnTo>
                    <a:pt x="64191" y="38165"/>
                  </a:lnTo>
                  <a:lnTo>
                    <a:pt x="64043" y="38691"/>
                  </a:lnTo>
                  <a:lnTo>
                    <a:pt x="63896" y="3923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39"/>
            <p:cNvSpPr/>
            <p:nvPr/>
          </p:nvSpPr>
          <p:spPr>
            <a:xfrm>
              <a:off x="6200800" y="3399800"/>
              <a:ext cx="1229750" cy="362950"/>
            </a:xfrm>
            <a:custGeom>
              <a:avLst/>
              <a:gdLst/>
              <a:ahLst/>
              <a:cxnLst/>
              <a:rect l="l" t="t" r="r" b="b"/>
              <a:pathLst>
                <a:path w="49190" h="14518" extrusionOk="0">
                  <a:moveTo>
                    <a:pt x="9637" y="1"/>
                  </a:moveTo>
                  <a:lnTo>
                    <a:pt x="9237" y="22"/>
                  </a:lnTo>
                  <a:lnTo>
                    <a:pt x="8837" y="64"/>
                  </a:lnTo>
                  <a:lnTo>
                    <a:pt x="8458" y="127"/>
                  </a:lnTo>
                  <a:lnTo>
                    <a:pt x="8080" y="232"/>
                  </a:lnTo>
                  <a:lnTo>
                    <a:pt x="7722" y="358"/>
                  </a:lnTo>
                  <a:lnTo>
                    <a:pt x="7364" y="506"/>
                  </a:lnTo>
                  <a:lnTo>
                    <a:pt x="7028" y="695"/>
                  </a:lnTo>
                  <a:lnTo>
                    <a:pt x="6691" y="884"/>
                  </a:lnTo>
                  <a:lnTo>
                    <a:pt x="6376" y="1116"/>
                  </a:lnTo>
                  <a:lnTo>
                    <a:pt x="6081" y="1368"/>
                  </a:lnTo>
                  <a:lnTo>
                    <a:pt x="5808" y="1621"/>
                  </a:lnTo>
                  <a:lnTo>
                    <a:pt x="5555" y="1915"/>
                  </a:lnTo>
                  <a:lnTo>
                    <a:pt x="5324" y="2231"/>
                  </a:lnTo>
                  <a:lnTo>
                    <a:pt x="5092" y="2546"/>
                  </a:lnTo>
                  <a:lnTo>
                    <a:pt x="4903" y="2883"/>
                  </a:lnTo>
                  <a:lnTo>
                    <a:pt x="4735" y="3262"/>
                  </a:lnTo>
                  <a:lnTo>
                    <a:pt x="1" y="14517"/>
                  </a:lnTo>
                  <a:lnTo>
                    <a:pt x="49190" y="14517"/>
                  </a:lnTo>
                  <a:lnTo>
                    <a:pt x="45003" y="3451"/>
                  </a:lnTo>
                  <a:lnTo>
                    <a:pt x="44856" y="3072"/>
                  </a:lnTo>
                  <a:lnTo>
                    <a:pt x="44666" y="2694"/>
                  </a:lnTo>
                  <a:lnTo>
                    <a:pt x="44456" y="2357"/>
                  </a:lnTo>
                  <a:lnTo>
                    <a:pt x="44225" y="2041"/>
                  </a:lnTo>
                  <a:lnTo>
                    <a:pt x="43951" y="1726"/>
                  </a:lnTo>
                  <a:lnTo>
                    <a:pt x="43678" y="1452"/>
                  </a:lnTo>
                  <a:lnTo>
                    <a:pt x="43383" y="1179"/>
                  </a:lnTo>
                  <a:lnTo>
                    <a:pt x="43067" y="947"/>
                  </a:lnTo>
                  <a:lnTo>
                    <a:pt x="42731" y="737"/>
                  </a:lnTo>
                  <a:lnTo>
                    <a:pt x="42373" y="548"/>
                  </a:lnTo>
                  <a:lnTo>
                    <a:pt x="42015" y="379"/>
                  </a:lnTo>
                  <a:lnTo>
                    <a:pt x="41637" y="253"/>
                  </a:lnTo>
                  <a:lnTo>
                    <a:pt x="41258" y="148"/>
                  </a:lnTo>
                  <a:lnTo>
                    <a:pt x="40858" y="64"/>
                  </a:lnTo>
                  <a:lnTo>
                    <a:pt x="40459" y="22"/>
                  </a:lnTo>
                  <a:lnTo>
                    <a:pt x="4003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39"/>
            <p:cNvSpPr/>
            <p:nvPr/>
          </p:nvSpPr>
          <p:spPr>
            <a:xfrm>
              <a:off x="6200800" y="3399800"/>
              <a:ext cx="1229750" cy="362950"/>
            </a:xfrm>
            <a:custGeom>
              <a:avLst/>
              <a:gdLst/>
              <a:ahLst/>
              <a:cxnLst/>
              <a:rect l="l" t="t" r="r" b="b"/>
              <a:pathLst>
                <a:path w="49190" h="14518" fill="none" extrusionOk="0">
                  <a:moveTo>
                    <a:pt x="49190" y="14517"/>
                  </a:moveTo>
                  <a:lnTo>
                    <a:pt x="1" y="14517"/>
                  </a:lnTo>
                  <a:lnTo>
                    <a:pt x="4735" y="3262"/>
                  </a:lnTo>
                  <a:lnTo>
                    <a:pt x="4735" y="3262"/>
                  </a:lnTo>
                  <a:lnTo>
                    <a:pt x="4903" y="2883"/>
                  </a:lnTo>
                  <a:lnTo>
                    <a:pt x="5092" y="2546"/>
                  </a:lnTo>
                  <a:lnTo>
                    <a:pt x="5324" y="2231"/>
                  </a:lnTo>
                  <a:lnTo>
                    <a:pt x="5555" y="1915"/>
                  </a:lnTo>
                  <a:lnTo>
                    <a:pt x="5808" y="1621"/>
                  </a:lnTo>
                  <a:lnTo>
                    <a:pt x="6081" y="1368"/>
                  </a:lnTo>
                  <a:lnTo>
                    <a:pt x="6376" y="1116"/>
                  </a:lnTo>
                  <a:lnTo>
                    <a:pt x="6691" y="884"/>
                  </a:lnTo>
                  <a:lnTo>
                    <a:pt x="7028" y="695"/>
                  </a:lnTo>
                  <a:lnTo>
                    <a:pt x="7364" y="506"/>
                  </a:lnTo>
                  <a:lnTo>
                    <a:pt x="7722" y="358"/>
                  </a:lnTo>
                  <a:lnTo>
                    <a:pt x="8080" y="232"/>
                  </a:lnTo>
                  <a:lnTo>
                    <a:pt x="8458" y="127"/>
                  </a:lnTo>
                  <a:lnTo>
                    <a:pt x="8837" y="64"/>
                  </a:lnTo>
                  <a:lnTo>
                    <a:pt x="9237" y="22"/>
                  </a:lnTo>
                  <a:lnTo>
                    <a:pt x="9637" y="1"/>
                  </a:lnTo>
                  <a:lnTo>
                    <a:pt x="40038" y="1"/>
                  </a:lnTo>
                  <a:lnTo>
                    <a:pt x="40038" y="1"/>
                  </a:lnTo>
                  <a:lnTo>
                    <a:pt x="40459" y="22"/>
                  </a:lnTo>
                  <a:lnTo>
                    <a:pt x="40858" y="64"/>
                  </a:lnTo>
                  <a:lnTo>
                    <a:pt x="41258" y="148"/>
                  </a:lnTo>
                  <a:lnTo>
                    <a:pt x="41637" y="253"/>
                  </a:lnTo>
                  <a:lnTo>
                    <a:pt x="42015" y="379"/>
                  </a:lnTo>
                  <a:lnTo>
                    <a:pt x="42373" y="548"/>
                  </a:lnTo>
                  <a:lnTo>
                    <a:pt x="42731" y="737"/>
                  </a:lnTo>
                  <a:lnTo>
                    <a:pt x="43067" y="947"/>
                  </a:lnTo>
                  <a:lnTo>
                    <a:pt x="43383" y="1179"/>
                  </a:lnTo>
                  <a:lnTo>
                    <a:pt x="43678" y="1452"/>
                  </a:lnTo>
                  <a:lnTo>
                    <a:pt x="43951" y="1726"/>
                  </a:lnTo>
                  <a:lnTo>
                    <a:pt x="44225" y="2041"/>
                  </a:lnTo>
                  <a:lnTo>
                    <a:pt x="44456" y="2357"/>
                  </a:lnTo>
                  <a:lnTo>
                    <a:pt x="44666" y="2694"/>
                  </a:lnTo>
                  <a:lnTo>
                    <a:pt x="44856" y="3072"/>
                  </a:lnTo>
                  <a:lnTo>
                    <a:pt x="45003" y="3451"/>
                  </a:lnTo>
                  <a:lnTo>
                    <a:pt x="49190" y="1451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39"/>
            <p:cNvSpPr/>
            <p:nvPr/>
          </p:nvSpPr>
          <p:spPr>
            <a:xfrm>
              <a:off x="6442225" y="3399800"/>
              <a:ext cx="397125" cy="362950"/>
            </a:xfrm>
            <a:custGeom>
              <a:avLst/>
              <a:gdLst/>
              <a:ahLst/>
              <a:cxnLst/>
              <a:rect l="l" t="t" r="r" b="b"/>
              <a:pathLst>
                <a:path w="15885" h="14518" extrusionOk="0">
                  <a:moveTo>
                    <a:pt x="7196" y="1"/>
                  </a:moveTo>
                  <a:lnTo>
                    <a:pt x="1" y="14517"/>
                  </a:lnTo>
                  <a:lnTo>
                    <a:pt x="8690" y="14517"/>
                  </a:lnTo>
                  <a:lnTo>
                    <a:pt x="15885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39"/>
            <p:cNvSpPr/>
            <p:nvPr/>
          </p:nvSpPr>
          <p:spPr>
            <a:xfrm>
              <a:off x="6442225" y="3399800"/>
              <a:ext cx="397125" cy="362950"/>
            </a:xfrm>
            <a:custGeom>
              <a:avLst/>
              <a:gdLst/>
              <a:ahLst/>
              <a:cxnLst/>
              <a:rect l="l" t="t" r="r" b="b"/>
              <a:pathLst>
                <a:path w="15885" h="14518" fill="none" extrusionOk="0">
                  <a:moveTo>
                    <a:pt x="15885" y="1"/>
                  </a:moveTo>
                  <a:lnTo>
                    <a:pt x="7196" y="1"/>
                  </a:lnTo>
                  <a:lnTo>
                    <a:pt x="1" y="14517"/>
                  </a:lnTo>
                  <a:lnTo>
                    <a:pt x="8690" y="14517"/>
                  </a:lnTo>
                  <a:lnTo>
                    <a:pt x="1588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39"/>
            <p:cNvSpPr/>
            <p:nvPr/>
          </p:nvSpPr>
          <p:spPr>
            <a:xfrm>
              <a:off x="6809350" y="3399800"/>
              <a:ext cx="293000" cy="362950"/>
            </a:xfrm>
            <a:custGeom>
              <a:avLst/>
              <a:gdLst/>
              <a:ahLst/>
              <a:cxnLst/>
              <a:rect l="l" t="t" r="r" b="b"/>
              <a:pathLst>
                <a:path w="11720" h="14518" extrusionOk="0">
                  <a:moveTo>
                    <a:pt x="7196" y="1"/>
                  </a:moveTo>
                  <a:lnTo>
                    <a:pt x="1" y="14517"/>
                  </a:lnTo>
                  <a:lnTo>
                    <a:pt x="4524" y="14517"/>
                  </a:lnTo>
                  <a:lnTo>
                    <a:pt x="11719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39"/>
            <p:cNvSpPr/>
            <p:nvPr/>
          </p:nvSpPr>
          <p:spPr>
            <a:xfrm>
              <a:off x="6809350" y="3399800"/>
              <a:ext cx="293000" cy="362950"/>
            </a:xfrm>
            <a:custGeom>
              <a:avLst/>
              <a:gdLst/>
              <a:ahLst/>
              <a:cxnLst/>
              <a:rect l="l" t="t" r="r" b="b"/>
              <a:pathLst>
                <a:path w="11720" h="14518" fill="none" extrusionOk="0">
                  <a:moveTo>
                    <a:pt x="11719" y="1"/>
                  </a:moveTo>
                  <a:lnTo>
                    <a:pt x="7196" y="1"/>
                  </a:lnTo>
                  <a:lnTo>
                    <a:pt x="1" y="14517"/>
                  </a:lnTo>
                  <a:lnTo>
                    <a:pt x="4524" y="14517"/>
                  </a:lnTo>
                  <a:lnTo>
                    <a:pt x="1171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39"/>
            <p:cNvSpPr/>
            <p:nvPr/>
          </p:nvSpPr>
          <p:spPr>
            <a:xfrm>
              <a:off x="6129800" y="3937350"/>
              <a:ext cx="1371225" cy="176750"/>
            </a:xfrm>
            <a:custGeom>
              <a:avLst/>
              <a:gdLst/>
              <a:ahLst/>
              <a:cxnLst/>
              <a:rect l="l" t="t" r="r" b="b"/>
              <a:pathLst>
                <a:path w="54849" h="7070" extrusionOk="0">
                  <a:moveTo>
                    <a:pt x="3556" y="0"/>
                  </a:moveTo>
                  <a:lnTo>
                    <a:pt x="3177" y="21"/>
                  </a:lnTo>
                  <a:lnTo>
                    <a:pt x="2841" y="63"/>
                  </a:lnTo>
                  <a:lnTo>
                    <a:pt x="2504" y="169"/>
                  </a:lnTo>
                  <a:lnTo>
                    <a:pt x="2168" y="274"/>
                  </a:lnTo>
                  <a:lnTo>
                    <a:pt x="1873" y="421"/>
                  </a:lnTo>
                  <a:lnTo>
                    <a:pt x="1578" y="610"/>
                  </a:lnTo>
                  <a:lnTo>
                    <a:pt x="1305" y="821"/>
                  </a:lnTo>
                  <a:lnTo>
                    <a:pt x="1052" y="1031"/>
                  </a:lnTo>
                  <a:lnTo>
                    <a:pt x="821" y="1284"/>
                  </a:lnTo>
                  <a:lnTo>
                    <a:pt x="611" y="1557"/>
                  </a:lnTo>
                  <a:lnTo>
                    <a:pt x="442" y="1852"/>
                  </a:lnTo>
                  <a:lnTo>
                    <a:pt x="295" y="2167"/>
                  </a:lnTo>
                  <a:lnTo>
                    <a:pt x="169" y="2483"/>
                  </a:lnTo>
                  <a:lnTo>
                    <a:pt x="85" y="2820"/>
                  </a:lnTo>
                  <a:lnTo>
                    <a:pt x="22" y="3177"/>
                  </a:lnTo>
                  <a:lnTo>
                    <a:pt x="1" y="3535"/>
                  </a:lnTo>
                  <a:lnTo>
                    <a:pt x="22" y="3892"/>
                  </a:lnTo>
                  <a:lnTo>
                    <a:pt x="85" y="4250"/>
                  </a:lnTo>
                  <a:lnTo>
                    <a:pt x="169" y="4587"/>
                  </a:lnTo>
                  <a:lnTo>
                    <a:pt x="295" y="4902"/>
                  </a:lnTo>
                  <a:lnTo>
                    <a:pt x="442" y="5218"/>
                  </a:lnTo>
                  <a:lnTo>
                    <a:pt x="611" y="5512"/>
                  </a:lnTo>
                  <a:lnTo>
                    <a:pt x="821" y="5786"/>
                  </a:lnTo>
                  <a:lnTo>
                    <a:pt x="1052" y="6038"/>
                  </a:lnTo>
                  <a:lnTo>
                    <a:pt x="1305" y="6270"/>
                  </a:lnTo>
                  <a:lnTo>
                    <a:pt x="1578" y="6480"/>
                  </a:lnTo>
                  <a:lnTo>
                    <a:pt x="1873" y="6649"/>
                  </a:lnTo>
                  <a:lnTo>
                    <a:pt x="2168" y="6796"/>
                  </a:lnTo>
                  <a:lnTo>
                    <a:pt x="2504" y="6922"/>
                  </a:lnTo>
                  <a:lnTo>
                    <a:pt x="2841" y="7006"/>
                  </a:lnTo>
                  <a:lnTo>
                    <a:pt x="3177" y="7048"/>
                  </a:lnTo>
                  <a:lnTo>
                    <a:pt x="3556" y="7069"/>
                  </a:lnTo>
                  <a:lnTo>
                    <a:pt x="51314" y="7069"/>
                  </a:lnTo>
                  <a:lnTo>
                    <a:pt x="51672" y="7048"/>
                  </a:lnTo>
                  <a:lnTo>
                    <a:pt x="52030" y="7006"/>
                  </a:lnTo>
                  <a:lnTo>
                    <a:pt x="52366" y="6922"/>
                  </a:lnTo>
                  <a:lnTo>
                    <a:pt x="52682" y="6796"/>
                  </a:lnTo>
                  <a:lnTo>
                    <a:pt x="52997" y="6649"/>
                  </a:lnTo>
                  <a:lnTo>
                    <a:pt x="53292" y="6480"/>
                  </a:lnTo>
                  <a:lnTo>
                    <a:pt x="53566" y="6270"/>
                  </a:lnTo>
                  <a:lnTo>
                    <a:pt x="53818" y="6038"/>
                  </a:lnTo>
                  <a:lnTo>
                    <a:pt x="54049" y="5786"/>
                  </a:lnTo>
                  <a:lnTo>
                    <a:pt x="54239" y="5512"/>
                  </a:lnTo>
                  <a:lnTo>
                    <a:pt x="54428" y="5218"/>
                  </a:lnTo>
                  <a:lnTo>
                    <a:pt x="54575" y="4902"/>
                  </a:lnTo>
                  <a:lnTo>
                    <a:pt x="54681" y="4587"/>
                  </a:lnTo>
                  <a:lnTo>
                    <a:pt x="54786" y="4250"/>
                  </a:lnTo>
                  <a:lnTo>
                    <a:pt x="54828" y="3892"/>
                  </a:lnTo>
                  <a:lnTo>
                    <a:pt x="54849" y="3535"/>
                  </a:lnTo>
                  <a:lnTo>
                    <a:pt x="54828" y="3177"/>
                  </a:lnTo>
                  <a:lnTo>
                    <a:pt x="54786" y="2820"/>
                  </a:lnTo>
                  <a:lnTo>
                    <a:pt x="54681" y="2483"/>
                  </a:lnTo>
                  <a:lnTo>
                    <a:pt x="54575" y="2167"/>
                  </a:lnTo>
                  <a:lnTo>
                    <a:pt x="54428" y="1852"/>
                  </a:lnTo>
                  <a:lnTo>
                    <a:pt x="54239" y="1557"/>
                  </a:lnTo>
                  <a:lnTo>
                    <a:pt x="54049" y="1284"/>
                  </a:lnTo>
                  <a:lnTo>
                    <a:pt x="53818" y="1031"/>
                  </a:lnTo>
                  <a:lnTo>
                    <a:pt x="53566" y="821"/>
                  </a:lnTo>
                  <a:lnTo>
                    <a:pt x="53292" y="610"/>
                  </a:lnTo>
                  <a:lnTo>
                    <a:pt x="52997" y="421"/>
                  </a:lnTo>
                  <a:lnTo>
                    <a:pt x="52682" y="274"/>
                  </a:lnTo>
                  <a:lnTo>
                    <a:pt x="52366" y="169"/>
                  </a:lnTo>
                  <a:lnTo>
                    <a:pt x="52030" y="63"/>
                  </a:lnTo>
                  <a:lnTo>
                    <a:pt x="51672" y="21"/>
                  </a:lnTo>
                  <a:lnTo>
                    <a:pt x="51314" y="0"/>
                  </a:lnTo>
                  <a:close/>
                </a:path>
              </a:pathLst>
            </a:custGeom>
            <a:solidFill>
              <a:srgbClr val="DDA216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39"/>
            <p:cNvSpPr/>
            <p:nvPr/>
          </p:nvSpPr>
          <p:spPr>
            <a:xfrm>
              <a:off x="6351225" y="4185075"/>
              <a:ext cx="946250" cy="44200"/>
            </a:xfrm>
            <a:custGeom>
              <a:avLst/>
              <a:gdLst/>
              <a:ahLst/>
              <a:cxnLst/>
              <a:rect l="l" t="t" r="r" b="b"/>
              <a:pathLst>
                <a:path w="37850" h="1768" extrusionOk="0">
                  <a:moveTo>
                    <a:pt x="885" y="1"/>
                  </a:moveTo>
                  <a:lnTo>
                    <a:pt x="695" y="22"/>
                  </a:lnTo>
                  <a:lnTo>
                    <a:pt x="548" y="64"/>
                  </a:lnTo>
                  <a:lnTo>
                    <a:pt x="380" y="148"/>
                  </a:lnTo>
                  <a:lnTo>
                    <a:pt x="253" y="253"/>
                  </a:lnTo>
                  <a:lnTo>
                    <a:pt x="148" y="379"/>
                  </a:lnTo>
                  <a:lnTo>
                    <a:pt x="64" y="548"/>
                  </a:lnTo>
                  <a:lnTo>
                    <a:pt x="22" y="716"/>
                  </a:lnTo>
                  <a:lnTo>
                    <a:pt x="1" y="884"/>
                  </a:lnTo>
                  <a:lnTo>
                    <a:pt x="22" y="1053"/>
                  </a:lnTo>
                  <a:lnTo>
                    <a:pt x="64" y="1221"/>
                  </a:lnTo>
                  <a:lnTo>
                    <a:pt x="148" y="1368"/>
                  </a:lnTo>
                  <a:lnTo>
                    <a:pt x="253" y="1515"/>
                  </a:lnTo>
                  <a:lnTo>
                    <a:pt x="380" y="1621"/>
                  </a:lnTo>
                  <a:lnTo>
                    <a:pt x="548" y="1705"/>
                  </a:lnTo>
                  <a:lnTo>
                    <a:pt x="695" y="1747"/>
                  </a:lnTo>
                  <a:lnTo>
                    <a:pt x="885" y="1768"/>
                  </a:lnTo>
                  <a:lnTo>
                    <a:pt x="36966" y="1768"/>
                  </a:lnTo>
                  <a:lnTo>
                    <a:pt x="37156" y="1747"/>
                  </a:lnTo>
                  <a:lnTo>
                    <a:pt x="37324" y="1705"/>
                  </a:lnTo>
                  <a:lnTo>
                    <a:pt x="37471" y="1621"/>
                  </a:lnTo>
                  <a:lnTo>
                    <a:pt x="37597" y="1515"/>
                  </a:lnTo>
                  <a:lnTo>
                    <a:pt x="37703" y="1368"/>
                  </a:lnTo>
                  <a:lnTo>
                    <a:pt x="37787" y="1221"/>
                  </a:lnTo>
                  <a:lnTo>
                    <a:pt x="37829" y="1053"/>
                  </a:lnTo>
                  <a:lnTo>
                    <a:pt x="37850" y="884"/>
                  </a:lnTo>
                  <a:lnTo>
                    <a:pt x="37829" y="716"/>
                  </a:lnTo>
                  <a:lnTo>
                    <a:pt x="37787" y="548"/>
                  </a:lnTo>
                  <a:lnTo>
                    <a:pt x="37703" y="379"/>
                  </a:lnTo>
                  <a:lnTo>
                    <a:pt x="37597" y="253"/>
                  </a:lnTo>
                  <a:lnTo>
                    <a:pt x="37471" y="148"/>
                  </a:lnTo>
                  <a:lnTo>
                    <a:pt x="37324" y="64"/>
                  </a:lnTo>
                  <a:lnTo>
                    <a:pt x="37156" y="22"/>
                  </a:lnTo>
                  <a:lnTo>
                    <a:pt x="36966" y="1"/>
                  </a:lnTo>
                  <a:close/>
                </a:path>
              </a:pathLst>
            </a:custGeom>
            <a:solidFill>
              <a:srgbClr val="DDA216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39"/>
            <p:cNvSpPr/>
            <p:nvPr/>
          </p:nvSpPr>
          <p:spPr>
            <a:xfrm>
              <a:off x="6351225" y="4255550"/>
              <a:ext cx="946250" cy="44750"/>
            </a:xfrm>
            <a:custGeom>
              <a:avLst/>
              <a:gdLst/>
              <a:ahLst/>
              <a:cxnLst/>
              <a:rect l="l" t="t" r="r" b="b"/>
              <a:pathLst>
                <a:path w="37850" h="1790" extrusionOk="0">
                  <a:moveTo>
                    <a:pt x="885" y="1"/>
                  </a:moveTo>
                  <a:lnTo>
                    <a:pt x="695" y="22"/>
                  </a:lnTo>
                  <a:lnTo>
                    <a:pt x="548" y="85"/>
                  </a:lnTo>
                  <a:lnTo>
                    <a:pt x="380" y="169"/>
                  </a:lnTo>
                  <a:lnTo>
                    <a:pt x="253" y="274"/>
                  </a:lnTo>
                  <a:lnTo>
                    <a:pt x="148" y="401"/>
                  </a:lnTo>
                  <a:lnTo>
                    <a:pt x="64" y="548"/>
                  </a:lnTo>
                  <a:lnTo>
                    <a:pt x="22" y="716"/>
                  </a:lnTo>
                  <a:lnTo>
                    <a:pt x="1" y="884"/>
                  </a:lnTo>
                  <a:lnTo>
                    <a:pt x="22" y="1074"/>
                  </a:lnTo>
                  <a:lnTo>
                    <a:pt x="64" y="1242"/>
                  </a:lnTo>
                  <a:lnTo>
                    <a:pt x="148" y="1389"/>
                  </a:lnTo>
                  <a:lnTo>
                    <a:pt x="253" y="1516"/>
                  </a:lnTo>
                  <a:lnTo>
                    <a:pt x="380" y="1621"/>
                  </a:lnTo>
                  <a:lnTo>
                    <a:pt x="548" y="1705"/>
                  </a:lnTo>
                  <a:lnTo>
                    <a:pt x="695" y="1768"/>
                  </a:lnTo>
                  <a:lnTo>
                    <a:pt x="885" y="1789"/>
                  </a:lnTo>
                  <a:lnTo>
                    <a:pt x="36966" y="1789"/>
                  </a:lnTo>
                  <a:lnTo>
                    <a:pt x="37156" y="1768"/>
                  </a:lnTo>
                  <a:lnTo>
                    <a:pt x="37324" y="1705"/>
                  </a:lnTo>
                  <a:lnTo>
                    <a:pt x="37471" y="1621"/>
                  </a:lnTo>
                  <a:lnTo>
                    <a:pt x="37597" y="1516"/>
                  </a:lnTo>
                  <a:lnTo>
                    <a:pt x="37703" y="1389"/>
                  </a:lnTo>
                  <a:lnTo>
                    <a:pt x="37787" y="1242"/>
                  </a:lnTo>
                  <a:lnTo>
                    <a:pt x="37829" y="1074"/>
                  </a:lnTo>
                  <a:lnTo>
                    <a:pt x="37850" y="884"/>
                  </a:lnTo>
                  <a:lnTo>
                    <a:pt x="37829" y="716"/>
                  </a:lnTo>
                  <a:lnTo>
                    <a:pt x="37787" y="548"/>
                  </a:lnTo>
                  <a:lnTo>
                    <a:pt x="37703" y="401"/>
                  </a:lnTo>
                  <a:lnTo>
                    <a:pt x="37597" y="274"/>
                  </a:lnTo>
                  <a:lnTo>
                    <a:pt x="37471" y="169"/>
                  </a:lnTo>
                  <a:lnTo>
                    <a:pt x="37324" y="85"/>
                  </a:lnTo>
                  <a:lnTo>
                    <a:pt x="37156" y="22"/>
                  </a:lnTo>
                  <a:lnTo>
                    <a:pt x="36966" y="1"/>
                  </a:lnTo>
                  <a:close/>
                </a:path>
              </a:pathLst>
            </a:custGeom>
            <a:solidFill>
              <a:srgbClr val="DDA216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39"/>
            <p:cNvSpPr/>
            <p:nvPr/>
          </p:nvSpPr>
          <p:spPr>
            <a:xfrm>
              <a:off x="6112450" y="4176125"/>
              <a:ext cx="194625" cy="124175"/>
            </a:xfrm>
            <a:custGeom>
              <a:avLst/>
              <a:gdLst/>
              <a:ahLst/>
              <a:cxnLst/>
              <a:rect l="l" t="t" r="r" b="b"/>
              <a:pathLst>
                <a:path w="7785" h="4967" extrusionOk="0">
                  <a:moveTo>
                    <a:pt x="2462" y="1"/>
                  </a:moveTo>
                  <a:lnTo>
                    <a:pt x="2209" y="22"/>
                  </a:lnTo>
                  <a:lnTo>
                    <a:pt x="1978" y="43"/>
                  </a:lnTo>
                  <a:lnTo>
                    <a:pt x="1746" y="106"/>
                  </a:lnTo>
                  <a:lnTo>
                    <a:pt x="1515" y="190"/>
                  </a:lnTo>
                  <a:lnTo>
                    <a:pt x="1284" y="295"/>
                  </a:lnTo>
                  <a:lnTo>
                    <a:pt x="1094" y="422"/>
                  </a:lnTo>
                  <a:lnTo>
                    <a:pt x="905" y="569"/>
                  </a:lnTo>
                  <a:lnTo>
                    <a:pt x="716" y="737"/>
                  </a:lnTo>
                  <a:lnTo>
                    <a:pt x="568" y="906"/>
                  </a:lnTo>
                  <a:lnTo>
                    <a:pt x="421" y="1095"/>
                  </a:lnTo>
                  <a:lnTo>
                    <a:pt x="295" y="1305"/>
                  </a:lnTo>
                  <a:lnTo>
                    <a:pt x="190" y="1516"/>
                  </a:lnTo>
                  <a:lnTo>
                    <a:pt x="105" y="1747"/>
                  </a:lnTo>
                  <a:lnTo>
                    <a:pt x="42" y="1979"/>
                  </a:lnTo>
                  <a:lnTo>
                    <a:pt x="0" y="2231"/>
                  </a:lnTo>
                  <a:lnTo>
                    <a:pt x="0" y="2484"/>
                  </a:lnTo>
                  <a:lnTo>
                    <a:pt x="0" y="2736"/>
                  </a:lnTo>
                  <a:lnTo>
                    <a:pt x="42" y="2967"/>
                  </a:lnTo>
                  <a:lnTo>
                    <a:pt x="105" y="3220"/>
                  </a:lnTo>
                  <a:lnTo>
                    <a:pt x="190" y="3451"/>
                  </a:lnTo>
                  <a:lnTo>
                    <a:pt x="295" y="3662"/>
                  </a:lnTo>
                  <a:lnTo>
                    <a:pt x="421" y="3872"/>
                  </a:lnTo>
                  <a:lnTo>
                    <a:pt x="568" y="4061"/>
                  </a:lnTo>
                  <a:lnTo>
                    <a:pt x="716" y="4230"/>
                  </a:lnTo>
                  <a:lnTo>
                    <a:pt x="905" y="4398"/>
                  </a:lnTo>
                  <a:lnTo>
                    <a:pt x="1094" y="4524"/>
                  </a:lnTo>
                  <a:lnTo>
                    <a:pt x="1284" y="4651"/>
                  </a:lnTo>
                  <a:lnTo>
                    <a:pt x="1515" y="4756"/>
                  </a:lnTo>
                  <a:lnTo>
                    <a:pt x="1746" y="4840"/>
                  </a:lnTo>
                  <a:lnTo>
                    <a:pt x="1978" y="4903"/>
                  </a:lnTo>
                  <a:lnTo>
                    <a:pt x="2209" y="4945"/>
                  </a:lnTo>
                  <a:lnTo>
                    <a:pt x="2462" y="4966"/>
                  </a:lnTo>
                  <a:lnTo>
                    <a:pt x="5302" y="4966"/>
                  </a:lnTo>
                  <a:lnTo>
                    <a:pt x="5555" y="4945"/>
                  </a:lnTo>
                  <a:lnTo>
                    <a:pt x="5807" y="4903"/>
                  </a:lnTo>
                  <a:lnTo>
                    <a:pt x="6038" y="4840"/>
                  </a:lnTo>
                  <a:lnTo>
                    <a:pt x="6270" y="4756"/>
                  </a:lnTo>
                  <a:lnTo>
                    <a:pt x="6480" y="4651"/>
                  </a:lnTo>
                  <a:lnTo>
                    <a:pt x="6691" y="4524"/>
                  </a:lnTo>
                  <a:lnTo>
                    <a:pt x="6880" y="4398"/>
                  </a:lnTo>
                  <a:lnTo>
                    <a:pt x="7048" y="4230"/>
                  </a:lnTo>
                  <a:lnTo>
                    <a:pt x="7217" y="4061"/>
                  </a:lnTo>
                  <a:lnTo>
                    <a:pt x="7364" y="3872"/>
                  </a:lnTo>
                  <a:lnTo>
                    <a:pt x="7469" y="3662"/>
                  </a:lnTo>
                  <a:lnTo>
                    <a:pt x="7574" y="3451"/>
                  </a:lnTo>
                  <a:lnTo>
                    <a:pt x="7658" y="3220"/>
                  </a:lnTo>
                  <a:lnTo>
                    <a:pt x="7722" y="2967"/>
                  </a:lnTo>
                  <a:lnTo>
                    <a:pt x="7764" y="2736"/>
                  </a:lnTo>
                  <a:lnTo>
                    <a:pt x="7785" y="2484"/>
                  </a:lnTo>
                  <a:lnTo>
                    <a:pt x="7764" y="2231"/>
                  </a:lnTo>
                  <a:lnTo>
                    <a:pt x="7722" y="1979"/>
                  </a:lnTo>
                  <a:lnTo>
                    <a:pt x="7658" y="1747"/>
                  </a:lnTo>
                  <a:lnTo>
                    <a:pt x="7574" y="1516"/>
                  </a:lnTo>
                  <a:lnTo>
                    <a:pt x="7469" y="1305"/>
                  </a:lnTo>
                  <a:lnTo>
                    <a:pt x="7364" y="1095"/>
                  </a:lnTo>
                  <a:lnTo>
                    <a:pt x="7217" y="906"/>
                  </a:lnTo>
                  <a:lnTo>
                    <a:pt x="7048" y="737"/>
                  </a:lnTo>
                  <a:lnTo>
                    <a:pt x="6880" y="569"/>
                  </a:lnTo>
                  <a:lnTo>
                    <a:pt x="6691" y="422"/>
                  </a:lnTo>
                  <a:lnTo>
                    <a:pt x="6480" y="295"/>
                  </a:lnTo>
                  <a:lnTo>
                    <a:pt x="6270" y="190"/>
                  </a:lnTo>
                  <a:lnTo>
                    <a:pt x="6038" y="106"/>
                  </a:lnTo>
                  <a:lnTo>
                    <a:pt x="5807" y="43"/>
                  </a:lnTo>
                  <a:lnTo>
                    <a:pt x="5555" y="22"/>
                  </a:lnTo>
                  <a:lnTo>
                    <a:pt x="5302" y="1"/>
                  </a:lnTo>
                  <a:close/>
                </a:path>
              </a:pathLst>
            </a:custGeom>
            <a:solidFill>
              <a:srgbClr val="DDA216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39"/>
            <p:cNvSpPr/>
            <p:nvPr/>
          </p:nvSpPr>
          <p:spPr>
            <a:xfrm>
              <a:off x="7333225" y="4176125"/>
              <a:ext cx="194625" cy="124175"/>
            </a:xfrm>
            <a:custGeom>
              <a:avLst/>
              <a:gdLst/>
              <a:ahLst/>
              <a:cxnLst/>
              <a:rect l="l" t="t" r="r" b="b"/>
              <a:pathLst>
                <a:path w="7785" h="4967" extrusionOk="0">
                  <a:moveTo>
                    <a:pt x="2462" y="1"/>
                  </a:moveTo>
                  <a:lnTo>
                    <a:pt x="2210" y="22"/>
                  </a:lnTo>
                  <a:lnTo>
                    <a:pt x="1978" y="43"/>
                  </a:lnTo>
                  <a:lnTo>
                    <a:pt x="1726" y="106"/>
                  </a:lnTo>
                  <a:lnTo>
                    <a:pt x="1515" y="190"/>
                  </a:lnTo>
                  <a:lnTo>
                    <a:pt x="1284" y="295"/>
                  </a:lnTo>
                  <a:lnTo>
                    <a:pt x="1095" y="422"/>
                  </a:lnTo>
                  <a:lnTo>
                    <a:pt x="884" y="569"/>
                  </a:lnTo>
                  <a:lnTo>
                    <a:pt x="716" y="737"/>
                  </a:lnTo>
                  <a:lnTo>
                    <a:pt x="569" y="906"/>
                  </a:lnTo>
                  <a:lnTo>
                    <a:pt x="421" y="1095"/>
                  </a:lnTo>
                  <a:lnTo>
                    <a:pt x="295" y="1305"/>
                  </a:lnTo>
                  <a:lnTo>
                    <a:pt x="190" y="1516"/>
                  </a:lnTo>
                  <a:lnTo>
                    <a:pt x="106" y="1747"/>
                  </a:lnTo>
                  <a:lnTo>
                    <a:pt x="43" y="1979"/>
                  </a:lnTo>
                  <a:lnTo>
                    <a:pt x="1" y="2231"/>
                  </a:lnTo>
                  <a:lnTo>
                    <a:pt x="1" y="2484"/>
                  </a:lnTo>
                  <a:lnTo>
                    <a:pt x="1" y="2736"/>
                  </a:lnTo>
                  <a:lnTo>
                    <a:pt x="43" y="2967"/>
                  </a:lnTo>
                  <a:lnTo>
                    <a:pt x="106" y="3220"/>
                  </a:lnTo>
                  <a:lnTo>
                    <a:pt x="190" y="3451"/>
                  </a:lnTo>
                  <a:lnTo>
                    <a:pt x="295" y="3662"/>
                  </a:lnTo>
                  <a:lnTo>
                    <a:pt x="421" y="3872"/>
                  </a:lnTo>
                  <a:lnTo>
                    <a:pt x="569" y="4061"/>
                  </a:lnTo>
                  <a:lnTo>
                    <a:pt x="716" y="4230"/>
                  </a:lnTo>
                  <a:lnTo>
                    <a:pt x="884" y="4398"/>
                  </a:lnTo>
                  <a:lnTo>
                    <a:pt x="1095" y="4524"/>
                  </a:lnTo>
                  <a:lnTo>
                    <a:pt x="1284" y="4651"/>
                  </a:lnTo>
                  <a:lnTo>
                    <a:pt x="1515" y="4756"/>
                  </a:lnTo>
                  <a:lnTo>
                    <a:pt x="1726" y="4840"/>
                  </a:lnTo>
                  <a:lnTo>
                    <a:pt x="1978" y="4903"/>
                  </a:lnTo>
                  <a:lnTo>
                    <a:pt x="2210" y="4945"/>
                  </a:lnTo>
                  <a:lnTo>
                    <a:pt x="2462" y="4966"/>
                  </a:lnTo>
                  <a:lnTo>
                    <a:pt x="5302" y="4966"/>
                  </a:lnTo>
                  <a:lnTo>
                    <a:pt x="5555" y="4945"/>
                  </a:lnTo>
                  <a:lnTo>
                    <a:pt x="5786" y="4903"/>
                  </a:lnTo>
                  <a:lnTo>
                    <a:pt x="6039" y="4840"/>
                  </a:lnTo>
                  <a:lnTo>
                    <a:pt x="6270" y="4756"/>
                  </a:lnTo>
                  <a:lnTo>
                    <a:pt x="6480" y="4651"/>
                  </a:lnTo>
                  <a:lnTo>
                    <a:pt x="6670" y="4524"/>
                  </a:lnTo>
                  <a:lnTo>
                    <a:pt x="6880" y="4398"/>
                  </a:lnTo>
                  <a:lnTo>
                    <a:pt x="7049" y="4230"/>
                  </a:lnTo>
                  <a:lnTo>
                    <a:pt x="7217" y="4061"/>
                  </a:lnTo>
                  <a:lnTo>
                    <a:pt x="7343" y="3872"/>
                  </a:lnTo>
                  <a:lnTo>
                    <a:pt x="7469" y="3662"/>
                  </a:lnTo>
                  <a:lnTo>
                    <a:pt x="7575" y="3451"/>
                  </a:lnTo>
                  <a:lnTo>
                    <a:pt x="7659" y="3220"/>
                  </a:lnTo>
                  <a:lnTo>
                    <a:pt x="7722" y="2967"/>
                  </a:lnTo>
                  <a:lnTo>
                    <a:pt x="7764" y="2736"/>
                  </a:lnTo>
                  <a:lnTo>
                    <a:pt x="7785" y="2484"/>
                  </a:lnTo>
                  <a:lnTo>
                    <a:pt x="7764" y="2231"/>
                  </a:lnTo>
                  <a:lnTo>
                    <a:pt x="7722" y="1979"/>
                  </a:lnTo>
                  <a:lnTo>
                    <a:pt x="7659" y="1747"/>
                  </a:lnTo>
                  <a:lnTo>
                    <a:pt x="7575" y="1516"/>
                  </a:lnTo>
                  <a:lnTo>
                    <a:pt x="7469" y="1305"/>
                  </a:lnTo>
                  <a:lnTo>
                    <a:pt x="7343" y="1095"/>
                  </a:lnTo>
                  <a:lnTo>
                    <a:pt x="7217" y="906"/>
                  </a:lnTo>
                  <a:lnTo>
                    <a:pt x="7049" y="737"/>
                  </a:lnTo>
                  <a:lnTo>
                    <a:pt x="6880" y="569"/>
                  </a:lnTo>
                  <a:lnTo>
                    <a:pt x="6670" y="422"/>
                  </a:lnTo>
                  <a:lnTo>
                    <a:pt x="6480" y="295"/>
                  </a:lnTo>
                  <a:lnTo>
                    <a:pt x="6270" y="190"/>
                  </a:lnTo>
                  <a:lnTo>
                    <a:pt x="6039" y="106"/>
                  </a:lnTo>
                  <a:lnTo>
                    <a:pt x="5786" y="43"/>
                  </a:lnTo>
                  <a:lnTo>
                    <a:pt x="5555" y="22"/>
                  </a:lnTo>
                  <a:lnTo>
                    <a:pt x="5302" y="1"/>
                  </a:lnTo>
                  <a:close/>
                </a:path>
              </a:pathLst>
            </a:custGeom>
            <a:solidFill>
              <a:srgbClr val="DDA216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39"/>
            <p:cNvSpPr/>
            <p:nvPr/>
          </p:nvSpPr>
          <p:spPr>
            <a:xfrm>
              <a:off x="6165575" y="3955225"/>
              <a:ext cx="141500" cy="141525"/>
            </a:xfrm>
            <a:custGeom>
              <a:avLst/>
              <a:gdLst/>
              <a:ahLst/>
              <a:cxnLst/>
              <a:rect l="l" t="t" r="r" b="b"/>
              <a:pathLst>
                <a:path w="5660" h="5661" extrusionOk="0">
                  <a:moveTo>
                    <a:pt x="2525" y="1"/>
                  </a:moveTo>
                  <a:lnTo>
                    <a:pt x="2251" y="43"/>
                  </a:lnTo>
                  <a:lnTo>
                    <a:pt x="1978" y="127"/>
                  </a:lnTo>
                  <a:lnTo>
                    <a:pt x="1725" y="211"/>
                  </a:lnTo>
                  <a:lnTo>
                    <a:pt x="1473" y="337"/>
                  </a:lnTo>
                  <a:lnTo>
                    <a:pt x="1241" y="485"/>
                  </a:lnTo>
                  <a:lnTo>
                    <a:pt x="1031" y="632"/>
                  </a:lnTo>
                  <a:lnTo>
                    <a:pt x="821" y="821"/>
                  </a:lnTo>
                  <a:lnTo>
                    <a:pt x="631" y="1032"/>
                  </a:lnTo>
                  <a:lnTo>
                    <a:pt x="484" y="1242"/>
                  </a:lnTo>
                  <a:lnTo>
                    <a:pt x="337" y="1473"/>
                  </a:lnTo>
                  <a:lnTo>
                    <a:pt x="211" y="1726"/>
                  </a:lnTo>
                  <a:lnTo>
                    <a:pt x="126" y="1978"/>
                  </a:lnTo>
                  <a:lnTo>
                    <a:pt x="42" y="2252"/>
                  </a:lnTo>
                  <a:lnTo>
                    <a:pt x="0" y="2525"/>
                  </a:lnTo>
                  <a:lnTo>
                    <a:pt x="0" y="2820"/>
                  </a:lnTo>
                  <a:lnTo>
                    <a:pt x="0" y="3114"/>
                  </a:lnTo>
                  <a:lnTo>
                    <a:pt x="42" y="3388"/>
                  </a:lnTo>
                  <a:lnTo>
                    <a:pt x="126" y="3661"/>
                  </a:lnTo>
                  <a:lnTo>
                    <a:pt x="211" y="3935"/>
                  </a:lnTo>
                  <a:lnTo>
                    <a:pt x="337" y="4166"/>
                  </a:lnTo>
                  <a:lnTo>
                    <a:pt x="484" y="4398"/>
                  </a:lnTo>
                  <a:lnTo>
                    <a:pt x="631" y="4629"/>
                  </a:lnTo>
                  <a:lnTo>
                    <a:pt x="821" y="4819"/>
                  </a:lnTo>
                  <a:lnTo>
                    <a:pt x="1031" y="5008"/>
                  </a:lnTo>
                  <a:lnTo>
                    <a:pt x="1241" y="5176"/>
                  </a:lnTo>
                  <a:lnTo>
                    <a:pt x="1473" y="5302"/>
                  </a:lnTo>
                  <a:lnTo>
                    <a:pt x="1725" y="5429"/>
                  </a:lnTo>
                  <a:lnTo>
                    <a:pt x="1978" y="5534"/>
                  </a:lnTo>
                  <a:lnTo>
                    <a:pt x="2251" y="5597"/>
                  </a:lnTo>
                  <a:lnTo>
                    <a:pt x="2525" y="5639"/>
                  </a:lnTo>
                  <a:lnTo>
                    <a:pt x="2819" y="5660"/>
                  </a:lnTo>
                  <a:lnTo>
                    <a:pt x="3114" y="5639"/>
                  </a:lnTo>
                  <a:lnTo>
                    <a:pt x="3387" y="5597"/>
                  </a:lnTo>
                  <a:lnTo>
                    <a:pt x="3661" y="5534"/>
                  </a:lnTo>
                  <a:lnTo>
                    <a:pt x="3934" y="5429"/>
                  </a:lnTo>
                  <a:lnTo>
                    <a:pt x="4166" y="5302"/>
                  </a:lnTo>
                  <a:lnTo>
                    <a:pt x="4397" y="5176"/>
                  </a:lnTo>
                  <a:lnTo>
                    <a:pt x="4629" y="5008"/>
                  </a:lnTo>
                  <a:lnTo>
                    <a:pt x="4818" y="4819"/>
                  </a:lnTo>
                  <a:lnTo>
                    <a:pt x="5007" y="4629"/>
                  </a:lnTo>
                  <a:lnTo>
                    <a:pt x="5176" y="4398"/>
                  </a:lnTo>
                  <a:lnTo>
                    <a:pt x="5302" y="4166"/>
                  </a:lnTo>
                  <a:lnTo>
                    <a:pt x="5428" y="3935"/>
                  </a:lnTo>
                  <a:lnTo>
                    <a:pt x="5533" y="3661"/>
                  </a:lnTo>
                  <a:lnTo>
                    <a:pt x="5597" y="3388"/>
                  </a:lnTo>
                  <a:lnTo>
                    <a:pt x="5639" y="3114"/>
                  </a:lnTo>
                  <a:lnTo>
                    <a:pt x="5660" y="2820"/>
                  </a:lnTo>
                  <a:lnTo>
                    <a:pt x="5639" y="2525"/>
                  </a:lnTo>
                  <a:lnTo>
                    <a:pt x="5597" y="2252"/>
                  </a:lnTo>
                  <a:lnTo>
                    <a:pt x="5533" y="1978"/>
                  </a:lnTo>
                  <a:lnTo>
                    <a:pt x="5428" y="1726"/>
                  </a:lnTo>
                  <a:lnTo>
                    <a:pt x="5302" y="1473"/>
                  </a:lnTo>
                  <a:lnTo>
                    <a:pt x="5176" y="1242"/>
                  </a:lnTo>
                  <a:lnTo>
                    <a:pt x="5007" y="1032"/>
                  </a:lnTo>
                  <a:lnTo>
                    <a:pt x="4818" y="821"/>
                  </a:lnTo>
                  <a:lnTo>
                    <a:pt x="4629" y="632"/>
                  </a:lnTo>
                  <a:lnTo>
                    <a:pt x="4397" y="485"/>
                  </a:lnTo>
                  <a:lnTo>
                    <a:pt x="4166" y="337"/>
                  </a:lnTo>
                  <a:lnTo>
                    <a:pt x="3934" y="211"/>
                  </a:lnTo>
                  <a:lnTo>
                    <a:pt x="3661" y="127"/>
                  </a:lnTo>
                  <a:lnTo>
                    <a:pt x="3387" y="43"/>
                  </a:lnTo>
                  <a:lnTo>
                    <a:pt x="31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39"/>
            <p:cNvSpPr/>
            <p:nvPr/>
          </p:nvSpPr>
          <p:spPr>
            <a:xfrm>
              <a:off x="7333225" y="3955225"/>
              <a:ext cx="141500" cy="141525"/>
            </a:xfrm>
            <a:custGeom>
              <a:avLst/>
              <a:gdLst/>
              <a:ahLst/>
              <a:cxnLst/>
              <a:rect l="l" t="t" r="r" b="b"/>
              <a:pathLst>
                <a:path w="5660" h="5661" extrusionOk="0">
                  <a:moveTo>
                    <a:pt x="2525" y="1"/>
                  </a:moveTo>
                  <a:lnTo>
                    <a:pt x="2252" y="43"/>
                  </a:lnTo>
                  <a:lnTo>
                    <a:pt x="1978" y="127"/>
                  </a:lnTo>
                  <a:lnTo>
                    <a:pt x="1726" y="211"/>
                  </a:lnTo>
                  <a:lnTo>
                    <a:pt x="1473" y="337"/>
                  </a:lnTo>
                  <a:lnTo>
                    <a:pt x="1242" y="485"/>
                  </a:lnTo>
                  <a:lnTo>
                    <a:pt x="1010" y="632"/>
                  </a:lnTo>
                  <a:lnTo>
                    <a:pt x="821" y="821"/>
                  </a:lnTo>
                  <a:lnTo>
                    <a:pt x="632" y="1032"/>
                  </a:lnTo>
                  <a:lnTo>
                    <a:pt x="484" y="1242"/>
                  </a:lnTo>
                  <a:lnTo>
                    <a:pt x="337" y="1473"/>
                  </a:lnTo>
                  <a:lnTo>
                    <a:pt x="211" y="1726"/>
                  </a:lnTo>
                  <a:lnTo>
                    <a:pt x="127" y="1978"/>
                  </a:lnTo>
                  <a:lnTo>
                    <a:pt x="43" y="2252"/>
                  </a:lnTo>
                  <a:lnTo>
                    <a:pt x="1" y="2525"/>
                  </a:lnTo>
                  <a:lnTo>
                    <a:pt x="1" y="2820"/>
                  </a:lnTo>
                  <a:lnTo>
                    <a:pt x="1" y="3114"/>
                  </a:lnTo>
                  <a:lnTo>
                    <a:pt x="43" y="3388"/>
                  </a:lnTo>
                  <a:lnTo>
                    <a:pt x="127" y="3661"/>
                  </a:lnTo>
                  <a:lnTo>
                    <a:pt x="211" y="3935"/>
                  </a:lnTo>
                  <a:lnTo>
                    <a:pt x="337" y="4166"/>
                  </a:lnTo>
                  <a:lnTo>
                    <a:pt x="484" y="4398"/>
                  </a:lnTo>
                  <a:lnTo>
                    <a:pt x="632" y="4629"/>
                  </a:lnTo>
                  <a:lnTo>
                    <a:pt x="821" y="4819"/>
                  </a:lnTo>
                  <a:lnTo>
                    <a:pt x="1010" y="5008"/>
                  </a:lnTo>
                  <a:lnTo>
                    <a:pt x="1242" y="5176"/>
                  </a:lnTo>
                  <a:lnTo>
                    <a:pt x="1473" y="5302"/>
                  </a:lnTo>
                  <a:lnTo>
                    <a:pt x="1726" y="5429"/>
                  </a:lnTo>
                  <a:lnTo>
                    <a:pt x="1978" y="5534"/>
                  </a:lnTo>
                  <a:lnTo>
                    <a:pt x="2252" y="5597"/>
                  </a:lnTo>
                  <a:lnTo>
                    <a:pt x="2525" y="5639"/>
                  </a:lnTo>
                  <a:lnTo>
                    <a:pt x="2820" y="5660"/>
                  </a:lnTo>
                  <a:lnTo>
                    <a:pt x="3114" y="5639"/>
                  </a:lnTo>
                  <a:lnTo>
                    <a:pt x="3388" y="5597"/>
                  </a:lnTo>
                  <a:lnTo>
                    <a:pt x="3661" y="5534"/>
                  </a:lnTo>
                  <a:lnTo>
                    <a:pt x="3914" y="5429"/>
                  </a:lnTo>
                  <a:lnTo>
                    <a:pt x="4166" y="5302"/>
                  </a:lnTo>
                  <a:lnTo>
                    <a:pt x="4398" y="5176"/>
                  </a:lnTo>
                  <a:lnTo>
                    <a:pt x="4629" y="5008"/>
                  </a:lnTo>
                  <a:lnTo>
                    <a:pt x="4818" y="4819"/>
                  </a:lnTo>
                  <a:lnTo>
                    <a:pt x="5008" y="4629"/>
                  </a:lnTo>
                  <a:lnTo>
                    <a:pt x="5176" y="4398"/>
                  </a:lnTo>
                  <a:lnTo>
                    <a:pt x="5302" y="4166"/>
                  </a:lnTo>
                  <a:lnTo>
                    <a:pt x="5429" y="3935"/>
                  </a:lnTo>
                  <a:lnTo>
                    <a:pt x="5534" y="3661"/>
                  </a:lnTo>
                  <a:lnTo>
                    <a:pt x="5597" y="3388"/>
                  </a:lnTo>
                  <a:lnTo>
                    <a:pt x="5639" y="3114"/>
                  </a:lnTo>
                  <a:lnTo>
                    <a:pt x="5660" y="2820"/>
                  </a:lnTo>
                  <a:lnTo>
                    <a:pt x="5639" y="2525"/>
                  </a:lnTo>
                  <a:lnTo>
                    <a:pt x="5597" y="2252"/>
                  </a:lnTo>
                  <a:lnTo>
                    <a:pt x="5534" y="1978"/>
                  </a:lnTo>
                  <a:lnTo>
                    <a:pt x="5429" y="1726"/>
                  </a:lnTo>
                  <a:lnTo>
                    <a:pt x="5302" y="1473"/>
                  </a:lnTo>
                  <a:lnTo>
                    <a:pt x="5176" y="1242"/>
                  </a:lnTo>
                  <a:lnTo>
                    <a:pt x="5008" y="1032"/>
                  </a:lnTo>
                  <a:lnTo>
                    <a:pt x="4818" y="821"/>
                  </a:lnTo>
                  <a:lnTo>
                    <a:pt x="4629" y="632"/>
                  </a:lnTo>
                  <a:lnTo>
                    <a:pt x="4398" y="485"/>
                  </a:lnTo>
                  <a:lnTo>
                    <a:pt x="4166" y="337"/>
                  </a:lnTo>
                  <a:lnTo>
                    <a:pt x="3914" y="211"/>
                  </a:lnTo>
                  <a:lnTo>
                    <a:pt x="3661" y="127"/>
                  </a:lnTo>
                  <a:lnTo>
                    <a:pt x="3388" y="43"/>
                  </a:lnTo>
                  <a:lnTo>
                    <a:pt x="31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9"/>
            <p:cNvSpPr/>
            <p:nvPr/>
          </p:nvSpPr>
          <p:spPr>
            <a:xfrm>
              <a:off x="6386475" y="3981525"/>
              <a:ext cx="875775" cy="97325"/>
            </a:xfrm>
            <a:custGeom>
              <a:avLst/>
              <a:gdLst/>
              <a:ahLst/>
              <a:cxnLst/>
              <a:rect l="l" t="t" r="r" b="b"/>
              <a:pathLst>
                <a:path w="35031" h="3893" extrusionOk="0">
                  <a:moveTo>
                    <a:pt x="1957" y="1"/>
                  </a:moveTo>
                  <a:lnTo>
                    <a:pt x="1747" y="22"/>
                  </a:lnTo>
                  <a:lnTo>
                    <a:pt x="1557" y="43"/>
                  </a:lnTo>
                  <a:lnTo>
                    <a:pt x="1368" y="85"/>
                  </a:lnTo>
                  <a:lnTo>
                    <a:pt x="1200" y="148"/>
                  </a:lnTo>
                  <a:lnTo>
                    <a:pt x="1031" y="232"/>
                  </a:lnTo>
                  <a:lnTo>
                    <a:pt x="863" y="337"/>
                  </a:lnTo>
                  <a:lnTo>
                    <a:pt x="716" y="442"/>
                  </a:lnTo>
                  <a:lnTo>
                    <a:pt x="569" y="569"/>
                  </a:lnTo>
                  <a:lnTo>
                    <a:pt x="442" y="716"/>
                  </a:lnTo>
                  <a:lnTo>
                    <a:pt x="337" y="863"/>
                  </a:lnTo>
                  <a:lnTo>
                    <a:pt x="232" y="1031"/>
                  </a:lnTo>
                  <a:lnTo>
                    <a:pt x="148" y="1200"/>
                  </a:lnTo>
                  <a:lnTo>
                    <a:pt x="85" y="1368"/>
                  </a:lnTo>
                  <a:lnTo>
                    <a:pt x="43" y="1557"/>
                  </a:lnTo>
                  <a:lnTo>
                    <a:pt x="22" y="1747"/>
                  </a:lnTo>
                  <a:lnTo>
                    <a:pt x="1" y="1957"/>
                  </a:lnTo>
                  <a:lnTo>
                    <a:pt x="22" y="2147"/>
                  </a:lnTo>
                  <a:lnTo>
                    <a:pt x="43" y="2336"/>
                  </a:lnTo>
                  <a:lnTo>
                    <a:pt x="85" y="2525"/>
                  </a:lnTo>
                  <a:lnTo>
                    <a:pt x="148" y="2715"/>
                  </a:lnTo>
                  <a:lnTo>
                    <a:pt x="232" y="2883"/>
                  </a:lnTo>
                  <a:lnTo>
                    <a:pt x="337" y="3030"/>
                  </a:lnTo>
                  <a:lnTo>
                    <a:pt x="442" y="3177"/>
                  </a:lnTo>
                  <a:lnTo>
                    <a:pt x="569" y="3325"/>
                  </a:lnTo>
                  <a:lnTo>
                    <a:pt x="716" y="3451"/>
                  </a:lnTo>
                  <a:lnTo>
                    <a:pt x="863" y="3556"/>
                  </a:lnTo>
                  <a:lnTo>
                    <a:pt x="1031" y="3661"/>
                  </a:lnTo>
                  <a:lnTo>
                    <a:pt x="1200" y="3745"/>
                  </a:lnTo>
                  <a:lnTo>
                    <a:pt x="1368" y="3809"/>
                  </a:lnTo>
                  <a:lnTo>
                    <a:pt x="1557" y="3851"/>
                  </a:lnTo>
                  <a:lnTo>
                    <a:pt x="1747" y="3893"/>
                  </a:lnTo>
                  <a:lnTo>
                    <a:pt x="33284" y="3893"/>
                  </a:lnTo>
                  <a:lnTo>
                    <a:pt x="33473" y="3851"/>
                  </a:lnTo>
                  <a:lnTo>
                    <a:pt x="33663" y="3809"/>
                  </a:lnTo>
                  <a:lnTo>
                    <a:pt x="33831" y="3745"/>
                  </a:lnTo>
                  <a:lnTo>
                    <a:pt x="33999" y="3661"/>
                  </a:lnTo>
                  <a:lnTo>
                    <a:pt x="34168" y="3556"/>
                  </a:lnTo>
                  <a:lnTo>
                    <a:pt x="34315" y="3451"/>
                  </a:lnTo>
                  <a:lnTo>
                    <a:pt x="34462" y="3325"/>
                  </a:lnTo>
                  <a:lnTo>
                    <a:pt x="34588" y="3177"/>
                  </a:lnTo>
                  <a:lnTo>
                    <a:pt x="34694" y="3030"/>
                  </a:lnTo>
                  <a:lnTo>
                    <a:pt x="34799" y="2883"/>
                  </a:lnTo>
                  <a:lnTo>
                    <a:pt x="34883" y="2715"/>
                  </a:lnTo>
                  <a:lnTo>
                    <a:pt x="34946" y="2525"/>
                  </a:lnTo>
                  <a:lnTo>
                    <a:pt x="34988" y="2336"/>
                  </a:lnTo>
                  <a:lnTo>
                    <a:pt x="35030" y="2147"/>
                  </a:lnTo>
                  <a:lnTo>
                    <a:pt x="35030" y="1957"/>
                  </a:lnTo>
                  <a:lnTo>
                    <a:pt x="35030" y="1747"/>
                  </a:lnTo>
                  <a:lnTo>
                    <a:pt x="34988" y="1557"/>
                  </a:lnTo>
                  <a:lnTo>
                    <a:pt x="34946" y="1368"/>
                  </a:lnTo>
                  <a:lnTo>
                    <a:pt x="34883" y="1200"/>
                  </a:lnTo>
                  <a:lnTo>
                    <a:pt x="34799" y="1031"/>
                  </a:lnTo>
                  <a:lnTo>
                    <a:pt x="34694" y="863"/>
                  </a:lnTo>
                  <a:lnTo>
                    <a:pt x="34588" y="716"/>
                  </a:lnTo>
                  <a:lnTo>
                    <a:pt x="34462" y="569"/>
                  </a:lnTo>
                  <a:lnTo>
                    <a:pt x="34315" y="442"/>
                  </a:lnTo>
                  <a:lnTo>
                    <a:pt x="34168" y="337"/>
                  </a:lnTo>
                  <a:lnTo>
                    <a:pt x="33999" y="232"/>
                  </a:lnTo>
                  <a:lnTo>
                    <a:pt x="33831" y="148"/>
                  </a:lnTo>
                  <a:lnTo>
                    <a:pt x="33663" y="85"/>
                  </a:lnTo>
                  <a:lnTo>
                    <a:pt x="33473" y="43"/>
                  </a:lnTo>
                  <a:lnTo>
                    <a:pt x="33284" y="22"/>
                  </a:lnTo>
                  <a:lnTo>
                    <a:pt x="33095" y="1"/>
                  </a:lnTo>
                  <a:close/>
                </a:path>
              </a:pathLst>
            </a:custGeom>
            <a:solidFill>
              <a:srgbClr val="FDB813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9"/>
            <p:cNvSpPr/>
            <p:nvPr/>
          </p:nvSpPr>
          <p:spPr>
            <a:xfrm>
              <a:off x="6034600" y="4345500"/>
              <a:ext cx="1562150" cy="90500"/>
            </a:xfrm>
            <a:custGeom>
              <a:avLst/>
              <a:gdLst/>
              <a:ahLst/>
              <a:cxnLst/>
              <a:rect l="l" t="t" r="r" b="b"/>
              <a:pathLst>
                <a:path w="62486" h="3620" extrusionOk="0">
                  <a:moveTo>
                    <a:pt x="1" y="0"/>
                  </a:moveTo>
                  <a:lnTo>
                    <a:pt x="211" y="653"/>
                  </a:lnTo>
                  <a:lnTo>
                    <a:pt x="442" y="1305"/>
                  </a:lnTo>
                  <a:lnTo>
                    <a:pt x="716" y="1915"/>
                  </a:lnTo>
                  <a:lnTo>
                    <a:pt x="989" y="2504"/>
                  </a:lnTo>
                  <a:lnTo>
                    <a:pt x="4335" y="2714"/>
                  </a:lnTo>
                  <a:lnTo>
                    <a:pt x="7974" y="2925"/>
                  </a:lnTo>
                  <a:lnTo>
                    <a:pt x="12434" y="3156"/>
                  </a:lnTo>
                  <a:lnTo>
                    <a:pt x="17358" y="3367"/>
                  </a:lnTo>
                  <a:lnTo>
                    <a:pt x="19882" y="3472"/>
                  </a:lnTo>
                  <a:lnTo>
                    <a:pt x="22386" y="3535"/>
                  </a:lnTo>
                  <a:lnTo>
                    <a:pt x="24805" y="3598"/>
                  </a:lnTo>
                  <a:lnTo>
                    <a:pt x="27120" y="3619"/>
                  </a:lnTo>
                  <a:lnTo>
                    <a:pt x="29287" y="3619"/>
                  </a:lnTo>
                  <a:lnTo>
                    <a:pt x="31243" y="3598"/>
                  </a:lnTo>
                  <a:lnTo>
                    <a:pt x="33200" y="3619"/>
                  </a:lnTo>
                  <a:lnTo>
                    <a:pt x="35346" y="3619"/>
                  </a:lnTo>
                  <a:lnTo>
                    <a:pt x="37660" y="3598"/>
                  </a:lnTo>
                  <a:lnTo>
                    <a:pt x="40101" y="3535"/>
                  </a:lnTo>
                  <a:lnTo>
                    <a:pt x="42583" y="3472"/>
                  </a:lnTo>
                  <a:lnTo>
                    <a:pt x="45108" y="3367"/>
                  </a:lnTo>
                  <a:lnTo>
                    <a:pt x="50031" y="3156"/>
                  </a:lnTo>
                  <a:lnTo>
                    <a:pt x="54491" y="2925"/>
                  </a:lnTo>
                  <a:lnTo>
                    <a:pt x="58131" y="2714"/>
                  </a:lnTo>
                  <a:lnTo>
                    <a:pt x="61497" y="2504"/>
                  </a:lnTo>
                  <a:lnTo>
                    <a:pt x="61771" y="1915"/>
                  </a:lnTo>
                  <a:lnTo>
                    <a:pt x="62023" y="1305"/>
                  </a:lnTo>
                  <a:lnTo>
                    <a:pt x="62255" y="653"/>
                  </a:lnTo>
                  <a:lnTo>
                    <a:pt x="62486" y="0"/>
                  </a:lnTo>
                  <a:close/>
                </a:path>
              </a:pathLst>
            </a:custGeom>
            <a:solidFill>
              <a:srgbClr val="DDA216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9"/>
            <p:cNvSpPr/>
            <p:nvPr/>
          </p:nvSpPr>
          <p:spPr>
            <a:xfrm>
              <a:off x="6691025" y="2514600"/>
              <a:ext cx="304550" cy="289825"/>
            </a:xfrm>
            <a:custGeom>
              <a:avLst/>
              <a:gdLst/>
              <a:ahLst/>
              <a:cxnLst/>
              <a:rect l="l" t="t" r="r" b="b"/>
              <a:pathLst>
                <a:path w="12182" h="11593" extrusionOk="0">
                  <a:moveTo>
                    <a:pt x="6101" y="0"/>
                  </a:moveTo>
                  <a:lnTo>
                    <a:pt x="4208" y="3808"/>
                  </a:lnTo>
                  <a:lnTo>
                    <a:pt x="0" y="4397"/>
                  </a:lnTo>
                  <a:lnTo>
                    <a:pt x="3030" y="7364"/>
                  </a:lnTo>
                  <a:lnTo>
                    <a:pt x="2293" y="11572"/>
                  </a:lnTo>
                  <a:lnTo>
                    <a:pt x="6080" y="9594"/>
                  </a:lnTo>
                  <a:lnTo>
                    <a:pt x="9825" y="11593"/>
                  </a:lnTo>
                  <a:lnTo>
                    <a:pt x="9825" y="11593"/>
                  </a:lnTo>
                  <a:lnTo>
                    <a:pt x="9131" y="7385"/>
                  </a:lnTo>
                  <a:lnTo>
                    <a:pt x="12182" y="4439"/>
                  </a:lnTo>
                  <a:lnTo>
                    <a:pt x="7974" y="3808"/>
                  </a:lnTo>
                  <a:lnTo>
                    <a:pt x="6101" y="0"/>
                  </a:lnTo>
                  <a:close/>
                </a:path>
              </a:pathLst>
            </a:custGeom>
            <a:solidFill>
              <a:srgbClr val="FDB813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9"/>
            <p:cNvSpPr/>
            <p:nvPr/>
          </p:nvSpPr>
          <p:spPr>
            <a:xfrm>
              <a:off x="6843550" y="2514600"/>
              <a:ext cx="46825" cy="156225"/>
            </a:xfrm>
            <a:custGeom>
              <a:avLst/>
              <a:gdLst/>
              <a:ahLst/>
              <a:cxnLst/>
              <a:rect l="l" t="t" r="r" b="b"/>
              <a:pathLst>
                <a:path w="1873" h="6249" extrusionOk="0">
                  <a:moveTo>
                    <a:pt x="0" y="0"/>
                  </a:moveTo>
                  <a:lnTo>
                    <a:pt x="0" y="6249"/>
                  </a:lnTo>
                  <a:lnTo>
                    <a:pt x="1873" y="38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A216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9"/>
            <p:cNvSpPr/>
            <p:nvPr/>
          </p:nvSpPr>
          <p:spPr>
            <a:xfrm>
              <a:off x="6843550" y="2625575"/>
              <a:ext cx="152025" cy="73650"/>
            </a:xfrm>
            <a:custGeom>
              <a:avLst/>
              <a:gdLst/>
              <a:ahLst/>
              <a:cxnLst/>
              <a:rect l="l" t="t" r="r" b="b"/>
              <a:pathLst>
                <a:path w="6081" h="2946" extrusionOk="0">
                  <a:moveTo>
                    <a:pt x="6081" y="0"/>
                  </a:moveTo>
                  <a:lnTo>
                    <a:pt x="0" y="1810"/>
                  </a:lnTo>
                  <a:lnTo>
                    <a:pt x="3030" y="2946"/>
                  </a:lnTo>
                  <a:lnTo>
                    <a:pt x="6081" y="0"/>
                  </a:lnTo>
                  <a:close/>
                </a:path>
              </a:pathLst>
            </a:custGeom>
            <a:solidFill>
              <a:srgbClr val="DDA216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39"/>
            <p:cNvSpPr/>
            <p:nvPr/>
          </p:nvSpPr>
          <p:spPr>
            <a:xfrm>
              <a:off x="6843025" y="2670800"/>
              <a:ext cx="93650" cy="133625"/>
            </a:xfrm>
            <a:custGeom>
              <a:avLst/>
              <a:gdLst/>
              <a:ahLst/>
              <a:cxnLst/>
              <a:rect l="l" t="t" r="r" b="b"/>
              <a:pathLst>
                <a:path w="3746" h="5345" extrusionOk="0">
                  <a:moveTo>
                    <a:pt x="21" y="1"/>
                  </a:moveTo>
                  <a:lnTo>
                    <a:pt x="0" y="3346"/>
                  </a:lnTo>
                  <a:lnTo>
                    <a:pt x="3745" y="5345"/>
                  </a:lnTo>
                  <a:lnTo>
                    <a:pt x="3745" y="5345"/>
                  </a:lnTo>
                  <a:lnTo>
                    <a:pt x="21" y="1"/>
                  </a:lnTo>
                  <a:close/>
                </a:path>
              </a:pathLst>
            </a:custGeom>
            <a:solidFill>
              <a:srgbClr val="DDA216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9"/>
            <p:cNvSpPr/>
            <p:nvPr/>
          </p:nvSpPr>
          <p:spPr>
            <a:xfrm>
              <a:off x="6748350" y="2670800"/>
              <a:ext cx="95225" cy="133100"/>
            </a:xfrm>
            <a:custGeom>
              <a:avLst/>
              <a:gdLst/>
              <a:ahLst/>
              <a:cxnLst/>
              <a:rect l="l" t="t" r="r" b="b"/>
              <a:pathLst>
                <a:path w="3809" h="5324" extrusionOk="0">
                  <a:moveTo>
                    <a:pt x="3808" y="1"/>
                  </a:moveTo>
                  <a:lnTo>
                    <a:pt x="737" y="1116"/>
                  </a:lnTo>
                  <a:lnTo>
                    <a:pt x="0" y="5324"/>
                  </a:lnTo>
                  <a:lnTo>
                    <a:pt x="3808" y="1"/>
                  </a:lnTo>
                  <a:close/>
                </a:path>
              </a:pathLst>
            </a:custGeom>
            <a:solidFill>
              <a:srgbClr val="DDA216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9"/>
            <p:cNvSpPr/>
            <p:nvPr/>
          </p:nvSpPr>
          <p:spPr>
            <a:xfrm>
              <a:off x="6691025" y="2609275"/>
              <a:ext cx="152550" cy="61550"/>
            </a:xfrm>
            <a:custGeom>
              <a:avLst/>
              <a:gdLst/>
              <a:ahLst/>
              <a:cxnLst/>
              <a:rect l="l" t="t" r="r" b="b"/>
              <a:pathLst>
                <a:path w="6102" h="2462" extrusionOk="0">
                  <a:moveTo>
                    <a:pt x="4208" y="0"/>
                  </a:moveTo>
                  <a:lnTo>
                    <a:pt x="0" y="610"/>
                  </a:lnTo>
                  <a:lnTo>
                    <a:pt x="6101" y="2462"/>
                  </a:lnTo>
                  <a:lnTo>
                    <a:pt x="4208" y="0"/>
                  </a:lnTo>
                  <a:close/>
                </a:path>
              </a:pathLst>
            </a:custGeom>
            <a:solidFill>
              <a:srgbClr val="DDA216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9"/>
            <p:cNvSpPr/>
            <p:nvPr/>
          </p:nvSpPr>
          <p:spPr>
            <a:xfrm>
              <a:off x="6282850" y="2643975"/>
              <a:ext cx="304575" cy="289850"/>
            </a:xfrm>
            <a:custGeom>
              <a:avLst/>
              <a:gdLst/>
              <a:ahLst/>
              <a:cxnLst/>
              <a:rect l="l" t="t" r="r" b="b"/>
              <a:pathLst>
                <a:path w="12183" h="11594" extrusionOk="0">
                  <a:moveTo>
                    <a:pt x="6102" y="1"/>
                  </a:moveTo>
                  <a:lnTo>
                    <a:pt x="4209" y="3809"/>
                  </a:lnTo>
                  <a:lnTo>
                    <a:pt x="1" y="4398"/>
                  </a:lnTo>
                  <a:lnTo>
                    <a:pt x="3030" y="7385"/>
                  </a:lnTo>
                  <a:lnTo>
                    <a:pt x="2315" y="11572"/>
                  </a:lnTo>
                  <a:lnTo>
                    <a:pt x="6081" y="9615"/>
                  </a:lnTo>
                  <a:lnTo>
                    <a:pt x="9826" y="11593"/>
                  </a:lnTo>
                  <a:lnTo>
                    <a:pt x="9826" y="11593"/>
                  </a:lnTo>
                  <a:lnTo>
                    <a:pt x="9132" y="7406"/>
                  </a:lnTo>
                  <a:lnTo>
                    <a:pt x="12182" y="4440"/>
                  </a:lnTo>
                  <a:lnTo>
                    <a:pt x="7975" y="3830"/>
                  </a:lnTo>
                  <a:lnTo>
                    <a:pt x="6102" y="1"/>
                  </a:lnTo>
                  <a:close/>
                </a:path>
              </a:pathLst>
            </a:custGeom>
            <a:solidFill>
              <a:srgbClr val="FDB813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9"/>
            <p:cNvSpPr/>
            <p:nvPr/>
          </p:nvSpPr>
          <p:spPr>
            <a:xfrm>
              <a:off x="6435400" y="2643975"/>
              <a:ext cx="46825" cy="156775"/>
            </a:xfrm>
            <a:custGeom>
              <a:avLst/>
              <a:gdLst/>
              <a:ahLst/>
              <a:cxnLst/>
              <a:rect l="l" t="t" r="r" b="b"/>
              <a:pathLst>
                <a:path w="1873" h="6271" extrusionOk="0">
                  <a:moveTo>
                    <a:pt x="0" y="1"/>
                  </a:moveTo>
                  <a:lnTo>
                    <a:pt x="0" y="6270"/>
                  </a:lnTo>
                  <a:lnTo>
                    <a:pt x="1873" y="383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DA216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9"/>
            <p:cNvSpPr/>
            <p:nvPr/>
          </p:nvSpPr>
          <p:spPr>
            <a:xfrm>
              <a:off x="6435400" y="2754950"/>
              <a:ext cx="152025" cy="74200"/>
            </a:xfrm>
            <a:custGeom>
              <a:avLst/>
              <a:gdLst/>
              <a:ahLst/>
              <a:cxnLst/>
              <a:rect l="l" t="t" r="r" b="b"/>
              <a:pathLst>
                <a:path w="6081" h="2968" extrusionOk="0">
                  <a:moveTo>
                    <a:pt x="6080" y="1"/>
                  </a:moveTo>
                  <a:lnTo>
                    <a:pt x="0" y="1831"/>
                  </a:lnTo>
                  <a:lnTo>
                    <a:pt x="3030" y="2967"/>
                  </a:lnTo>
                  <a:lnTo>
                    <a:pt x="6080" y="1"/>
                  </a:lnTo>
                  <a:close/>
                </a:path>
              </a:pathLst>
            </a:custGeom>
            <a:solidFill>
              <a:srgbClr val="DDA216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39"/>
            <p:cNvSpPr/>
            <p:nvPr/>
          </p:nvSpPr>
          <p:spPr>
            <a:xfrm>
              <a:off x="6434875" y="2800725"/>
              <a:ext cx="93650" cy="133100"/>
            </a:xfrm>
            <a:custGeom>
              <a:avLst/>
              <a:gdLst/>
              <a:ahLst/>
              <a:cxnLst/>
              <a:rect l="l" t="t" r="r" b="b"/>
              <a:pathLst>
                <a:path w="3746" h="5324" extrusionOk="0">
                  <a:moveTo>
                    <a:pt x="21" y="0"/>
                  </a:moveTo>
                  <a:lnTo>
                    <a:pt x="0" y="3345"/>
                  </a:lnTo>
                  <a:lnTo>
                    <a:pt x="3745" y="5323"/>
                  </a:lnTo>
                  <a:lnTo>
                    <a:pt x="3745" y="5323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DDA216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39"/>
            <p:cNvSpPr/>
            <p:nvPr/>
          </p:nvSpPr>
          <p:spPr>
            <a:xfrm>
              <a:off x="6340200" y="2800725"/>
              <a:ext cx="95225" cy="132575"/>
            </a:xfrm>
            <a:custGeom>
              <a:avLst/>
              <a:gdLst/>
              <a:ahLst/>
              <a:cxnLst/>
              <a:rect l="l" t="t" r="r" b="b"/>
              <a:pathLst>
                <a:path w="3809" h="5303" extrusionOk="0">
                  <a:moveTo>
                    <a:pt x="3808" y="0"/>
                  </a:moveTo>
                  <a:lnTo>
                    <a:pt x="736" y="1115"/>
                  </a:lnTo>
                  <a:lnTo>
                    <a:pt x="0" y="5302"/>
                  </a:lnTo>
                  <a:lnTo>
                    <a:pt x="3808" y="0"/>
                  </a:lnTo>
                  <a:close/>
                </a:path>
              </a:pathLst>
            </a:custGeom>
            <a:solidFill>
              <a:srgbClr val="DDA216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9"/>
            <p:cNvSpPr/>
            <p:nvPr/>
          </p:nvSpPr>
          <p:spPr>
            <a:xfrm>
              <a:off x="6282850" y="2739175"/>
              <a:ext cx="152575" cy="61575"/>
            </a:xfrm>
            <a:custGeom>
              <a:avLst/>
              <a:gdLst/>
              <a:ahLst/>
              <a:cxnLst/>
              <a:rect l="l" t="t" r="r" b="b"/>
              <a:pathLst>
                <a:path w="6103" h="2463" extrusionOk="0">
                  <a:moveTo>
                    <a:pt x="4209" y="1"/>
                  </a:moveTo>
                  <a:lnTo>
                    <a:pt x="1" y="611"/>
                  </a:lnTo>
                  <a:lnTo>
                    <a:pt x="6102" y="2462"/>
                  </a:lnTo>
                  <a:lnTo>
                    <a:pt x="4209" y="1"/>
                  </a:lnTo>
                  <a:close/>
                </a:path>
              </a:pathLst>
            </a:custGeom>
            <a:solidFill>
              <a:srgbClr val="DDA216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39"/>
            <p:cNvSpPr/>
            <p:nvPr/>
          </p:nvSpPr>
          <p:spPr>
            <a:xfrm>
              <a:off x="7078650" y="2643975"/>
              <a:ext cx="304575" cy="289850"/>
            </a:xfrm>
            <a:custGeom>
              <a:avLst/>
              <a:gdLst/>
              <a:ahLst/>
              <a:cxnLst/>
              <a:rect l="l" t="t" r="r" b="b"/>
              <a:pathLst>
                <a:path w="12183" h="11594" extrusionOk="0">
                  <a:moveTo>
                    <a:pt x="6102" y="1"/>
                  </a:moveTo>
                  <a:lnTo>
                    <a:pt x="4208" y="3809"/>
                  </a:lnTo>
                  <a:lnTo>
                    <a:pt x="1" y="4398"/>
                  </a:lnTo>
                  <a:lnTo>
                    <a:pt x="3051" y="7385"/>
                  </a:lnTo>
                  <a:lnTo>
                    <a:pt x="2315" y="11572"/>
                  </a:lnTo>
                  <a:lnTo>
                    <a:pt x="6081" y="9615"/>
                  </a:lnTo>
                  <a:lnTo>
                    <a:pt x="9847" y="11593"/>
                  </a:lnTo>
                  <a:lnTo>
                    <a:pt x="9132" y="7406"/>
                  </a:lnTo>
                  <a:lnTo>
                    <a:pt x="12182" y="4440"/>
                  </a:lnTo>
                  <a:lnTo>
                    <a:pt x="7974" y="3830"/>
                  </a:lnTo>
                  <a:lnTo>
                    <a:pt x="6102" y="1"/>
                  </a:lnTo>
                  <a:close/>
                </a:path>
              </a:pathLst>
            </a:custGeom>
            <a:solidFill>
              <a:srgbClr val="FDB813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39"/>
            <p:cNvSpPr/>
            <p:nvPr/>
          </p:nvSpPr>
          <p:spPr>
            <a:xfrm>
              <a:off x="7231700" y="2643975"/>
              <a:ext cx="46850" cy="156775"/>
            </a:xfrm>
            <a:custGeom>
              <a:avLst/>
              <a:gdLst/>
              <a:ahLst/>
              <a:cxnLst/>
              <a:rect l="l" t="t" r="r" b="b"/>
              <a:pathLst>
                <a:path w="1874" h="6271" extrusionOk="0">
                  <a:moveTo>
                    <a:pt x="1" y="1"/>
                  </a:moveTo>
                  <a:lnTo>
                    <a:pt x="1" y="6270"/>
                  </a:lnTo>
                  <a:lnTo>
                    <a:pt x="1873" y="383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DA216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39"/>
            <p:cNvSpPr/>
            <p:nvPr/>
          </p:nvSpPr>
          <p:spPr>
            <a:xfrm>
              <a:off x="7231700" y="2754950"/>
              <a:ext cx="151525" cy="74200"/>
            </a:xfrm>
            <a:custGeom>
              <a:avLst/>
              <a:gdLst/>
              <a:ahLst/>
              <a:cxnLst/>
              <a:rect l="l" t="t" r="r" b="b"/>
              <a:pathLst>
                <a:path w="6061" h="2968" extrusionOk="0">
                  <a:moveTo>
                    <a:pt x="6060" y="1"/>
                  </a:moveTo>
                  <a:lnTo>
                    <a:pt x="1" y="1831"/>
                  </a:lnTo>
                  <a:lnTo>
                    <a:pt x="3010" y="2967"/>
                  </a:lnTo>
                  <a:lnTo>
                    <a:pt x="6060" y="1"/>
                  </a:lnTo>
                  <a:close/>
                </a:path>
              </a:pathLst>
            </a:custGeom>
            <a:solidFill>
              <a:srgbClr val="DDA216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9"/>
            <p:cNvSpPr/>
            <p:nvPr/>
          </p:nvSpPr>
          <p:spPr>
            <a:xfrm>
              <a:off x="7230650" y="2800725"/>
              <a:ext cx="94175" cy="133100"/>
            </a:xfrm>
            <a:custGeom>
              <a:avLst/>
              <a:gdLst/>
              <a:ahLst/>
              <a:cxnLst/>
              <a:rect l="l" t="t" r="r" b="b"/>
              <a:pathLst>
                <a:path w="3767" h="5324" extrusionOk="0">
                  <a:moveTo>
                    <a:pt x="43" y="0"/>
                  </a:moveTo>
                  <a:lnTo>
                    <a:pt x="1" y="3345"/>
                  </a:lnTo>
                  <a:lnTo>
                    <a:pt x="3767" y="5323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DDA216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9"/>
            <p:cNvSpPr/>
            <p:nvPr/>
          </p:nvSpPr>
          <p:spPr>
            <a:xfrm>
              <a:off x="7135975" y="2800725"/>
              <a:ext cx="95750" cy="132575"/>
            </a:xfrm>
            <a:custGeom>
              <a:avLst/>
              <a:gdLst/>
              <a:ahLst/>
              <a:cxnLst/>
              <a:rect l="l" t="t" r="r" b="b"/>
              <a:pathLst>
                <a:path w="3830" h="5303" extrusionOk="0">
                  <a:moveTo>
                    <a:pt x="3830" y="0"/>
                  </a:moveTo>
                  <a:lnTo>
                    <a:pt x="737" y="1115"/>
                  </a:lnTo>
                  <a:lnTo>
                    <a:pt x="1" y="5302"/>
                  </a:lnTo>
                  <a:lnTo>
                    <a:pt x="3830" y="0"/>
                  </a:lnTo>
                  <a:close/>
                </a:path>
              </a:pathLst>
            </a:custGeom>
            <a:solidFill>
              <a:srgbClr val="DDA216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9"/>
            <p:cNvSpPr/>
            <p:nvPr/>
          </p:nvSpPr>
          <p:spPr>
            <a:xfrm>
              <a:off x="7078650" y="2739175"/>
              <a:ext cx="153075" cy="61575"/>
            </a:xfrm>
            <a:custGeom>
              <a:avLst/>
              <a:gdLst/>
              <a:ahLst/>
              <a:cxnLst/>
              <a:rect l="l" t="t" r="r" b="b"/>
              <a:pathLst>
                <a:path w="6123" h="2463" extrusionOk="0">
                  <a:moveTo>
                    <a:pt x="4208" y="1"/>
                  </a:moveTo>
                  <a:lnTo>
                    <a:pt x="1" y="611"/>
                  </a:lnTo>
                  <a:lnTo>
                    <a:pt x="6123" y="2462"/>
                  </a:lnTo>
                  <a:lnTo>
                    <a:pt x="4208" y="1"/>
                  </a:lnTo>
                  <a:close/>
                </a:path>
              </a:pathLst>
            </a:custGeom>
            <a:solidFill>
              <a:srgbClr val="DDA216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9"/>
            <p:cNvSpPr/>
            <p:nvPr/>
          </p:nvSpPr>
          <p:spPr>
            <a:xfrm>
              <a:off x="7400550" y="2831750"/>
              <a:ext cx="304550" cy="289850"/>
            </a:xfrm>
            <a:custGeom>
              <a:avLst/>
              <a:gdLst/>
              <a:ahLst/>
              <a:cxnLst/>
              <a:rect l="l" t="t" r="r" b="b"/>
              <a:pathLst>
                <a:path w="12182" h="11594" extrusionOk="0">
                  <a:moveTo>
                    <a:pt x="6123" y="1"/>
                  </a:moveTo>
                  <a:lnTo>
                    <a:pt x="4208" y="3809"/>
                  </a:lnTo>
                  <a:lnTo>
                    <a:pt x="0" y="4398"/>
                  </a:lnTo>
                  <a:lnTo>
                    <a:pt x="3051" y="7385"/>
                  </a:lnTo>
                  <a:lnTo>
                    <a:pt x="2315" y="11572"/>
                  </a:lnTo>
                  <a:lnTo>
                    <a:pt x="6081" y="9615"/>
                  </a:lnTo>
                  <a:lnTo>
                    <a:pt x="9847" y="11593"/>
                  </a:lnTo>
                  <a:lnTo>
                    <a:pt x="9131" y="7406"/>
                  </a:lnTo>
                  <a:lnTo>
                    <a:pt x="12182" y="4440"/>
                  </a:lnTo>
                  <a:lnTo>
                    <a:pt x="7974" y="3830"/>
                  </a:lnTo>
                  <a:lnTo>
                    <a:pt x="6123" y="1"/>
                  </a:lnTo>
                  <a:close/>
                </a:path>
              </a:pathLst>
            </a:custGeom>
            <a:solidFill>
              <a:srgbClr val="FDB813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9"/>
            <p:cNvSpPr/>
            <p:nvPr/>
          </p:nvSpPr>
          <p:spPr>
            <a:xfrm>
              <a:off x="7553600" y="2831750"/>
              <a:ext cx="46850" cy="156775"/>
            </a:xfrm>
            <a:custGeom>
              <a:avLst/>
              <a:gdLst/>
              <a:ahLst/>
              <a:cxnLst/>
              <a:rect l="l" t="t" r="r" b="b"/>
              <a:pathLst>
                <a:path w="1874" h="6271" extrusionOk="0">
                  <a:moveTo>
                    <a:pt x="1" y="1"/>
                  </a:moveTo>
                  <a:lnTo>
                    <a:pt x="1" y="6270"/>
                  </a:lnTo>
                  <a:lnTo>
                    <a:pt x="1873" y="383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DA216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9"/>
            <p:cNvSpPr/>
            <p:nvPr/>
          </p:nvSpPr>
          <p:spPr>
            <a:xfrm>
              <a:off x="7553600" y="2942725"/>
              <a:ext cx="151500" cy="74200"/>
            </a:xfrm>
            <a:custGeom>
              <a:avLst/>
              <a:gdLst/>
              <a:ahLst/>
              <a:cxnLst/>
              <a:rect l="l" t="t" r="r" b="b"/>
              <a:pathLst>
                <a:path w="6060" h="2968" extrusionOk="0">
                  <a:moveTo>
                    <a:pt x="6060" y="1"/>
                  </a:moveTo>
                  <a:lnTo>
                    <a:pt x="1" y="1831"/>
                  </a:lnTo>
                  <a:lnTo>
                    <a:pt x="3009" y="2967"/>
                  </a:lnTo>
                  <a:lnTo>
                    <a:pt x="6060" y="1"/>
                  </a:lnTo>
                  <a:close/>
                </a:path>
              </a:pathLst>
            </a:custGeom>
            <a:solidFill>
              <a:srgbClr val="DDA216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9"/>
            <p:cNvSpPr/>
            <p:nvPr/>
          </p:nvSpPr>
          <p:spPr>
            <a:xfrm>
              <a:off x="7552550" y="2988500"/>
              <a:ext cx="94175" cy="133100"/>
            </a:xfrm>
            <a:custGeom>
              <a:avLst/>
              <a:gdLst/>
              <a:ahLst/>
              <a:cxnLst/>
              <a:rect l="l" t="t" r="r" b="b"/>
              <a:pathLst>
                <a:path w="3767" h="5324" extrusionOk="0">
                  <a:moveTo>
                    <a:pt x="43" y="0"/>
                  </a:moveTo>
                  <a:lnTo>
                    <a:pt x="1" y="3345"/>
                  </a:lnTo>
                  <a:lnTo>
                    <a:pt x="3767" y="5323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DDA216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9"/>
            <p:cNvSpPr/>
            <p:nvPr/>
          </p:nvSpPr>
          <p:spPr>
            <a:xfrm>
              <a:off x="7457875" y="2988500"/>
              <a:ext cx="95750" cy="132550"/>
            </a:xfrm>
            <a:custGeom>
              <a:avLst/>
              <a:gdLst/>
              <a:ahLst/>
              <a:cxnLst/>
              <a:rect l="l" t="t" r="r" b="b"/>
              <a:pathLst>
                <a:path w="3830" h="5302" extrusionOk="0">
                  <a:moveTo>
                    <a:pt x="3830" y="0"/>
                  </a:moveTo>
                  <a:lnTo>
                    <a:pt x="737" y="1115"/>
                  </a:lnTo>
                  <a:lnTo>
                    <a:pt x="1" y="5302"/>
                  </a:lnTo>
                  <a:lnTo>
                    <a:pt x="3830" y="0"/>
                  </a:lnTo>
                  <a:close/>
                </a:path>
              </a:pathLst>
            </a:custGeom>
            <a:solidFill>
              <a:srgbClr val="DDA216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9"/>
            <p:cNvSpPr/>
            <p:nvPr/>
          </p:nvSpPr>
          <p:spPr>
            <a:xfrm>
              <a:off x="7401075" y="2926950"/>
              <a:ext cx="152550" cy="61575"/>
            </a:xfrm>
            <a:custGeom>
              <a:avLst/>
              <a:gdLst/>
              <a:ahLst/>
              <a:cxnLst/>
              <a:rect l="l" t="t" r="r" b="b"/>
              <a:pathLst>
                <a:path w="6102" h="2463" extrusionOk="0">
                  <a:moveTo>
                    <a:pt x="4187" y="1"/>
                  </a:moveTo>
                  <a:lnTo>
                    <a:pt x="1" y="611"/>
                  </a:lnTo>
                  <a:lnTo>
                    <a:pt x="6102" y="2462"/>
                  </a:lnTo>
                  <a:lnTo>
                    <a:pt x="4187" y="1"/>
                  </a:lnTo>
                  <a:close/>
                </a:path>
              </a:pathLst>
            </a:custGeom>
            <a:solidFill>
              <a:srgbClr val="DDA216"/>
            </a:solidFill>
            <a:ln>
              <a:noFill/>
            </a:ln>
          </p:spPr>
          <p:txBody>
            <a:bodyPr spcFirstLastPara="1" wrap="square" lIns="57850" tIns="57850" rIns="57850" bIns="57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21" name="Google Shape;821;p39"/>
            <p:cNvGrpSpPr/>
            <p:nvPr/>
          </p:nvGrpSpPr>
          <p:grpSpPr>
            <a:xfrm>
              <a:off x="5947825" y="2831750"/>
              <a:ext cx="304550" cy="289850"/>
              <a:chOff x="5947825" y="2831750"/>
              <a:chExt cx="304550" cy="289850"/>
            </a:xfrm>
          </p:grpSpPr>
          <p:sp>
            <p:nvSpPr>
              <p:cNvPr id="822" name="Google Shape;822;p39"/>
              <p:cNvSpPr/>
              <p:nvPr/>
            </p:nvSpPr>
            <p:spPr>
              <a:xfrm>
                <a:off x="5947825" y="2831750"/>
                <a:ext cx="304550" cy="289850"/>
              </a:xfrm>
              <a:custGeom>
                <a:avLst/>
                <a:gdLst/>
                <a:ahLst/>
                <a:cxnLst/>
                <a:rect l="l" t="t" r="r" b="b"/>
                <a:pathLst>
                  <a:path w="12182" h="11594" extrusionOk="0">
                    <a:moveTo>
                      <a:pt x="6101" y="1"/>
                    </a:moveTo>
                    <a:lnTo>
                      <a:pt x="4208" y="3809"/>
                    </a:lnTo>
                    <a:lnTo>
                      <a:pt x="0" y="4398"/>
                    </a:lnTo>
                    <a:lnTo>
                      <a:pt x="3030" y="7385"/>
                    </a:lnTo>
                    <a:lnTo>
                      <a:pt x="2293" y="11572"/>
                    </a:lnTo>
                    <a:lnTo>
                      <a:pt x="2293" y="11572"/>
                    </a:lnTo>
                    <a:lnTo>
                      <a:pt x="6059" y="9615"/>
                    </a:lnTo>
                    <a:lnTo>
                      <a:pt x="9825" y="11593"/>
                    </a:lnTo>
                    <a:lnTo>
                      <a:pt x="9110" y="7406"/>
                    </a:lnTo>
                    <a:lnTo>
                      <a:pt x="12182" y="4440"/>
                    </a:lnTo>
                    <a:lnTo>
                      <a:pt x="7974" y="3830"/>
                    </a:lnTo>
                    <a:lnTo>
                      <a:pt x="6101" y="1"/>
                    </a:lnTo>
                    <a:close/>
                  </a:path>
                </a:pathLst>
              </a:custGeom>
              <a:solidFill>
                <a:srgbClr val="FDB813"/>
              </a:solidFill>
              <a:ln>
                <a:noFill/>
              </a:ln>
            </p:spPr>
            <p:txBody>
              <a:bodyPr spcFirstLastPara="1" wrap="square" lIns="57850" tIns="57850" rIns="57850" bIns="57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39"/>
              <p:cNvSpPr/>
              <p:nvPr/>
            </p:nvSpPr>
            <p:spPr>
              <a:xfrm>
                <a:off x="6100350" y="2831750"/>
                <a:ext cx="46825" cy="156775"/>
              </a:xfrm>
              <a:custGeom>
                <a:avLst/>
                <a:gdLst/>
                <a:ahLst/>
                <a:cxnLst/>
                <a:rect l="l" t="t" r="r" b="b"/>
                <a:pathLst>
                  <a:path w="1873" h="6271" extrusionOk="0">
                    <a:moveTo>
                      <a:pt x="0" y="1"/>
                    </a:moveTo>
                    <a:lnTo>
                      <a:pt x="0" y="6270"/>
                    </a:lnTo>
                    <a:lnTo>
                      <a:pt x="1873" y="383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DDA216"/>
              </a:solidFill>
              <a:ln>
                <a:noFill/>
              </a:ln>
            </p:spPr>
            <p:txBody>
              <a:bodyPr spcFirstLastPara="1" wrap="square" lIns="57850" tIns="57850" rIns="57850" bIns="57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39"/>
              <p:cNvSpPr/>
              <p:nvPr/>
            </p:nvSpPr>
            <p:spPr>
              <a:xfrm>
                <a:off x="6100350" y="2942725"/>
                <a:ext cx="151500" cy="74200"/>
              </a:xfrm>
              <a:custGeom>
                <a:avLst/>
                <a:gdLst/>
                <a:ahLst/>
                <a:cxnLst/>
                <a:rect l="l" t="t" r="r" b="b"/>
                <a:pathLst>
                  <a:path w="6060" h="2968" extrusionOk="0">
                    <a:moveTo>
                      <a:pt x="6060" y="1"/>
                    </a:moveTo>
                    <a:lnTo>
                      <a:pt x="0" y="1831"/>
                    </a:lnTo>
                    <a:lnTo>
                      <a:pt x="3030" y="2967"/>
                    </a:lnTo>
                    <a:lnTo>
                      <a:pt x="6060" y="1"/>
                    </a:lnTo>
                    <a:close/>
                  </a:path>
                </a:pathLst>
              </a:custGeom>
              <a:solidFill>
                <a:srgbClr val="DDA216"/>
              </a:solidFill>
              <a:ln>
                <a:noFill/>
              </a:ln>
            </p:spPr>
            <p:txBody>
              <a:bodyPr spcFirstLastPara="1" wrap="square" lIns="57850" tIns="57850" rIns="57850" bIns="57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39"/>
              <p:cNvSpPr/>
              <p:nvPr/>
            </p:nvSpPr>
            <p:spPr>
              <a:xfrm>
                <a:off x="6099300" y="2988500"/>
                <a:ext cx="94175" cy="133100"/>
              </a:xfrm>
              <a:custGeom>
                <a:avLst/>
                <a:gdLst/>
                <a:ahLst/>
                <a:cxnLst/>
                <a:rect l="l" t="t" r="r" b="b"/>
                <a:pathLst>
                  <a:path w="3767" h="5324" extrusionOk="0">
                    <a:moveTo>
                      <a:pt x="42" y="0"/>
                    </a:moveTo>
                    <a:lnTo>
                      <a:pt x="0" y="3345"/>
                    </a:lnTo>
                    <a:lnTo>
                      <a:pt x="3766" y="5323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DDA216"/>
              </a:solidFill>
              <a:ln>
                <a:noFill/>
              </a:ln>
            </p:spPr>
            <p:txBody>
              <a:bodyPr spcFirstLastPara="1" wrap="square" lIns="57850" tIns="57850" rIns="57850" bIns="57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39"/>
              <p:cNvSpPr/>
              <p:nvPr/>
            </p:nvSpPr>
            <p:spPr>
              <a:xfrm>
                <a:off x="6005150" y="2988500"/>
                <a:ext cx="95225" cy="132550"/>
              </a:xfrm>
              <a:custGeom>
                <a:avLst/>
                <a:gdLst/>
                <a:ahLst/>
                <a:cxnLst/>
                <a:rect l="l" t="t" r="r" b="b"/>
                <a:pathLst>
                  <a:path w="3809" h="5302" extrusionOk="0">
                    <a:moveTo>
                      <a:pt x="3808" y="0"/>
                    </a:moveTo>
                    <a:lnTo>
                      <a:pt x="737" y="1115"/>
                    </a:lnTo>
                    <a:lnTo>
                      <a:pt x="0" y="5302"/>
                    </a:lnTo>
                    <a:lnTo>
                      <a:pt x="3808" y="0"/>
                    </a:lnTo>
                    <a:close/>
                  </a:path>
                </a:pathLst>
              </a:custGeom>
              <a:solidFill>
                <a:srgbClr val="DDA216"/>
              </a:solidFill>
              <a:ln>
                <a:noFill/>
              </a:ln>
            </p:spPr>
            <p:txBody>
              <a:bodyPr spcFirstLastPara="1" wrap="square" lIns="57850" tIns="57850" rIns="57850" bIns="57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39"/>
              <p:cNvSpPr/>
              <p:nvPr/>
            </p:nvSpPr>
            <p:spPr>
              <a:xfrm>
                <a:off x="5947825" y="2926950"/>
                <a:ext cx="152550" cy="61575"/>
              </a:xfrm>
              <a:custGeom>
                <a:avLst/>
                <a:gdLst/>
                <a:ahLst/>
                <a:cxnLst/>
                <a:rect l="l" t="t" r="r" b="b"/>
                <a:pathLst>
                  <a:path w="6102" h="2463" extrusionOk="0">
                    <a:moveTo>
                      <a:pt x="4187" y="1"/>
                    </a:moveTo>
                    <a:lnTo>
                      <a:pt x="0" y="611"/>
                    </a:lnTo>
                    <a:lnTo>
                      <a:pt x="6101" y="2462"/>
                    </a:lnTo>
                    <a:lnTo>
                      <a:pt x="4187" y="1"/>
                    </a:lnTo>
                    <a:close/>
                  </a:path>
                </a:pathLst>
              </a:custGeom>
              <a:solidFill>
                <a:srgbClr val="DDA216"/>
              </a:solidFill>
              <a:ln>
                <a:noFill/>
              </a:ln>
            </p:spPr>
            <p:txBody>
              <a:bodyPr spcFirstLastPara="1" wrap="square" lIns="57850" tIns="57850" rIns="57850" bIns="57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750"/>
        </a:solidFill>
        <a:effectLst/>
      </p:bgPr>
    </p:bg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2" name="Google Shape;832;p40"/>
          <p:cNvGrpSpPr/>
          <p:nvPr/>
        </p:nvGrpSpPr>
        <p:grpSpPr>
          <a:xfrm>
            <a:off x="1799150" y="1195403"/>
            <a:ext cx="5277600" cy="0"/>
            <a:chOff x="1956150" y="1948500"/>
            <a:chExt cx="5277600" cy="0"/>
          </a:xfrm>
        </p:grpSpPr>
        <p:cxnSp>
          <p:nvCxnSpPr>
            <p:cNvPr id="833" name="Google Shape;833;p40"/>
            <p:cNvCxnSpPr/>
            <p:nvPr/>
          </p:nvCxnSpPr>
          <p:spPr>
            <a:xfrm>
              <a:off x="1956150" y="1948500"/>
              <a:ext cx="1058700" cy="0"/>
            </a:xfrm>
            <a:prstGeom prst="straightConnector1">
              <a:avLst/>
            </a:prstGeom>
            <a:noFill/>
            <a:ln w="19050" cap="flat" cmpd="sng">
              <a:solidFill>
                <a:srgbClr val="434343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34" name="Google Shape;834;p40"/>
            <p:cNvCxnSpPr/>
            <p:nvPr/>
          </p:nvCxnSpPr>
          <p:spPr>
            <a:xfrm>
              <a:off x="4042650" y="1948500"/>
              <a:ext cx="1058700" cy="0"/>
            </a:xfrm>
            <a:prstGeom prst="straightConnector1">
              <a:avLst/>
            </a:prstGeom>
            <a:noFill/>
            <a:ln w="19050" cap="flat" cmpd="sng">
              <a:solidFill>
                <a:srgbClr val="434343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35" name="Google Shape;835;p40"/>
            <p:cNvCxnSpPr/>
            <p:nvPr/>
          </p:nvCxnSpPr>
          <p:spPr>
            <a:xfrm>
              <a:off x="6175050" y="1948500"/>
              <a:ext cx="1058700" cy="0"/>
            </a:xfrm>
            <a:prstGeom prst="straightConnector1">
              <a:avLst/>
            </a:prstGeom>
            <a:noFill/>
            <a:ln w="19050" cap="flat" cmpd="sng">
              <a:solidFill>
                <a:srgbClr val="434343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836" name="Google Shape;836;p40"/>
          <p:cNvGrpSpPr/>
          <p:nvPr/>
        </p:nvGrpSpPr>
        <p:grpSpPr>
          <a:xfrm>
            <a:off x="-1099275" y="4772097"/>
            <a:ext cx="5729399" cy="371407"/>
            <a:chOff x="457205" y="4198587"/>
            <a:chExt cx="8229531" cy="533478"/>
          </a:xfrm>
        </p:grpSpPr>
        <p:grpSp>
          <p:nvGrpSpPr>
            <p:cNvPr id="837" name="Google Shape;837;p40"/>
            <p:cNvGrpSpPr/>
            <p:nvPr/>
          </p:nvGrpSpPr>
          <p:grpSpPr>
            <a:xfrm>
              <a:off x="457205" y="4198587"/>
              <a:ext cx="7962970" cy="533478"/>
              <a:chOff x="457200" y="2514600"/>
              <a:chExt cx="8229609" cy="551341"/>
            </a:xfrm>
          </p:grpSpPr>
          <p:sp>
            <p:nvSpPr>
              <p:cNvPr id="838" name="Google Shape;838;p40"/>
              <p:cNvSpPr/>
              <p:nvPr/>
            </p:nvSpPr>
            <p:spPr>
              <a:xfrm>
                <a:off x="457200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40"/>
              <p:cNvSpPr/>
              <p:nvPr/>
            </p:nvSpPr>
            <p:spPr>
              <a:xfrm>
                <a:off x="732845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40"/>
              <p:cNvSpPr/>
              <p:nvPr/>
            </p:nvSpPr>
            <p:spPr>
              <a:xfrm>
                <a:off x="1008490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40"/>
              <p:cNvSpPr/>
              <p:nvPr/>
            </p:nvSpPr>
            <p:spPr>
              <a:xfrm>
                <a:off x="1284135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40"/>
              <p:cNvSpPr/>
              <p:nvPr/>
            </p:nvSpPr>
            <p:spPr>
              <a:xfrm>
                <a:off x="1559780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40"/>
              <p:cNvSpPr/>
              <p:nvPr/>
            </p:nvSpPr>
            <p:spPr>
              <a:xfrm>
                <a:off x="183542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40"/>
              <p:cNvSpPr/>
              <p:nvPr/>
            </p:nvSpPr>
            <p:spPr>
              <a:xfrm>
                <a:off x="211106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40"/>
              <p:cNvSpPr/>
              <p:nvPr/>
            </p:nvSpPr>
            <p:spPr>
              <a:xfrm>
                <a:off x="238671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40"/>
              <p:cNvSpPr/>
              <p:nvPr/>
            </p:nvSpPr>
            <p:spPr>
              <a:xfrm>
                <a:off x="266235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40"/>
              <p:cNvSpPr/>
              <p:nvPr/>
            </p:nvSpPr>
            <p:spPr>
              <a:xfrm>
                <a:off x="293800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40"/>
              <p:cNvSpPr/>
              <p:nvPr/>
            </p:nvSpPr>
            <p:spPr>
              <a:xfrm>
                <a:off x="321364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40"/>
              <p:cNvSpPr/>
              <p:nvPr/>
            </p:nvSpPr>
            <p:spPr>
              <a:xfrm>
                <a:off x="348929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40"/>
              <p:cNvSpPr/>
              <p:nvPr/>
            </p:nvSpPr>
            <p:spPr>
              <a:xfrm>
                <a:off x="376493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40"/>
              <p:cNvSpPr/>
              <p:nvPr/>
            </p:nvSpPr>
            <p:spPr>
              <a:xfrm>
                <a:off x="404058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40"/>
              <p:cNvSpPr/>
              <p:nvPr/>
            </p:nvSpPr>
            <p:spPr>
              <a:xfrm>
                <a:off x="431622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40"/>
              <p:cNvSpPr/>
              <p:nvPr/>
            </p:nvSpPr>
            <p:spPr>
              <a:xfrm>
                <a:off x="4591873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40"/>
              <p:cNvSpPr/>
              <p:nvPr/>
            </p:nvSpPr>
            <p:spPr>
              <a:xfrm>
                <a:off x="482771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40"/>
              <p:cNvSpPr/>
              <p:nvPr/>
            </p:nvSpPr>
            <p:spPr>
              <a:xfrm>
                <a:off x="510336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40"/>
              <p:cNvSpPr/>
              <p:nvPr/>
            </p:nvSpPr>
            <p:spPr>
              <a:xfrm>
                <a:off x="537900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40"/>
              <p:cNvSpPr/>
              <p:nvPr/>
            </p:nvSpPr>
            <p:spPr>
              <a:xfrm>
                <a:off x="565465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40"/>
              <p:cNvSpPr/>
              <p:nvPr/>
            </p:nvSpPr>
            <p:spPr>
              <a:xfrm>
                <a:off x="593029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40"/>
              <p:cNvSpPr/>
              <p:nvPr/>
            </p:nvSpPr>
            <p:spPr>
              <a:xfrm>
                <a:off x="620594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40"/>
              <p:cNvSpPr/>
              <p:nvPr/>
            </p:nvSpPr>
            <p:spPr>
              <a:xfrm>
                <a:off x="6481588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40"/>
              <p:cNvSpPr/>
              <p:nvPr/>
            </p:nvSpPr>
            <p:spPr>
              <a:xfrm>
                <a:off x="6757233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40"/>
              <p:cNvSpPr/>
              <p:nvPr/>
            </p:nvSpPr>
            <p:spPr>
              <a:xfrm>
                <a:off x="7032878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40"/>
              <p:cNvSpPr/>
              <p:nvPr/>
            </p:nvSpPr>
            <p:spPr>
              <a:xfrm>
                <a:off x="7308523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40"/>
              <p:cNvSpPr/>
              <p:nvPr/>
            </p:nvSpPr>
            <p:spPr>
              <a:xfrm>
                <a:off x="7584174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40"/>
              <p:cNvSpPr/>
              <p:nvPr/>
            </p:nvSpPr>
            <p:spPr>
              <a:xfrm>
                <a:off x="7859819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40"/>
              <p:cNvSpPr/>
              <p:nvPr/>
            </p:nvSpPr>
            <p:spPr>
              <a:xfrm>
                <a:off x="8135464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40"/>
              <p:cNvSpPr/>
              <p:nvPr/>
            </p:nvSpPr>
            <p:spPr>
              <a:xfrm>
                <a:off x="8411109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68" name="Google Shape;868;p40"/>
            <p:cNvSpPr/>
            <p:nvPr/>
          </p:nvSpPr>
          <p:spPr>
            <a:xfrm>
              <a:off x="8420036" y="4198595"/>
              <a:ext cx="266700" cy="2667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63650" tIns="63650" rIns="63650" bIns="636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9" name="Google Shape;869;p40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D2D2D"/>
                </a:solidFill>
              </a:rPr>
              <a:t>SWOT ANALYSIS</a:t>
            </a:r>
            <a:endParaRPr>
              <a:solidFill>
                <a:srgbClr val="2D2D2D"/>
              </a:solidFill>
            </a:endParaRPr>
          </a:p>
        </p:txBody>
      </p:sp>
      <p:sp>
        <p:nvSpPr>
          <p:cNvPr id="870" name="Google Shape;870;p40"/>
          <p:cNvSpPr txBox="1"/>
          <p:nvPr/>
        </p:nvSpPr>
        <p:spPr>
          <a:xfrm>
            <a:off x="2858147" y="1004913"/>
            <a:ext cx="1493700" cy="33540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Weakness</a:t>
            </a:r>
            <a:endParaRPr sz="20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871" name="Google Shape;871;p40"/>
          <p:cNvSpPr txBox="1"/>
          <p:nvPr/>
        </p:nvSpPr>
        <p:spPr>
          <a:xfrm>
            <a:off x="7076756" y="1004913"/>
            <a:ext cx="1493700" cy="335400"/>
          </a:xfrm>
          <a:prstGeom prst="rect">
            <a:avLst/>
          </a:prstGeom>
          <a:solidFill>
            <a:srgbClr val="EF702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Threat</a:t>
            </a:r>
            <a:endParaRPr sz="20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872" name="Google Shape;872;p40"/>
          <p:cNvSpPr txBox="1"/>
          <p:nvPr/>
        </p:nvSpPr>
        <p:spPr>
          <a:xfrm>
            <a:off x="4918500" y="1004924"/>
            <a:ext cx="1643100" cy="335400"/>
          </a:xfrm>
          <a:prstGeom prst="rect">
            <a:avLst/>
          </a:prstGeom>
          <a:solidFill>
            <a:srgbClr val="0E9C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Opportunities</a:t>
            </a:r>
            <a:endParaRPr sz="20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873" name="Google Shape;873;p40"/>
          <p:cNvSpPr txBox="1"/>
          <p:nvPr/>
        </p:nvSpPr>
        <p:spPr>
          <a:xfrm>
            <a:off x="682663" y="1004913"/>
            <a:ext cx="1493700" cy="3354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Strength</a:t>
            </a:r>
            <a:endParaRPr sz="20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874" name="Google Shape;874;p40"/>
          <p:cNvSpPr txBox="1"/>
          <p:nvPr/>
        </p:nvSpPr>
        <p:spPr>
          <a:xfrm>
            <a:off x="274575" y="1827700"/>
            <a:ext cx="2186700" cy="25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D2D2D"/>
              </a:buClr>
              <a:buSzPts val="1100"/>
              <a:buChar char="●"/>
            </a:pPr>
            <a:r>
              <a:rPr lang="en" sz="1100">
                <a:solidFill>
                  <a:srgbClr val="2D2D2D"/>
                </a:solidFill>
              </a:rPr>
              <a:t>Strong dominance in </a:t>
            </a:r>
            <a:r>
              <a:rPr lang="en" sz="1100" b="1">
                <a:solidFill>
                  <a:srgbClr val="2D2D2D"/>
                </a:solidFill>
              </a:rPr>
              <a:t>bike-taxi segment (61% market share)</a:t>
            </a:r>
            <a:endParaRPr sz="1100" b="1">
              <a:solidFill>
                <a:srgbClr val="2D2D2D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Char char="●"/>
            </a:pPr>
            <a:r>
              <a:rPr lang="en" sz="1100" b="1">
                <a:solidFill>
                  <a:srgbClr val="2D2D2D"/>
                </a:solidFill>
              </a:rPr>
              <a:t>Low-cost fares</a:t>
            </a:r>
            <a:r>
              <a:rPr lang="en" sz="1100">
                <a:solidFill>
                  <a:srgbClr val="2D2D2D"/>
                </a:solidFill>
              </a:rPr>
              <a:t> attract daily commuters</a:t>
            </a:r>
            <a:endParaRPr sz="1100">
              <a:solidFill>
                <a:srgbClr val="2D2D2D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Char char="●"/>
            </a:pPr>
            <a:r>
              <a:rPr lang="en" sz="1100">
                <a:solidFill>
                  <a:srgbClr val="2D2D2D"/>
                </a:solidFill>
              </a:rPr>
              <a:t>Operates in </a:t>
            </a:r>
            <a:r>
              <a:rPr lang="en" sz="1100" b="1">
                <a:solidFill>
                  <a:srgbClr val="2D2D2D"/>
                </a:solidFill>
              </a:rPr>
              <a:t>100+ cities</a:t>
            </a:r>
            <a:r>
              <a:rPr lang="en" sz="1100">
                <a:solidFill>
                  <a:srgbClr val="2D2D2D"/>
                </a:solidFill>
              </a:rPr>
              <a:t> with </a:t>
            </a:r>
            <a:r>
              <a:rPr lang="en" sz="1100" b="1">
                <a:solidFill>
                  <a:srgbClr val="2D2D2D"/>
                </a:solidFill>
              </a:rPr>
              <a:t>1.5M+ captains</a:t>
            </a:r>
            <a:endParaRPr sz="1100" b="1">
              <a:solidFill>
                <a:srgbClr val="2D2D2D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Char char="●"/>
            </a:pPr>
            <a:r>
              <a:rPr lang="en" sz="1100">
                <a:solidFill>
                  <a:srgbClr val="2D2D2D"/>
                </a:solidFill>
              </a:rPr>
              <a:t>Fast rides ideal for </a:t>
            </a:r>
            <a:r>
              <a:rPr lang="en" sz="1100" b="1">
                <a:solidFill>
                  <a:srgbClr val="2D2D2D"/>
                </a:solidFill>
              </a:rPr>
              <a:t>traffic-heavy cities</a:t>
            </a:r>
            <a:br>
              <a:rPr lang="en" sz="1100" b="1">
                <a:solidFill>
                  <a:srgbClr val="2D2D2D"/>
                </a:solidFill>
              </a:rPr>
            </a:br>
            <a:endParaRPr sz="1100" b="1">
              <a:solidFill>
                <a:srgbClr val="2D2D2D"/>
              </a:solidFill>
            </a:endParaRPr>
          </a:p>
        </p:txBody>
      </p:sp>
      <p:sp>
        <p:nvSpPr>
          <p:cNvPr id="875" name="Google Shape;875;p40"/>
          <p:cNvSpPr txBox="1"/>
          <p:nvPr/>
        </p:nvSpPr>
        <p:spPr>
          <a:xfrm>
            <a:off x="2522975" y="1827700"/>
            <a:ext cx="2103000" cy="2585400"/>
          </a:xfrm>
          <a:prstGeom prst="rect">
            <a:avLst/>
          </a:prstGeom>
          <a:noFill/>
          <a:ln w="9525" cap="flat" cmpd="sng">
            <a:solidFill>
              <a:srgbClr val="FFE7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Char char="●"/>
            </a:pPr>
            <a:r>
              <a:rPr lang="en" sz="1100">
                <a:solidFill>
                  <a:srgbClr val="2D2D2D"/>
                </a:solidFill>
              </a:rPr>
              <a:t>Limited revenue per ride compared to cab services</a:t>
            </a:r>
            <a:endParaRPr sz="1100">
              <a:solidFill>
                <a:srgbClr val="2D2D2D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Char char="●"/>
            </a:pPr>
            <a:r>
              <a:rPr lang="en" sz="1100">
                <a:solidFill>
                  <a:srgbClr val="2D2D2D"/>
                </a:solidFill>
              </a:rPr>
              <a:t>High dependency on </a:t>
            </a:r>
            <a:r>
              <a:rPr lang="en" sz="1100" b="1">
                <a:solidFill>
                  <a:srgbClr val="2D2D2D"/>
                </a:solidFill>
              </a:rPr>
              <a:t>two-wheeler segment</a:t>
            </a:r>
            <a:endParaRPr sz="1100" b="1">
              <a:solidFill>
                <a:srgbClr val="2D2D2D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Char char="●"/>
            </a:pPr>
            <a:r>
              <a:rPr lang="en" sz="1100">
                <a:solidFill>
                  <a:srgbClr val="2D2D2D"/>
                </a:solidFill>
              </a:rPr>
              <a:t>Weather conditions (rain/heat) affect usability</a:t>
            </a:r>
            <a:endParaRPr sz="1100">
              <a:solidFill>
                <a:srgbClr val="2D2D2D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Char char="●"/>
            </a:pPr>
            <a:r>
              <a:rPr lang="en" sz="1100">
                <a:solidFill>
                  <a:srgbClr val="2D2D2D"/>
                </a:solidFill>
              </a:rPr>
              <a:t>Safety concerns among some passengers</a:t>
            </a:r>
            <a:endParaRPr sz="1100">
              <a:solidFill>
                <a:srgbClr val="2D2D2D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D2D2D"/>
              </a:solidFill>
            </a:endParaRPr>
          </a:p>
        </p:txBody>
      </p:sp>
      <p:sp>
        <p:nvSpPr>
          <p:cNvPr id="876" name="Google Shape;876;p40"/>
          <p:cNvSpPr txBox="1"/>
          <p:nvPr/>
        </p:nvSpPr>
        <p:spPr>
          <a:xfrm>
            <a:off x="4708650" y="1827700"/>
            <a:ext cx="2103000" cy="25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Char char="●"/>
            </a:pPr>
            <a:r>
              <a:rPr lang="en" sz="1100">
                <a:solidFill>
                  <a:srgbClr val="2D2D2D"/>
                </a:solidFill>
              </a:rPr>
              <a:t>Expansion into </a:t>
            </a:r>
            <a:r>
              <a:rPr lang="en" sz="1100" b="1">
                <a:solidFill>
                  <a:srgbClr val="2D2D2D"/>
                </a:solidFill>
              </a:rPr>
              <a:t>EV bike-taxis</a:t>
            </a:r>
            <a:endParaRPr sz="1100" b="1">
              <a:solidFill>
                <a:srgbClr val="2D2D2D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Char char="●"/>
            </a:pPr>
            <a:r>
              <a:rPr lang="en" sz="1100">
                <a:solidFill>
                  <a:srgbClr val="2D2D2D"/>
                </a:solidFill>
              </a:rPr>
              <a:t>Growing demand for </a:t>
            </a:r>
            <a:r>
              <a:rPr lang="en" sz="1100" b="1">
                <a:solidFill>
                  <a:srgbClr val="2D2D2D"/>
                </a:solidFill>
              </a:rPr>
              <a:t>last-mile connectivity</a:t>
            </a:r>
            <a:endParaRPr sz="1100" b="1">
              <a:solidFill>
                <a:srgbClr val="2D2D2D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Char char="●"/>
            </a:pPr>
            <a:r>
              <a:rPr lang="en" sz="1100">
                <a:solidFill>
                  <a:srgbClr val="2D2D2D"/>
                </a:solidFill>
              </a:rPr>
              <a:t>Partnerships with metro, bus, &amp; corporate mobility</a:t>
            </a:r>
            <a:endParaRPr sz="1100">
              <a:solidFill>
                <a:srgbClr val="2D2D2D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Char char="●"/>
            </a:pPr>
            <a:r>
              <a:rPr lang="en" sz="1100">
                <a:solidFill>
                  <a:srgbClr val="2D2D2D"/>
                </a:solidFill>
              </a:rPr>
              <a:t>Rising acceptance of </a:t>
            </a:r>
            <a:r>
              <a:rPr lang="en" sz="1100" b="1">
                <a:solidFill>
                  <a:srgbClr val="2D2D2D"/>
                </a:solidFill>
              </a:rPr>
              <a:t>affordable micro-mobility</a:t>
            </a:r>
            <a:endParaRPr sz="1100" b="1">
              <a:solidFill>
                <a:srgbClr val="2D2D2D"/>
              </a:solidFill>
            </a:endParaRPr>
          </a:p>
        </p:txBody>
      </p:sp>
      <p:sp>
        <p:nvSpPr>
          <p:cNvPr id="877" name="Google Shape;877;p40"/>
          <p:cNvSpPr txBox="1"/>
          <p:nvPr/>
        </p:nvSpPr>
        <p:spPr>
          <a:xfrm>
            <a:off x="6878300" y="1827700"/>
            <a:ext cx="1904100" cy="25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Char char="●"/>
            </a:pPr>
            <a:r>
              <a:rPr lang="en" sz="1100">
                <a:solidFill>
                  <a:srgbClr val="2D2D2D"/>
                </a:solidFill>
              </a:rPr>
              <a:t>Regulatory restrictions on bike-taxis in some states</a:t>
            </a:r>
            <a:endParaRPr sz="1100">
              <a:solidFill>
                <a:srgbClr val="2D2D2D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Char char="●"/>
            </a:pPr>
            <a:r>
              <a:rPr lang="en" sz="1100">
                <a:solidFill>
                  <a:srgbClr val="2D2D2D"/>
                </a:solidFill>
              </a:rPr>
              <a:t>Strong competition from </a:t>
            </a:r>
            <a:r>
              <a:rPr lang="en" sz="1100" b="1">
                <a:solidFill>
                  <a:srgbClr val="2D2D2D"/>
                </a:solidFill>
              </a:rPr>
              <a:t>Ola</a:t>
            </a:r>
            <a:r>
              <a:rPr lang="en" sz="1100">
                <a:solidFill>
                  <a:srgbClr val="2D2D2D"/>
                </a:solidFill>
              </a:rPr>
              <a:t> and </a:t>
            </a:r>
            <a:r>
              <a:rPr lang="en" sz="1100" b="1">
                <a:solidFill>
                  <a:srgbClr val="2D2D2D"/>
                </a:solidFill>
              </a:rPr>
              <a:t>Uber</a:t>
            </a:r>
            <a:endParaRPr sz="1100" b="1">
              <a:solidFill>
                <a:srgbClr val="2D2D2D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Char char="●"/>
            </a:pPr>
            <a:r>
              <a:rPr lang="en" sz="1100">
                <a:solidFill>
                  <a:srgbClr val="2D2D2D"/>
                </a:solidFill>
              </a:rPr>
              <a:t>Fuel price fluctuations affecting captains</a:t>
            </a:r>
            <a:endParaRPr sz="1100">
              <a:solidFill>
                <a:srgbClr val="2D2D2D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Char char="●"/>
            </a:pPr>
            <a:r>
              <a:rPr lang="en" sz="1100">
                <a:solidFill>
                  <a:srgbClr val="2D2D2D"/>
                </a:solidFill>
              </a:rPr>
              <a:t>Negative press/safety incidents affecting trust</a:t>
            </a:r>
            <a:endParaRPr sz="1100">
              <a:solidFill>
                <a:srgbClr val="2D2D2D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D2D2D"/>
              </a:solidFill>
            </a:endParaRPr>
          </a:p>
        </p:txBody>
      </p:sp>
      <p:grpSp>
        <p:nvGrpSpPr>
          <p:cNvPr id="878" name="Google Shape;878;p40"/>
          <p:cNvGrpSpPr/>
          <p:nvPr/>
        </p:nvGrpSpPr>
        <p:grpSpPr>
          <a:xfrm>
            <a:off x="4454472" y="4772097"/>
            <a:ext cx="5729399" cy="371407"/>
            <a:chOff x="457205" y="4198587"/>
            <a:chExt cx="8229531" cy="533478"/>
          </a:xfrm>
        </p:grpSpPr>
        <p:grpSp>
          <p:nvGrpSpPr>
            <p:cNvPr id="879" name="Google Shape;879;p40"/>
            <p:cNvGrpSpPr/>
            <p:nvPr/>
          </p:nvGrpSpPr>
          <p:grpSpPr>
            <a:xfrm>
              <a:off x="457205" y="4198587"/>
              <a:ext cx="7962970" cy="533478"/>
              <a:chOff x="457200" y="2514600"/>
              <a:chExt cx="8229609" cy="551341"/>
            </a:xfrm>
          </p:grpSpPr>
          <p:sp>
            <p:nvSpPr>
              <p:cNvPr id="880" name="Google Shape;880;p40"/>
              <p:cNvSpPr/>
              <p:nvPr/>
            </p:nvSpPr>
            <p:spPr>
              <a:xfrm>
                <a:off x="457200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40"/>
              <p:cNvSpPr/>
              <p:nvPr/>
            </p:nvSpPr>
            <p:spPr>
              <a:xfrm>
                <a:off x="732845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40"/>
              <p:cNvSpPr/>
              <p:nvPr/>
            </p:nvSpPr>
            <p:spPr>
              <a:xfrm>
                <a:off x="1008490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40"/>
              <p:cNvSpPr/>
              <p:nvPr/>
            </p:nvSpPr>
            <p:spPr>
              <a:xfrm>
                <a:off x="1284135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40"/>
              <p:cNvSpPr/>
              <p:nvPr/>
            </p:nvSpPr>
            <p:spPr>
              <a:xfrm>
                <a:off x="1559780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40"/>
              <p:cNvSpPr/>
              <p:nvPr/>
            </p:nvSpPr>
            <p:spPr>
              <a:xfrm>
                <a:off x="183542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40"/>
              <p:cNvSpPr/>
              <p:nvPr/>
            </p:nvSpPr>
            <p:spPr>
              <a:xfrm>
                <a:off x="211106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40"/>
              <p:cNvSpPr/>
              <p:nvPr/>
            </p:nvSpPr>
            <p:spPr>
              <a:xfrm>
                <a:off x="238671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40"/>
              <p:cNvSpPr/>
              <p:nvPr/>
            </p:nvSpPr>
            <p:spPr>
              <a:xfrm>
                <a:off x="266235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40"/>
              <p:cNvSpPr/>
              <p:nvPr/>
            </p:nvSpPr>
            <p:spPr>
              <a:xfrm>
                <a:off x="293800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40"/>
              <p:cNvSpPr/>
              <p:nvPr/>
            </p:nvSpPr>
            <p:spPr>
              <a:xfrm>
                <a:off x="321364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40"/>
              <p:cNvSpPr/>
              <p:nvPr/>
            </p:nvSpPr>
            <p:spPr>
              <a:xfrm>
                <a:off x="348929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40"/>
              <p:cNvSpPr/>
              <p:nvPr/>
            </p:nvSpPr>
            <p:spPr>
              <a:xfrm>
                <a:off x="376493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40"/>
              <p:cNvSpPr/>
              <p:nvPr/>
            </p:nvSpPr>
            <p:spPr>
              <a:xfrm>
                <a:off x="404058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40"/>
              <p:cNvSpPr/>
              <p:nvPr/>
            </p:nvSpPr>
            <p:spPr>
              <a:xfrm>
                <a:off x="431622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40"/>
              <p:cNvSpPr/>
              <p:nvPr/>
            </p:nvSpPr>
            <p:spPr>
              <a:xfrm>
                <a:off x="4591873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40"/>
              <p:cNvSpPr/>
              <p:nvPr/>
            </p:nvSpPr>
            <p:spPr>
              <a:xfrm>
                <a:off x="482771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40"/>
              <p:cNvSpPr/>
              <p:nvPr/>
            </p:nvSpPr>
            <p:spPr>
              <a:xfrm>
                <a:off x="510336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40"/>
              <p:cNvSpPr/>
              <p:nvPr/>
            </p:nvSpPr>
            <p:spPr>
              <a:xfrm>
                <a:off x="537900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40"/>
              <p:cNvSpPr/>
              <p:nvPr/>
            </p:nvSpPr>
            <p:spPr>
              <a:xfrm>
                <a:off x="565465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40"/>
              <p:cNvSpPr/>
              <p:nvPr/>
            </p:nvSpPr>
            <p:spPr>
              <a:xfrm>
                <a:off x="593029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40"/>
              <p:cNvSpPr/>
              <p:nvPr/>
            </p:nvSpPr>
            <p:spPr>
              <a:xfrm>
                <a:off x="620594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40"/>
              <p:cNvSpPr/>
              <p:nvPr/>
            </p:nvSpPr>
            <p:spPr>
              <a:xfrm>
                <a:off x="6481588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40"/>
              <p:cNvSpPr/>
              <p:nvPr/>
            </p:nvSpPr>
            <p:spPr>
              <a:xfrm>
                <a:off x="6757233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40"/>
              <p:cNvSpPr/>
              <p:nvPr/>
            </p:nvSpPr>
            <p:spPr>
              <a:xfrm>
                <a:off x="7032878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40"/>
              <p:cNvSpPr/>
              <p:nvPr/>
            </p:nvSpPr>
            <p:spPr>
              <a:xfrm>
                <a:off x="7308523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40"/>
              <p:cNvSpPr/>
              <p:nvPr/>
            </p:nvSpPr>
            <p:spPr>
              <a:xfrm>
                <a:off x="7584174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40"/>
              <p:cNvSpPr/>
              <p:nvPr/>
            </p:nvSpPr>
            <p:spPr>
              <a:xfrm>
                <a:off x="7859819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40"/>
              <p:cNvSpPr/>
              <p:nvPr/>
            </p:nvSpPr>
            <p:spPr>
              <a:xfrm>
                <a:off x="8135464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40"/>
              <p:cNvSpPr/>
              <p:nvPr/>
            </p:nvSpPr>
            <p:spPr>
              <a:xfrm>
                <a:off x="8411109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3650" tIns="63650" rIns="63650" bIns="63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10" name="Google Shape;910;p40"/>
            <p:cNvSpPr/>
            <p:nvPr/>
          </p:nvSpPr>
          <p:spPr>
            <a:xfrm>
              <a:off x="8420036" y="4198595"/>
              <a:ext cx="266700" cy="2667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63650" tIns="63650" rIns="63650" bIns="636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750"/>
        </a:solidFill>
        <a:effectLst/>
      </p:bgPr>
    </p:bg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41"/>
          <p:cNvSpPr txBox="1">
            <a:spLocks noGrp="1"/>
          </p:cNvSpPr>
          <p:nvPr>
            <p:ph type="title"/>
          </p:nvPr>
        </p:nvSpPr>
        <p:spPr>
          <a:xfrm>
            <a:off x="0" y="205975"/>
            <a:ext cx="9144000" cy="533400"/>
          </a:xfrm>
          <a:prstGeom prst="rect">
            <a:avLst/>
          </a:prstGeom>
          <a:solidFill>
            <a:srgbClr val="F9FBFD"/>
          </a:solidFill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b="1">
                <a:latin typeface="Oswald"/>
                <a:ea typeface="Oswald"/>
                <a:cs typeface="Oswald"/>
                <a:sym typeface="Oswald"/>
              </a:rPr>
              <a:t>Key Problems Identified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16" name="Google Shape;916;p41"/>
          <p:cNvSpPr txBox="1">
            <a:spLocks noGrp="1"/>
          </p:cNvSpPr>
          <p:nvPr>
            <p:ph type="body" idx="1"/>
          </p:nvPr>
        </p:nvSpPr>
        <p:spPr>
          <a:xfrm>
            <a:off x="409350" y="971430"/>
            <a:ext cx="8003700" cy="374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lvl="0" indent="0" algn="ctr" rtl="0">
              <a:spcBef>
                <a:spcPts val="1800"/>
              </a:spcBef>
              <a:spcAft>
                <a:spcPts val="0"/>
              </a:spcAft>
              <a:buNone/>
            </a:pPr>
            <a:endParaRPr sz="44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200" b="1">
                <a:solidFill>
                  <a:srgbClr val="D93125"/>
                </a:solidFill>
                <a:latin typeface="Lexend"/>
                <a:ea typeface="Lexend"/>
                <a:cs typeface="Lexend"/>
                <a:sym typeface="Lexend"/>
              </a:rPr>
              <a:t>Unsustainable Captain Pool Model</a:t>
            </a:r>
            <a:br>
              <a:rPr lang="en" sz="44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" sz="4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Captains bypassed the platform by contacting riders directly, causing revenue loss and reduced platform control.</a:t>
            </a:r>
            <a:br>
              <a:rPr lang="en" sz="4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4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200" b="1">
                <a:solidFill>
                  <a:srgbClr val="D93125"/>
                </a:solidFill>
                <a:latin typeface="Lexend"/>
                <a:ea typeface="Lexend"/>
                <a:cs typeface="Lexend"/>
                <a:sym typeface="Lexend"/>
              </a:rPr>
              <a:t>Accessibility Gaps</a:t>
            </a:r>
            <a:br>
              <a:rPr lang="en" sz="44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" sz="4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Missing features like screen-reader support, color-blind-friendly UI, and voice controls limit usability for many users.</a:t>
            </a:r>
            <a:br>
              <a:rPr lang="en" sz="4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4800">
              <a:solidFill>
                <a:srgbClr val="D93125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200" b="1">
                <a:solidFill>
                  <a:srgbClr val="D93125"/>
                </a:solidFill>
                <a:latin typeface="Lexend"/>
                <a:ea typeface="Lexend"/>
                <a:cs typeface="Lexend"/>
                <a:sym typeface="Lexend"/>
              </a:rPr>
              <a:t>Long Wait Times</a:t>
            </a:r>
            <a:br>
              <a:rPr lang="en" sz="44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" sz="4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Delays during peak hours lead to user drop-offs and shifting to competitors.</a:t>
            </a:r>
            <a:br>
              <a:rPr lang="en" sz="4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4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200" b="1">
                <a:solidFill>
                  <a:srgbClr val="D93125"/>
                </a:solidFill>
                <a:latin typeface="Lexend"/>
                <a:ea typeface="Lexend"/>
                <a:cs typeface="Lexend"/>
                <a:sym typeface="Lexend"/>
              </a:rPr>
              <a:t>No Outstation Ride Option</a:t>
            </a:r>
            <a:br>
              <a:rPr lang="en" sz="44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" sz="4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Lack of intercity booking reduces service range and customer convenience.</a:t>
            </a:r>
            <a:br>
              <a:rPr lang="en" sz="4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4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200" b="1">
                <a:solidFill>
                  <a:srgbClr val="D93125"/>
                </a:solidFill>
                <a:latin typeface="Lexend"/>
                <a:ea typeface="Lexend"/>
                <a:cs typeface="Lexend"/>
                <a:sym typeface="Lexend"/>
              </a:rPr>
              <a:t>Daily Booking Inconvenience</a:t>
            </a:r>
            <a:br>
              <a:rPr lang="en" sz="44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" sz="4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Frequent riders cannot schedule rides in advance, resulting in repetitive manual booking.</a:t>
            </a:r>
            <a:endParaRPr sz="4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 b="1">
              <a:solidFill>
                <a:schemeClr val="dk1"/>
              </a:solidFill>
            </a:endParaRPr>
          </a:p>
        </p:txBody>
      </p:sp>
      <p:grpSp>
        <p:nvGrpSpPr>
          <p:cNvPr id="917" name="Google Shape;917;p41"/>
          <p:cNvGrpSpPr/>
          <p:nvPr/>
        </p:nvGrpSpPr>
        <p:grpSpPr>
          <a:xfrm>
            <a:off x="5871120" y="366599"/>
            <a:ext cx="3272884" cy="212164"/>
            <a:chOff x="457205" y="4198587"/>
            <a:chExt cx="8229531" cy="533478"/>
          </a:xfrm>
        </p:grpSpPr>
        <p:grpSp>
          <p:nvGrpSpPr>
            <p:cNvPr id="918" name="Google Shape;918;p41"/>
            <p:cNvGrpSpPr/>
            <p:nvPr/>
          </p:nvGrpSpPr>
          <p:grpSpPr>
            <a:xfrm>
              <a:off x="457205" y="4198587"/>
              <a:ext cx="7962970" cy="533478"/>
              <a:chOff x="457200" y="2514600"/>
              <a:chExt cx="8229609" cy="551341"/>
            </a:xfrm>
          </p:grpSpPr>
          <p:sp>
            <p:nvSpPr>
              <p:cNvPr id="919" name="Google Shape;919;p41"/>
              <p:cNvSpPr/>
              <p:nvPr/>
            </p:nvSpPr>
            <p:spPr>
              <a:xfrm>
                <a:off x="457200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41"/>
              <p:cNvSpPr/>
              <p:nvPr/>
            </p:nvSpPr>
            <p:spPr>
              <a:xfrm>
                <a:off x="732845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41"/>
              <p:cNvSpPr/>
              <p:nvPr/>
            </p:nvSpPr>
            <p:spPr>
              <a:xfrm>
                <a:off x="1008490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41"/>
              <p:cNvSpPr/>
              <p:nvPr/>
            </p:nvSpPr>
            <p:spPr>
              <a:xfrm>
                <a:off x="1284135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41"/>
              <p:cNvSpPr/>
              <p:nvPr/>
            </p:nvSpPr>
            <p:spPr>
              <a:xfrm>
                <a:off x="1559780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41"/>
              <p:cNvSpPr/>
              <p:nvPr/>
            </p:nvSpPr>
            <p:spPr>
              <a:xfrm>
                <a:off x="183542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41"/>
              <p:cNvSpPr/>
              <p:nvPr/>
            </p:nvSpPr>
            <p:spPr>
              <a:xfrm>
                <a:off x="211106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41"/>
              <p:cNvSpPr/>
              <p:nvPr/>
            </p:nvSpPr>
            <p:spPr>
              <a:xfrm>
                <a:off x="238671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41"/>
              <p:cNvSpPr/>
              <p:nvPr/>
            </p:nvSpPr>
            <p:spPr>
              <a:xfrm>
                <a:off x="266235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41"/>
              <p:cNvSpPr/>
              <p:nvPr/>
            </p:nvSpPr>
            <p:spPr>
              <a:xfrm>
                <a:off x="293800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41"/>
              <p:cNvSpPr/>
              <p:nvPr/>
            </p:nvSpPr>
            <p:spPr>
              <a:xfrm>
                <a:off x="321364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41"/>
              <p:cNvSpPr/>
              <p:nvPr/>
            </p:nvSpPr>
            <p:spPr>
              <a:xfrm>
                <a:off x="348929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41"/>
              <p:cNvSpPr/>
              <p:nvPr/>
            </p:nvSpPr>
            <p:spPr>
              <a:xfrm>
                <a:off x="376493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41"/>
              <p:cNvSpPr/>
              <p:nvPr/>
            </p:nvSpPr>
            <p:spPr>
              <a:xfrm>
                <a:off x="404058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41"/>
              <p:cNvSpPr/>
              <p:nvPr/>
            </p:nvSpPr>
            <p:spPr>
              <a:xfrm>
                <a:off x="431622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41"/>
              <p:cNvSpPr/>
              <p:nvPr/>
            </p:nvSpPr>
            <p:spPr>
              <a:xfrm>
                <a:off x="4591873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41"/>
              <p:cNvSpPr/>
              <p:nvPr/>
            </p:nvSpPr>
            <p:spPr>
              <a:xfrm>
                <a:off x="482771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41"/>
              <p:cNvSpPr/>
              <p:nvPr/>
            </p:nvSpPr>
            <p:spPr>
              <a:xfrm>
                <a:off x="510336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41"/>
              <p:cNvSpPr/>
              <p:nvPr/>
            </p:nvSpPr>
            <p:spPr>
              <a:xfrm>
                <a:off x="537900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41"/>
              <p:cNvSpPr/>
              <p:nvPr/>
            </p:nvSpPr>
            <p:spPr>
              <a:xfrm>
                <a:off x="565465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41"/>
              <p:cNvSpPr/>
              <p:nvPr/>
            </p:nvSpPr>
            <p:spPr>
              <a:xfrm>
                <a:off x="593029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41"/>
              <p:cNvSpPr/>
              <p:nvPr/>
            </p:nvSpPr>
            <p:spPr>
              <a:xfrm>
                <a:off x="620594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41"/>
              <p:cNvSpPr/>
              <p:nvPr/>
            </p:nvSpPr>
            <p:spPr>
              <a:xfrm>
                <a:off x="6481588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41"/>
              <p:cNvSpPr/>
              <p:nvPr/>
            </p:nvSpPr>
            <p:spPr>
              <a:xfrm>
                <a:off x="6757233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41"/>
              <p:cNvSpPr/>
              <p:nvPr/>
            </p:nvSpPr>
            <p:spPr>
              <a:xfrm>
                <a:off x="7032878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41"/>
              <p:cNvSpPr/>
              <p:nvPr/>
            </p:nvSpPr>
            <p:spPr>
              <a:xfrm>
                <a:off x="7308523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41"/>
              <p:cNvSpPr/>
              <p:nvPr/>
            </p:nvSpPr>
            <p:spPr>
              <a:xfrm>
                <a:off x="7584174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41"/>
              <p:cNvSpPr/>
              <p:nvPr/>
            </p:nvSpPr>
            <p:spPr>
              <a:xfrm>
                <a:off x="7859819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41"/>
              <p:cNvSpPr/>
              <p:nvPr/>
            </p:nvSpPr>
            <p:spPr>
              <a:xfrm>
                <a:off x="8135464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41"/>
              <p:cNvSpPr/>
              <p:nvPr/>
            </p:nvSpPr>
            <p:spPr>
              <a:xfrm>
                <a:off x="8411109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49" name="Google Shape;949;p41"/>
            <p:cNvSpPr/>
            <p:nvPr/>
          </p:nvSpPr>
          <p:spPr>
            <a:xfrm>
              <a:off x="8420036" y="4198595"/>
              <a:ext cx="266700" cy="2667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36350" tIns="36350" rIns="36350" bIns="363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0" name="Google Shape;950;p41"/>
          <p:cNvGrpSpPr/>
          <p:nvPr/>
        </p:nvGrpSpPr>
        <p:grpSpPr>
          <a:xfrm>
            <a:off x="-5" y="366599"/>
            <a:ext cx="3272884" cy="212164"/>
            <a:chOff x="457205" y="4198587"/>
            <a:chExt cx="8229531" cy="533478"/>
          </a:xfrm>
        </p:grpSpPr>
        <p:grpSp>
          <p:nvGrpSpPr>
            <p:cNvPr id="951" name="Google Shape;951;p41"/>
            <p:cNvGrpSpPr/>
            <p:nvPr/>
          </p:nvGrpSpPr>
          <p:grpSpPr>
            <a:xfrm>
              <a:off x="457205" y="4198587"/>
              <a:ext cx="7962970" cy="533478"/>
              <a:chOff x="457200" y="2514600"/>
              <a:chExt cx="8229609" cy="551341"/>
            </a:xfrm>
          </p:grpSpPr>
          <p:sp>
            <p:nvSpPr>
              <p:cNvPr id="952" name="Google Shape;952;p41"/>
              <p:cNvSpPr/>
              <p:nvPr/>
            </p:nvSpPr>
            <p:spPr>
              <a:xfrm>
                <a:off x="457200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41"/>
              <p:cNvSpPr/>
              <p:nvPr/>
            </p:nvSpPr>
            <p:spPr>
              <a:xfrm>
                <a:off x="732845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41"/>
              <p:cNvSpPr/>
              <p:nvPr/>
            </p:nvSpPr>
            <p:spPr>
              <a:xfrm>
                <a:off x="1008490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41"/>
              <p:cNvSpPr/>
              <p:nvPr/>
            </p:nvSpPr>
            <p:spPr>
              <a:xfrm>
                <a:off x="1284135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41"/>
              <p:cNvSpPr/>
              <p:nvPr/>
            </p:nvSpPr>
            <p:spPr>
              <a:xfrm>
                <a:off x="1559780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41"/>
              <p:cNvSpPr/>
              <p:nvPr/>
            </p:nvSpPr>
            <p:spPr>
              <a:xfrm>
                <a:off x="183542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41"/>
              <p:cNvSpPr/>
              <p:nvPr/>
            </p:nvSpPr>
            <p:spPr>
              <a:xfrm>
                <a:off x="211106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41"/>
              <p:cNvSpPr/>
              <p:nvPr/>
            </p:nvSpPr>
            <p:spPr>
              <a:xfrm>
                <a:off x="238671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41"/>
              <p:cNvSpPr/>
              <p:nvPr/>
            </p:nvSpPr>
            <p:spPr>
              <a:xfrm>
                <a:off x="266235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41"/>
              <p:cNvSpPr/>
              <p:nvPr/>
            </p:nvSpPr>
            <p:spPr>
              <a:xfrm>
                <a:off x="293800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41"/>
              <p:cNvSpPr/>
              <p:nvPr/>
            </p:nvSpPr>
            <p:spPr>
              <a:xfrm>
                <a:off x="321364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41"/>
              <p:cNvSpPr/>
              <p:nvPr/>
            </p:nvSpPr>
            <p:spPr>
              <a:xfrm>
                <a:off x="348929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41"/>
              <p:cNvSpPr/>
              <p:nvPr/>
            </p:nvSpPr>
            <p:spPr>
              <a:xfrm>
                <a:off x="376493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41"/>
              <p:cNvSpPr/>
              <p:nvPr/>
            </p:nvSpPr>
            <p:spPr>
              <a:xfrm>
                <a:off x="404058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41"/>
              <p:cNvSpPr/>
              <p:nvPr/>
            </p:nvSpPr>
            <p:spPr>
              <a:xfrm>
                <a:off x="431622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41"/>
              <p:cNvSpPr/>
              <p:nvPr/>
            </p:nvSpPr>
            <p:spPr>
              <a:xfrm>
                <a:off x="4591873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41"/>
              <p:cNvSpPr/>
              <p:nvPr/>
            </p:nvSpPr>
            <p:spPr>
              <a:xfrm>
                <a:off x="482771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41"/>
              <p:cNvSpPr/>
              <p:nvPr/>
            </p:nvSpPr>
            <p:spPr>
              <a:xfrm>
                <a:off x="510336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41"/>
              <p:cNvSpPr/>
              <p:nvPr/>
            </p:nvSpPr>
            <p:spPr>
              <a:xfrm>
                <a:off x="537900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41"/>
              <p:cNvSpPr/>
              <p:nvPr/>
            </p:nvSpPr>
            <p:spPr>
              <a:xfrm>
                <a:off x="565465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41"/>
              <p:cNvSpPr/>
              <p:nvPr/>
            </p:nvSpPr>
            <p:spPr>
              <a:xfrm>
                <a:off x="5930299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41"/>
              <p:cNvSpPr/>
              <p:nvPr/>
            </p:nvSpPr>
            <p:spPr>
              <a:xfrm>
                <a:off x="6205944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41"/>
              <p:cNvSpPr/>
              <p:nvPr/>
            </p:nvSpPr>
            <p:spPr>
              <a:xfrm>
                <a:off x="6481588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41"/>
              <p:cNvSpPr/>
              <p:nvPr/>
            </p:nvSpPr>
            <p:spPr>
              <a:xfrm>
                <a:off x="6757233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41"/>
              <p:cNvSpPr/>
              <p:nvPr/>
            </p:nvSpPr>
            <p:spPr>
              <a:xfrm>
                <a:off x="7032878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41"/>
              <p:cNvSpPr/>
              <p:nvPr/>
            </p:nvSpPr>
            <p:spPr>
              <a:xfrm>
                <a:off x="7308523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41"/>
              <p:cNvSpPr/>
              <p:nvPr/>
            </p:nvSpPr>
            <p:spPr>
              <a:xfrm>
                <a:off x="7584174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41"/>
              <p:cNvSpPr/>
              <p:nvPr/>
            </p:nvSpPr>
            <p:spPr>
              <a:xfrm>
                <a:off x="7859819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41"/>
              <p:cNvSpPr/>
              <p:nvPr/>
            </p:nvSpPr>
            <p:spPr>
              <a:xfrm>
                <a:off x="8135464" y="2514600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41"/>
              <p:cNvSpPr/>
              <p:nvPr/>
            </p:nvSpPr>
            <p:spPr>
              <a:xfrm>
                <a:off x="8411109" y="2790241"/>
                <a:ext cx="275700" cy="2757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36350" tIns="36350" rIns="36350" bIns="36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82" name="Google Shape;982;p41"/>
            <p:cNvSpPr/>
            <p:nvPr/>
          </p:nvSpPr>
          <p:spPr>
            <a:xfrm>
              <a:off x="8420036" y="4198595"/>
              <a:ext cx="266700" cy="2667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36350" tIns="36350" rIns="36350" bIns="363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750"/>
        </a:solidFill>
        <a:effectLst/>
      </p:bgPr>
    </p:bg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42"/>
          <p:cNvSpPr txBox="1">
            <a:spLocks noGrp="1"/>
          </p:cNvSpPr>
          <p:nvPr>
            <p:ph type="body" idx="2"/>
          </p:nvPr>
        </p:nvSpPr>
        <p:spPr>
          <a:xfrm>
            <a:off x="3347725" y="2034624"/>
            <a:ext cx="2455500" cy="18798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rgbClr val="598B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2) Instant Refunds + Auto-Compensation — short term</a:t>
            </a:r>
            <a:endParaRPr sz="1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swald"/>
              <a:buChar char="❏"/>
            </a:pPr>
            <a:r>
              <a:rPr lang="en" sz="1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Auto-refund + small credit when captain cancels.</a:t>
            </a:r>
            <a:endParaRPr sz="1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swald"/>
              <a:buChar char="❏"/>
            </a:pPr>
            <a:r>
              <a:rPr lang="en" sz="1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Fixes top customer pain point (refund delays).</a:t>
            </a:r>
            <a:endParaRPr sz="1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Impact: ↑ Repeat rides | ↓ Complaints.</a:t>
            </a:r>
            <a:endParaRPr sz="1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88" name="Google Shape;988;p42"/>
          <p:cNvSpPr txBox="1">
            <a:spLocks noGrp="1"/>
          </p:cNvSpPr>
          <p:nvPr>
            <p:ph type="body" idx="1"/>
          </p:nvPr>
        </p:nvSpPr>
        <p:spPr>
          <a:xfrm>
            <a:off x="483175" y="2009100"/>
            <a:ext cx="2455500" cy="1905300"/>
          </a:xfrm>
          <a:prstGeom prst="rect">
            <a:avLst/>
          </a:prstGeom>
          <a:solidFill>
            <a:srgbClr val="E8D34E"/>
          </a:solidFill>
          <a:ln w="9525" cap="flat" cmpd="sng">
            <a:solidFill>
              <a:srgbClr val="598B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1) Implement Number-Masking (Anonymous Calling)- short term</a:t>
            </a:r>
            <a:endParaRPr sz="4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Oswald"/>
              <a:buChar char="❏"/>
            </a:pPr>
            <a:r>
              <a:rPr lang="en" sz="4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Mask rider–captain calls to improve safety &amp; privacy.</a:t>
            </a:r>
            <a:br>
              <a:rPr lang="en" sz="4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</a:br>
            <a:endParaRPr sz="4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Oswald"/>
              <a:buChar char="❏"/>
            </a:pPr>
            <a:r>
              <a:rPr lang="en" sz="4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Backed by Uber/Ola (2015) → fewer privacy complaints.</a:t>
            </a:r>
            <a:endParaRPr sz="4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Impact: ↑ Safety trust | Effort: Low</a:t>
            </a:r>
            <a:endParaRPr sz="4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 b="1">
              <a:solidFill>
                <a:schemeClr val="dk1"/>
              </a:solidFill>
            </a:endParaRPr>
          </a:p>
        </p:txBody>
      </p:sp>
      <p:sp>
        <p:nvSpPr>
          <p:cNvPr id="989" name="Google Shape;989;p42"/>
          <p:cNvSpPr txBox="1">
            <a:spLocks noGrp="1"/>
          </p:cNvSpPr>
          <p:nvPr>
            <p:ph type="title"/>
          </p:nvPr>
        </p:nvSpPr>
        <p:spPr>
          <a:xfrm>
            <a:off x="483175" y="411736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rPr lang="en" sz="2080" b="1">
                <a:latin typeface="Oswald"/>
                <a:ea typeface="Oswald"/>
                <a:cs typeface="Oswald"/>
                <a:sym typeface="Oswald"/>
              </a:rPr>
              <a:t>ACTIONABLE STRATEGIES TO IMPROVE BUSINESS PERFORMANCE</a:t>
            </a:r>
            <a:endParaRPr sz="2080" b="1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990"/>
              <a:buNone/>
            </a:pPr>
            <a:endParaRPr sz="2700"/>
          </a:p>
        </p:txBody>
      </p:sp>
      <p:sp>
        <p:nvSpPr>
          <p:cNvPr id="990" name="Google Shape;990;p42"/>
          <p:cNvSpPr txBox="1">
            <a:spLocks noGrp="1"/>
          </p:cNvSpPr>
          <p:nvPr>
            <p:ph type="subTitle" idx="3"/>
          </p:nvPr>
        </p:nvSpPr>
        <p:spPr>
          <a:xfrm>
            <a:off x="483175" y="1008933"/>
            <a:ext cx="2455500" cy="561000"/>
          </a:xfrm>
          <a:prstGeom prst="rect">
            <a:avLst/>
          </a:prstGeom>
          <a:solidFill>
            <a:srgbClr val="E8D34E"/>
          </a:solidFill>
          <a:ln w="9525" cap="flat" cmpd="sng">
            <a:solidFill>
              <a:srgbClr val="AEBA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ctr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Customer Safety &amp; Trust Enhancement</a:t>
            </a:r>
            <a:endParaRPr sz="1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91" name="Google Shape;991;p42"/>
          <p:cNvSpPr txBox="1">
            <a:spLocks noGrp="1"/>
          </p:cNvSpPr>
          <p:nvPr>
            <p:ph type="subTitle" idx="4"/>
          </p:nvPr>
        </p:nvSpPr>
        <p:spPr>
          <a:xfrm>
            <a:off x="3347800" y="980408"/>
            <a:ext cx="2455500" cy="6369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rgbClr val="B2BC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SzPts val="852"/>
              <a:buNone/>
            </a:pPr>
            <a:r>
              <a:rPr lang="en" sz="1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Service Operations &amp; Customer Experience Optimization</a:t>
            </a:r>
            <a:endParaRPr sz="1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92" name="Google Shape;992;p42"/>
          <p:cNvSpPr txBox="1">
            <a:spLocks noGrp="1"/>
          </p:cNvSpPr>
          <p:nvPr>
            <p:ph type="subTitle" idx="5"/>
          </p:nvPr>
        </p:nvSpPr>
        <p:spPr>
          <a:xfrm>
            <a:off x="6212425" y="970983"/>
            <a:ext cx="2455500" cy="636900"/>
          </a:xfrm>
          <a:prstGeom prst="rect">
            <a:avLst/>
          </a:prstGeom>
          <a:solidFill>
            <a:srgbClr val="F1C232"/>
          </a:solidFill>
          <a:ln w="9525" cap="flat" cmpd="sng">
            <a:solidFill>
              <a:srgbClr val="B2BC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ctr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Safety Compliance &amp; Risk Management</a:t>
            </a:r>
            <a:endParaRPr sz="1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93" name="Google Shape;993;p42"/>
          <p:cNvSpPr txBox="1">
            <a:spLocks noGrp="1"/>
          </p:cNvSpPr>
          <p:nvPr>
            <p:ph type="body" idx="6"/>
          </p:nvPr>
        </p:nvSpPr>
        <p:spPr>
          <a:xfrm>
            <a:off x="6212275" y="2034624"/>
            <a:ext cx="2455500" cy="1879800"/>
          </a:xfrm>
          <a:prstGeom prst="rect">
            <a:avLst/>
          </a:prstGeom>
          <a:solidFill>
            <a:srgbClr val="F1C232"/>
          </a:solidFill>
          <a:ln w="9525" cap="flat" cmpd="sng">
            <a:solidFill>
              <a:srgbClr val="598B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1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3) Mandatory BIS Helmets + App Verification— Medium term</a:t>
            </a:r>
            <a:endParaRPr sz="110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-29845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swald"/>
              <a:buChar char="❏"/>
            </a:pPr>
            <a:r>
              <a:rPr lang="en" sz="1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Ensure BIS helmets; photo check + random audits.</a:t>
            </a:r>
            <a:endParaRPr sz="1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-2984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swald"/>
              <a:buChar char="❏"/>
            </a:pPr>
            <a:r>
              <a:rPr lang="en" sz="1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Reduces rising safety incidents &amp; regulatory risk.</a:t>
            </a:r>
            <a:br>
              <a:rPr lang="en" sz="1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</a:br>
            <a:endParaRPr sz="1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Impact: ↑ Brand trust | Effort: Medium.</a:t>
            </a:r>
            <a:endParaRPr sz="1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endParaRPr sz="1025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994" name="Google Shape;99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3306" y="1570335"/>
            <a:ext cx="459425" cy="45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5" name="Google Shape;99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5843" y="1595122"/>
            <a:ext cx="459425" cy="45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6" name="Google Shape;99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8393" y="1607885"/>
            <a:ext cx="459425" cy="459425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42"/>
          <p:cNvSpPr txBox="1"/>
          <p:nvPr/>
        </p:nvSpPr>
        <p:spPr>
          <a:xfrm>
            <a:off x="479700" y="4208721"/>
            <a:ext cx="8184600" cy="6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Long-Term Recommendation - </a:t>
            </a:r>
            <a:r>
              <a:rPr lang="en" sz="11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Shift to an EV-first fleet to reduce operating costs by 60-70%, boost captain retention, lower fares, and improve long-term sustainability. (</a:t>
            </a:r>
            <a:r>
              <a:rPr lang="en" sz="1100">
                <a:solidFill>
                  <a:schemeClr val="dk1"/>
                </a:solidFill>
              </a:rPr>
              <a:t>Government policies across India are pushing for </a:t>
            </a:r>
            <a:r>
              <a:rPr lang="en" sz="1100" b="1">
                <a:solidFill>
                  <a:schemeClr val="dk1"/>
                </a:solidFill>
              </a:rPr>
              <a:t>electric mobility adoption</a:t>
            </a:r>
            <a:r>
              <a:rPr lang="en" sz="1100">
                <a:solidFill>
                  <a:schemeClr val="dk1"/>
                </a:solidFill>
              </a:rPr>
              <a:t>, especially for commercial vehicles.)</a:t>
            </a:r>
            <a:endParaRPr sz="1100" b="1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750"/>
        </a:solidFill>
        <a:effectLst/>
      </p:bgPr>
    </p:bg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2" name="Google Shape;100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356" y="1018703"/>
            <a:ext cx="5918604" cy="3925774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43"/>
          <p:cNvSpPr txBox="1">
            <a:spLocks noGrp="1"/>
          </p:cNvSpPr>
          <p:nvPr>
            <p:ph type="title"/>
          </p:nvPr>
        </p:nvSpPr>
        <p:spPr>
          <a:xfrm>
            <a:off x="512249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65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FUTURE PREDICTION BASED ON PAST, PRESENT DATA &amp; INDUSTRIAL BENCH MARKS</a:t>
            </a:r>
            <a:endParaRPr sz="33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04" name="Google Shape;1004;p43"/>
          <p:cNvSpPr txBox="1">
            <a:spLocks noGrp="1"/>
          </p:cNvSpPr>
          <p:nvPr>
            <p:ph type="body" idx="2"/>
          </p:nvPr>
        </p:nvSpPr>
        <p:spPr>
          <a:xfrm>
            <a:off x="6081250" y="1017725"/>
            <a:ext cx="2913600" cy="3925800"/>
          </a:xfrm>
          <a:prstGeom prst="rect">
            <a:avLst/>
          </a:prstGeom>
          <a:solidFill>
            <a:srgbClr val="434343">
              <a:alpha val="1216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77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Baseline Forecast:</a:t>
            </a:r>
            <a:br>
              <a:rPr lang="en" sz="277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</a:br>
            <a:r>
              <a:rPr lang="en" sz="277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Projected using Rapido’s past 3-year growth rate (35–45% YoY) and industry bike-taxi growth (~20–25%).</a:t>
            </a:r>
            <a:br>
              <a:rPr lang="en" sz="277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</a:br>
            <a:r>
              <a:rPr lang="en" sz="277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Shows “business-as-usual” trajectory without extra improvements.</a:t>
            </a:r>
            <a:endParaRPr sz="277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77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77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Strategy Forecast:</a:t>
            </a:r>
            <a:br>
              <a:rPr lang="en" sz="277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</a:br>
            <a:r>
              <a:rPr lang="en" sz="277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Assumes uplift from fixing top customer pain points—</a:t>
            </a:r>
            <a:r>
              <a:rPr lang="en" sz="277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privacy, cancellations, safety</a:t>
            </a:r>
            <a:r>
              <a:rPr lang="en" sz="277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. supported by industry data (15–30% higher retention &amp; repeat usage).</a:t>
            </a:r>
            <a:endParaRPr sz="277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65"/>
          </a:p>
        </p:txBody>
      </p:sp>
      <p:sp>
        <p:nvSpPr>
          <p:cNvPr id="1005" name="Google Shape;1005;p43"/>
          <p:cNvSpPr/>
          <p:nvPr/>
        </p:nvSpPr>
        <p:spPr>
          <a:xfrm>
            <a:off x="3515503" y="1073525"/>
            <a:ext cx="1368600" cy="141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axi Infographics by Slidesgo">
  <a:themeElements>
    <a:clrScheme name="Simple Light">
      <a:dk1>
        <a:srgbClr val="000000"/>
      </a:dk1>
      <a:lt1>
        <a:srgbClr val="FFFFFF"/>
      </a:lt1>
      <a:dk2>
        <a:srgbClr val="434343"/>
      </a:dk2>
      <a:lt2>
        <a:srgbClr val="D9D9D9"/>
      </a:lt2>
      <a:accent1>
        <a:srgbClr val="FDB813"/>
      </a:accent1>
      <a:accent2>
        <a:srgbClr val="DDA216"/>
      </a:accent2>
      <a:accent3>
        <a:srgbClr val="BC8B19"/>
      </a:accent3>
      <a:accent4>
        <a:srgbClr val="666666"/>
      </a:accent4>
      <a:accent5>
        <a:srgbClr val="0036B0"/>
      </a:accent5>
      <a:accent6>
        <a:srgbClr val="145CFC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2003</Words>
  <Application>Microsoft Office PowerPoint</Application>
  <PresentationFormat>On-screen Show (16:9)</PresentationFormat>
  <Paragraphs>265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Fira Sans Extra Condensed</vt:lpstr>
      <vt:lpstr>Inter</vt:lpstr>
      <vt:lpstr>Oswald Light</vt:lpstr>
      <vt:lpstr>Oswald</vt:lpstr>
      <vt:lpstr>Times New Roman</vt:lpstr>
      <vt:lpstr>Roboto</vt:lpstr>
      <vt:lpstr>Lexend</vt:lpstr>
      <vt:lpstr>Oswald Medium</vt:lpstr>
      <vt:lpstr>Arial</vt:lpstr>
      <vt:lpstr>Simple Light</vt:lpstr>
      <vt:lpstr>Taxi Infographics by Slidesgo</vt:lpstr>
      <vt:lpstr>   Business Strategy Report</vt:lpstr>
      <vt:lpstr>ABOUT RAPIDO</vt:lpstr>
      <vt:lpstr>Market position and Growth</vt:lpstr>
      <vt:lpstr>PowerPoint Presentation</vt:lpstr>
      <vt:lpstr>PowerPoint Presentation</vt:lpstr>
      <vt:lpstr>                                      DELIVERING        CUSTOMER VALUE</vt:lpstr>
      <vt:lpstr>PowerPoint Presentation</vt:lpstr>
      <vt:lpstr>PowerPoint Presentation</vt:lpstr>
      <vt:lpstr>TECHNOLOGY  &amp;  INNOVATIONS</vt:lpstr>
      <vt:lpstr>    Customer Review &amp; Sentiment Analysis </vt:lpstr>
      <vt:lpstr> Competitor Comparison</vt:lpstr>
      <vt:lpstr>SWOT ANALYSIS</vt:lpstr>
      <vt:lpstr>Key Problems Identified</vt:lpstr>
      <vt:lpstr>ACTIONABLE STRATEGIES TO IMPROVE BUSINESS PERFORMANCE </vt:lpstr>
      <vt:lpstr>FUTURE PREDICTION BASED ON PAST, PRESENT DATA &amp; INDUSTRIAL BENCH MARKS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LENOVO</cp:lastModifiedBy>
  <cp:revision>6</cp:revision>
  <dcterms:modified xsi:type="dcterms:W3CDTF">2025-12-18T17:06:50Z</dcterms:modified>
</cp:coreProperties>
</file>